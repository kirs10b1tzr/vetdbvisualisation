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0" r:id="rId4"/>
    <p:sldId id="291" r:id="rId5"/>
    <p:sldId id="292" r:id="rId6"/>
    <p:sldId id="293" r:id="rId7"/>
    <p:sldId id="281" r:id="rId8"/>
    <p:sldId id="294" r:id="rId9"/>
    <p:sldId id="295" r:id="rId10"/>
    <p:sldId id="261" r:id="rId11"/>
    <p:sldId id="296" r:id="rId12"/>
    <p:sldId id="297" r:id="rId13"/>
    <p:sldId id="258" r:id="rId14"/>
    <p:sldId id="298" r:id="rId15"/>
    <p:sldId id="299" r:id="rId16"/>
    <p:sldId id="271" r:id="rId17"/>
    <p:sldId id="279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01"/>
    <a:srgbClr val="FA2255"/>
    <a:srgbClr val="1BAEC0"/>
    <a:srgbClr val="8AE1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8472FD-3907-40C7-9DDB-2C01BBAC96D7}" v="37" dt="2026-02-04T00:42:03.943"/>
  </p1510:revLst>
</p1510:revInfo>
</file>

<file path=ppt/tableStyles.xml><?xml version="1.0" encoding="utf-8"?>
<a:tblStyleLst xmlns:a="http://schemas.openxmlformats.org/drawingml/2006/main" def="{2BDD1DBD-EF42-4622-8D55-1BF951A28423}">
  <a:tblStyle styleId="{2BDD1DBD-EF42-4622-8D55-1BF951A284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ten B (DA-IRE5)" userId="838417e9-4a97-4a7a-b2bd-f27082891129" providerId="ADAL" clId="{99DF8FD3-A666-4DAA-AE7B-79C3D08BAF74}"/>
    <pc:docChg chg="undo redo custSel addSld delSld modSld sldOrd delMainMaster">
      <pc:chgData name="Kirsten B (DA-IRE5)" userId="838417e9-4a97-4a7a-b2bd-f27082891129" providerId="ADAL" clId="{99DF8FD3-A666-4DAA-AE7B-79C3D08BAF74}" dt="2026-02-04T00:44:25.602" v="5513" actId="1076"/>
      <pc:docMkLst>
        <pc:docMk/>
      </pc:docMkLst>
      <pc:sldChg chg="modSp mod">
        <pc:chgData name="Kirsten B (DA-IRE5)" userId="838417e9-4a97-4a7a-b2bd-f27082891129" providerId="ADAL" clId="{99DF8FD3-A666-4DAA-AE7B-79C3D08BAF74}" dt="2026-02-04T00:39:29.366" v="5002" actId="1076"/>
        <pc:sldMkLst>
          <pc:docMk/>
          <pc:sldMk cId="0" sldId="256"/>
        </pc:sldMkLst>
        <pc:spChg chg="mod">
          <ac:chgData name="Kirsten B (DA-IRE5)" userId="838417e9-4a97-4a7a-b2bd-f27082891129" providerId="ADAL" clId="{99DF8FD3-A666-4DAA-AE7B-79C3D08BAF74}" dt="2026-02-04T00:39:25.014" v="5001" actId="20577"/>
          <ac:spMkLst>
            <pc:docMk/>
            <pc:sldMk cId="0" sldId="256"/>
            <ac:spMk id="46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2:53:32.121" v="90" actId="20577"/>
          <ac:spMkLst>
            <pc:docMk/>
            <pc:sldMk cId="0" sldId="256"/>
            <ac:spMk id="47" creationId="{00000000-0000-0000-0000-000000000000}"/>
          </ac:spMkLst>
        </pc:spChg>
        <pc:grpChg chg="mod">
          <ac:chgData name="Kirsten B (DA-IRE5)" userId="838417e9-4a97-4a7a-b2bd-f27082891129" providerId="ADAL" clId="{99DF8FD3-A666-4DAA-AE7B-79C3D08BAF74}" dt="2026-02-04T00:39:29.366" v="5002" actId="1076"/>
          <ac:grpSpMkLst>
            <pc:docMk/>
            <pc:sldMk cId="0" sldId="256"/>
            <ac:grpSpMk id="48" creationId="{00000000-0000-0000-0000-000000000000}"/>
          </ac:grpSpMkLst>
        </pc:grpChg>
      </pc:sldChg>
      <pc:sldChg chg="addSp delSp modSp mod">
        <pc:chgData name="Kirsten B (DA-IRE5)" userId="838417e9-4a97-4a7a-b2bd-f27082891129" providerId="ADAL" clId="{99DF8FD3-A666-4DAA-AE7B-79C3D08BAF74}" dt="2026-02-03T23:27:04.612" v="1750" actId="1076"/>
        <pc:sldMkLst>
          <pc:docMk/>
          <pc:sldMk cId="0" sldId="257"/>
        </pc:sldMkLst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9" creationId="{48D599FE-975D-8108-63B5-7799080C2007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23" creationId="{39F82132-DAAA-EC1F-B295-D1501F23B700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30" creationId="{073FC76F-124E-509E-8B0F-6EA8EE0C03D9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33" creationId="{A1A38C68-7802-A04B-3002-91815963663B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39" creationId="{DEBDCEDB-A259-C72C-E115-E8559B8B39F4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42" creationId="{16ED0D43-78F0-F009-83FC-B1B002260D4B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52" creationId="{A50CD37F-0FFD-3533-BC1A-CE877587118C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55" creationId="{897D637E-6594-1418-C9DC-02302BC7D6E2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57" creationId="{1AD64033-5ABA-7601-D60A-BB103A89ED8D}"/>
          </ac:spMkLst>
        </pc:spChg>
        <pc:spChg chg="mod">
          <ac:chgData name="Kirsten B (DA-IRE5)" userId="838417e9-4a97-4a7a-b2bd-f27082891129" providerId="ADAL" clId="{99DF8FD3-A666-4DAA-AE7B-79C3D08BAF74}" dt="2026-02-03T23:26:14.869" v="1741"/>
          <ac:spMkLst>
            <pc:docMk/>
            <pc:sldMk cId="0" sldId="257"/>
            <ac:spMk id="59" creationId="{DA4AA3E4-67B5-D6D5-392D-D91BFFA1F101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83" creationId="{25660921-04DD-12C2-82CD-FF16102D1258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84" creationId="{0FA5DC5D-B107-CD47-927B-366F8AF8DC3B}"/>
          </ac:spMkLst>
        </pc:spChg>
        <pc:spChg chg="mod">
          <ac:chgData name="Kirsten B (DA-IRE5)" userId="838417e9-4a97-4a7a-b2bd-f27082891129" providerId="ADAL" clId="{99DF8FD3-A666-4DAA-AE7B-79C3D08BAF74}" dt="2026-02-03T22:54:05.653" v="98" actId="20577"/>
          <ac:spMkLst>
            <pc:docMk/>
            <pc:sldMk cId="0" sldId="257"/>
            <ac:spMk id="86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2:54:18.064" v="120" actId="20577"/>
          <ac:spMkLst>
            <pc:docMk/>
            <pc:sldMk cId="0" sldId="257"/>
            <ac:spMk id="88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2:54:25.233" v="121" actId="20577"/>
          <ac:spMkLst>
            <pc:docMk/>
            <pc:sldMk cId="0" sldId="257"/>
            <ac:spMk id="89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2:54:53.274" v="150" actId="20577"/>
          <ac:spMkLst>
            <pc:docMk/>
            <pc:sldMk cId="0" sldId="257"/>
            <ac:spMk id="92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2:54:56.190" v="151" actId="20577"/>
          <ac:spMkLst>
            <pc:docMk/>
            <pc:sldMk cId="0" sldId="257"/>
            <ac:spMk id="93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2:55:02.558" v="158" actId="20577"/>
          <ac:spMkLst>
            <pc:docMk/>
            <pc:sldMk cId="0" sldId="257"/>
            <ac:spMk id="96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2:54:47.115" v="141" actId="20577"/>
          <ac:spMkLst>
            <pc:docMk/>
            <pc:sldMk cId="0" sldId="257"/>
            <ac:spMk id="97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231" creationId="{2D53FD61-FDD1-4259-1D2C-5683FA0A712B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232" creationId="{434C29F5-A153-26B2-0109-7EE3874B8C94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233" creationId="{AECA277C-B63C-5CC5-6525-131BA135A6AD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234" creationId="{D86A2F39-CF4E-D4A8-3B52-D5BC3B4C2F0E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235" creationId="{1CBAF872-DAFD-25B3-330D-75298DCD9699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236" creationId="{55F82926-8D16-E20A-029B-C3D3662AA458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237" creationId="{2D0BFC08-13E3-B2EA-1C94-5834DFFB3EB1}"/>
          </ac:spMkLst>
        </pc:spChg>
        <pc:spChg chg="mod">
          <ac:chgData name="Kirsten B (DA-IRE5)" userId="838417e9-4a97-4a7a-b2bd-f27082891129" providerId="ADAL" clId="{99DF8FD3-A666-4DAA-AE7B-79C3D08BAF74}" dt="2026-02-03T23:26:51.497" v="1747"/>
          <ac:spMkLst>
            <pc:docMk/>
            <pc:sldMk cId="0" sldId="257"/>
            <ac:spMk id="238" creationId="{ABC11AEE-EC20-41F4-EB41-A7C7C38160A0}"/>
          </ac:spMkLst>
        </pc:spChg>
        <pc:grpChg chg="mod">
          <ac:chgData name="Kirsten B (DA-IRE5)" userId="838417e9-4a97-4a7a-b2bd-f27082891129" providerId="ADAL" clId="{99DF8FD3-A666-4DAA-AE7B-79C3D08BAF74}" dt="2026-02-03T23:26:25.689" v="1745" actId="1076"/>
          <ac:grpSpMkLst>
            <pc:docMk/>
            <pc:sldMk cId="0" sldId="257"/>
            <ac:grpSpMk id="2" creationId="{EA6F26E7-8D1A-97BE-AD19-DFF61BA8F27F}"/>
          </ac:grpSpMkLst>
        </pc:grpChg>
        <pc:grpChg chg="mod">
          <ac:chgData name="Kirsten B (DA-IRE5)" userId="838417e9-4a97-4a7a-b2bd-f27082891129" providerId="ADAL" clId="{99DF8FD3-A666-4DAA-AE7B-79C3D08BAF74}" dt="2026-02-03T23:27:04.612" v="1750" actId="1076"/>
          <ac:grpSpMkLst>
            <pc:docMk/>
            <pc:sldMk cId="0" sldId="257"/>
            <ac:grpSpMk id="81" creationId="{47DA7F49-5810-FB2C-4FB0-6DFBE4946136}"/>
          </ac:grpSpMkLst>
        </pc:grpChg>
        <pc:grpChg chg="del">
          <ac:chgData name="Kirsten B (DA-IRE5)" userId="838417e9-4a97-4a7a-b2bd-f27082891129" providerId="ADAL" clId="{99DF8FD3-A666-4DAA-AE7B-79C3D08BAF74}" dt="2026-02-03T23:26:14.237" v="1740" actId="478"/>
          <ac:grpSpMkLst>
            <pc:docMk/>
            <pc:sldMk cId="0" sldId="257"/>
            <ac:grpSpMk id="129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26:50.820" v="1746" actId="478"/>
          <ac:grpSpMkLst>
            <pc:docMk/>
            <pc:sldMk cId="0" sldId="257"/>
            <ac:grpSpMk id="140" creationId="{00000000-0000-0000-0000-000000000000}"/>
          </ac:grpSpMkLst>
        </pc:grpChg>
      </pc:sldChg>
      <pc:sldChg chg="addSp delSp modSp mod">
        <pc:chgData name="Kirsten B (DA-IRE5)" userId="838417e9-4a97-4a7a-b2bd-f27082891129" providerId="ADAL" clId="{99DF8FD3-A666-4DAA-AE7B-79C3D08BAF74}" dt="2026-02-04T00:14:47.016" v="3760" actId="1076"/>
        <pc:sldMkLst>
          <pc:docMk/>
          <pc:sldMk cId="0" sldId="258"/>
        </pc:sldMkLst>
        <pc:spChg chg="add del">
          <ac:chgData name="Kirsten B (DA-IRE5)" userId="838417e9-4a97-4a7a-b2bd-f27082891129" providerId="ADAL" clId="{99DF8FD3-A666-4DAA-AE7B-79C3D08BAF74}" dt="2026-02-04T00:04:02.775" v="3299" actId="478"/>
          <ac:spMkLst>
            <pc:docMk/>
            <pc:sldMk cId="0" sldId="258"/>
            <ac:spMk id="3" creationId="{2CF36888-9D77-5F0C-C037-DEB5DB9902AF}"/>
          </ac:spMkLst>
        </pc:spChg>
        <pc:spChg chg="add mod">
          <ac:chgData name="Kirsten B (DA-IRE5)" userId="838417e9-4a97-4a7a-b2bd-f27082891129" providerId="ADAL" clId="{99DF8FD3-A666-4DAA-AE7B-79C3D08BAF74}" dt="2026-02-04T00:14:27.723" v="3754" actId="1076"/>
          <ac:spMkLst>
            <pc:docMk/>
            <pc:sldMk cId="0" sldId="258"/>
            <ac:spMk id="4" creationId="{5C6ECBC4-A990-FEEE-056B-19885A118129}"/>
          </ac:spMkLst>
        </pc:spChg>
        <pc:spChg chg="add mod">
          <ac:chgData name="Kirsten B (DA-IRE5)" userId="838417e9-4a97-4a7a-b2bd-f27082891129" providerId="ADAL" clId="{99DF8FD3-A666-4DAA-AE7B-79C3D08BAF74}" dt="2026-02-04T00:14:22.691" v="3753" actId="1076"/>
          <ac:spMkLst>
            <pc:docMk/>
            <pc:sldMk cId="0" sldId="258"/>
            <ac:spMk id="5" creationId="{A92620D4-E607-9DCA-818F-44803E812BA1}"/>
          </ac:spMkLst>
        </pc:spChg>
        <pc:spChg chg="add mod">
          <ac:chgData name="Kirsten B (DA-IRE5)" userId="838417e9-4a97-4a7a-b2bd-f27082891129" providerId="ADAL" clId="{99DF8FD3-A666-4DAA-AE7B-79C3D08BAF74}" dt="2026-02-04T00:14:47.016" v="3760" actId="1076"/>
          <ac:spMkLst>
            <pc:docMk/>
            <pc:sldMk cId="0" sldId="258"/>
            <ac:spMk id="6" creationId="{3CD2D352-4ED3-003C-7037-5FC42DCF666B}"/>
          </ac:spMkLst>
        </pc:spChg>
        <pc:spChg chg="add del mod">
          <ac:chgData name="Kirsten B (DA-IRE5)" userId="838417e9-4a97-4a7a-b2bd-f27082891129" providerId="ADAL" clId="{99DF8FD3-A666-4DAA-AE7B-79C3D08BAF74}" dt="2026-02-04T00:06:28.742" v="3554" actId="478"/>
          <ac:spMkLst>
            <pc:docMk/>
            <pc:sldMk cId="0" sldId="258"/>
            <ac:spMk id="7" creationId="{B1D7298D-C020-8CFF-0FBD-8F7CB8BDAD56}"/>
          </ac:spMkLst>
        </pc:spChg>
        <pc:spChg chg="add del mod">
          <ac:chgData name="Kirsten B (DA-IRE5)" userId="838417e9-4a97-4a7a-b2bd-f27082891129" providerId="ADAL" clId="{99DF8FD3-A666-4DAA-AE7B-79C3D08BAF74}" dt="2026-02-04T00:07:13.366" v="3558" actId="478"/>
          <ac:spMkLst>
            <pc:docMk/>
            <pc:sldMk cId="0" sldId="258"/>
            <ac:spMk id="8" creationId="{800E394F-C8C4-1C41-A692-8B1ED73D2B86}"/>
          </ac:spMkLst>
        </pc:spChg>
        <pc:spChg chg="mod">
          <ac:chgData name="Kirsten B (DA-IRE5)" userId="838417e9-4a97-4a7a-b2bd-f27082891129" providerId="ADAL" clId="{99DF8FD3-A666-4DAA-AE7B-79C3D08BAF74}" dt="2026-02-04T00:08:57.438" v="3571" actId="20577"/>
          <ac:spMkLst>
            <pc:docMk/>
            <pc:sldMk cId="0" sldId="258"/>
            <ac:spMk id="236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3T23:31:07.819" v="1984" actId="478"/>
          <ac:spMkLst>
            <pc:docMk/>
            <pc:sldMk cId="0" sldId="258"/>
            <ac:spMk id="293" creationId="{00000000-0000-0000-0000-000000000000}"/>
          </ac:spMkLst>
        </pc:spChg>
        <pc:spChg chg="mod topLvl">
          <ac:chgData name="Kirsten B (DA-IRE5)" userId="838417e9-4a97-4a7a-b2bd-f27082891129" providerId="ADAL" clId="{99DF8FD3-A666-4DAA-AE7B-79C3D08BAF74}" dt="2026-02-04T00:14:15.618" v="3751" actId="1076"/>
          <ac:spMkLst>
            <pc:docMk/>
            <pc:sldMk cId="0" sldId="258"/>
            <ac:spMk id="296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3T23:31:15.738" v="1985" actId="478"/>
          <ac:spMkLst>
            <pc:docMk/>
            <pc:sldMk cId="0" sldId="258"/>
            <ac:spMk id="297" creationId="{00000000-0000-0000-0000-000000000000}"/>
          </ac:spMkLst>
        </pc:spChg>
        <pc:spChg chg="del mod topLvl">
          <ac:chgData name="Kirsten B (DA-IRE5)" userId="838417e9-4a97-4a7a-b2bd-f27082891129" providerId="ADAL" clId="{99DF8FD3-A666-4DAA-AE7B-79C3D08BAF74}" dt="2026-02-04T00:03:05.594" v="3191" actId="478"/>
          <ac:spMkLst>
            <pc:docMk/>
            <pc:sldMk cId="0" sldId="258"/>
            <ac:spMk id="298" creationId="{00000000-0000-0000-0000-000000000000}"/>
          </ac:spMkLst>
        </pc:spChg>
        <pc:spChg chg="add del mod">
          <ac:chgData name="Kirsten B (DA-IRE5)" userId="838417e9-4a97-4a7a-b2bd-f27082891129" providerId="ADAL" clId="{99DF8FD3-A666-4DAA-AE7B-79C3D08BAF74}" dt="2026-02-04T00:02:54.781" v="3189" actId="20577"/>
          <ac:spMkLst>
            <pc:docMk/>
            <pc:sldMk cId="0" sldId="258"/>
            <ac:spMk id="301" creationId="{00000000-0000-0000-0000-000000000000}"/>
          </ac:spMkLst>
        </pc:spChg>
        <pc:spChg chg="add del mod topLvl">
          <ac:chgData name="Kirsten B (DA-IRE5)" userId="838417e9-4a97-4a7a-b2bd-f27082891129" providerId="ADAL" clId="{99DF8FD3-A666-4DAA-AE7B-79C3D08BAF74}" dt="2026-02-04T00:02:54.353" v="3188" actId="478"/>
          <ac:spMkLst>
            <pc:docMk/>
            <pc:sldMk cId="0" sldId="258"/>
            <ac:spMk id="302" creationId="{00000000-0000-0000-0000-000000000000}"/>
          </ac:spMkLst>
        </pc:spChg>
        <pc:spChg chg="mod topLvl">
          <ac:chgData name="Kirsten B (DA-IRE5)" userId="838417e9-4a97-4a7a-b2bd-f27082891129" providerId="ADAL" clId="{99DF8FD3-A666-4DAA-AE7B-79C3D08BAF74}" dt="2026-02-04T00:02:53.932" v="3187" actId="478"/>
          <ac:spMkLst>
            <pc:docMk/>
            <pc:sldMk cId="0" sldId="258"/>
            <ac:spMk id="303" creationId="{00000000-0000-0000-0000-000000000000}"/>
          </ac:spMkLst>
        </pc:spChg>
        <pc:grpChg chg="del">
          <ac:chgData name="Kirsten B (DA-IRE5)" userId="838417e9-4a97-4a7a-b2bd-f27082891129" providerId="ADAL" clId="{99DF8FD3-A666-4DAA-AE7B-79C3D08BAF74}" dt="2026-02-04T00:09:05.765" v="3574" actId="478"/>
          <ac:grpSpMkLst>
            <pc:docMk/>
            <pc:sldMk cId="0" sldId="258"/>
            <ac:grpSpMk id="237" creationId="{00000000-0000-0000-0000-000000000000}"/>
          </ac:grpSpMkLst>
        </pc:grpChg>
        <pc:grpChg chg="add del">
          <ac:chgData name="Kirsten B (DA-IRE5)" userId="838417e9-4a97-4a7a-b2bd-f27082891129" providerId="ADAL" clId="{99DF8FD3-A666-4DAA-AE7B-79C3D08BAF74}" dt="2026-02-04T00:03:05.594" v="3191" actId="478"/>
          <ac:grpSpMkLst>
            <pc:docMk/>
            <pc:sldMk cId="0" sldId="258"/>
            <ac:grpSpMk id="294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31:15.738" v="1985" actId="478"/>
          <ac:grpSpMkLst>
            <pc:docMk/>
            <pc:sldMk cId="0" sldId="258"/>
            <ac:grpSpMk id="295" creationId="{00000000-0000-0000-0000-000000000000}"/>
          </ac:grpSpMkLst>
        </pc:grpChg>
        <pc:grpChg chg="add del">
          <ac:chgData name="Kirsten B (DA-IRE5)" userId="838417e9-4a97-4a7a-b2bd-f27082891129" providerId="ADAL" clId="{99DF8FD3-A666-4DAA-AE7B-79C3D08BAF74}" dt="2026-02-04T00:03:07.476" v="3192" actId="478"/>
          <ac:grpSpMkLst>
            <pc:docMk/>
            <pc:sldMk cId="0" sldId="258"/>
            <ac:grpSpMk id="299" creationId="{00000000-0000-0000-0000-000000000000}"/>
          </ac:grpSpMkLst>
        </pc:grpChg>
        <pc:grpChg chg="add del">
          <ac:chgData name="Kirsten B (DA-IRE5)" userId="838417e9-4a97-4a7a-b2bd-f27082891129" providerId="ADAL" clId="{99DF8FD3-A666-4DAA-AE7B-79C3D08BAF74}" dt="2026-02-04T00:02:54.353" v="3188" actId="478"/>
          <ac:grpSpMkLst>
            <pc:docMk/>
            <pc:sldMk cId="0" sldId="258"/>
            <ac:grpSpMk id="300" creationId="{00000000-0000-0000-0000-000000000000}"/>
          </ac:grpSpMkLst>
        </pc:grpChg>
        <pc:grpChg chg="add del">
          <ac:chgData name="Kirsten B (DA-IRE5)" userId="838417e9-4a97-4a7a-b2bd-f27082891129" providerId="ADAL" clId="{99DF8FD3-A666-4DAA-AE7B-79C3D08BAF74}" dt="2026-02-04T00:03:10.004" v="3193" actId="478"/>
          <ac:grpSpMkLst>
            <pc:docMk/>
            <pc:sldMk cId="0" sldId="258"/>
            <ac:grpSpMk id="304" creationId="{00000000-0000-0000-0000-000000000000}"/>
          </ac:grpSpMkLst>
        </pc:grpChg>
        <pc:picChg chg="add mod">
          <ac:chgData name="Kirsten B (DA-IRE5)" userId="838417e9-4a97-4a7a-b2bd-f27082891129" providerId="ADAL" clId="{99DF8FD3-A666-4DAA-AE7B-79C3D08BAF74}" dt="2026-02-04T00:14:02.063" v="3750" actId="1076"/>
          <ac:picMkLst>
            <pc:docMk/>
            <pc:sldMk cId="0" sldId="258"/>
            <ac:picMk id="10" creationId="{DFE090B4-0B0F-5863-0512-F0B67B76D74D}"/>
          </ac:picMkLst>
        </pc:picChg>
        <pc:picChg chg="del">
          <ac:chgData name="Kirsten B (DA-IRE5)" userId="838417e9-4a97-4a7a-b2bd-f27082891129" providerId="ADAL" clId="{99DF8FD3-A666-4DAA-AE7B-79C3D08BAF74}" dt="2026-02-04T00:09:02.356" v="3572" actId="478"/>
          <ac:picMkLst>
            <pc:docMk/>
            <pc:sldMk cId="0" sldId="258"/>
            <ac:picMk id="235" creationId="{00000000-0000-0000-0000-000000000000}"/>
          </ac:picMkLst>
        </pc:picChg>
      </pc:sldChg>
      <pc:sldChg chg="del">
        <pc:chgData name="Kirsten B (DA-IRE5)" userId="838417e9-4a97-4a7a-b2bd-f27082891129" providerId="ADAL" clId="{99DF8FD3-A666-4DAA-AE7B-79C3D08BAF74}" dt="2026-02-04T00:30:44.637" v="4602" actId="47"/>
        <pc:sldMkLst>
          <pc:docMk/>
          <pc:sldMk cId="0" sldId="259"/>
        </pc:sldMkLst>
      </pc:sldChg>
      <pc:sldChg chg="modSp mod ord modNotes">
        <pc:chgData name="Kirsten B (DA-IRE5)" userId="838417e9-4a97-4a7a-b2bd-f27082891129" providerId="ADAL" clId="{99DF8FD3-A666-4DAA-AE7B-79C3D08BAF74}" dt="2026-02-03T23:28:10.751" v="1817" actId="20577"/>
        <pc:sldMkLst>
          <pc:docMk/>
          <pc:sldMk cId="0" sldId="260"/>
        </pc:sldMkLst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69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70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81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82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83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85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86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87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88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00.841" v="1341" actId="207"/>
          <ac:spMkLst>
            <pc:docMk/>
            <pc:sldMk cId="0" sldId="260"/>
            <ac:spMk id="390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51.783" v="1350" actId="207"/>
          <ac:spMkLst>
            <pc:docMk/>
            <pc:sldMk cId="0" sldId="260"/>
            <ac:spMk id="412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27:20.323" v="1773" actId="20577"/>
          <ac:spMkLst>
            <pc:docMk/>
            <pc:sldMk cId="0" sldId="260"/>
            <ac:spMk id="415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2:57:29.244" v="398" actId="20577"/>
          <ac:spMkLst>
            <pc:docMk/>
            <pc:sldMk cId="0" sldId="260"/>
            <ac:spMk id="416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27:29.814" v="1786" actId="20577"/>
          <ac:spMkLst>
            <pc:docMk/>
            <pc:sldMk cId="0" sldId="260"/>
            <ac:spMk id="419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27:54.287" v="1804" actId="20577"/>
          <ac:spMkLst>
            <pc:docMk/>
            <pc:sldMk cId="0" sldId="260"/>
            <ac:spMk id="420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9:00.301" v="1379" actId="207"/>
          <ac:spMkLst>
            <pc:docMk/>
            <pc:sldMk cId="0" sldId="260"/>
            <ac:spMk id="423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28:10.751" v="1817" actId="20577"/>
          <ac:spMkLst>
            <pc:docMk/>
            <pc:sldMk cId="0" sldId="260"/>
            <ac:spMk id="424" creationId="{00000000-0000-0000-0000-000000000000}"/>
          </ac:spMkLst>
        </pc:spChg>
      </pc:sldChg>
      <pc:sldChg chg="addSp delSp modSp mod ord">
        <pc:chgData name="Kirsten B (DA-IRE5)" userId="838417e9-4a97-4a7a-b2bd-f27082891129" providerId="ADAL" clId="{99DF8FD3-A666-4DAA-AE7B-79C3D08BAF74}" dt="2026-02-04T00:00:50.909" v="3128" actId="1076"/>
        <pc:sldMkLst>
          <pc:docMk/>
          <pc:sldMk cId="0" sldId="261"/>
        </pc:sldMkLst>
        <pc:spChg chg="add del mod">
          <ac:chgData name="Kirsten B (DA-IRE5)" userId="838417e9-4a97-4a7a-b2bd-f27082891129" providerId="ADAL" clId="{99DF8FD3-A666-4DAA-AE7B-79C3D08BAF74}" dt="2026-02-03T23:54:20.352" v="2924" actId="478"/>
          <ac:spMkLst>
            <pc:docMk/>
            <pc:sldMk cId="0" sldId="261"/>
            <ac:spMk id="3" creationId="{1B2133D7-6919-E3EE-FF83-0E625E98B03D}"/>
          </ac:spMkLst>
        </pc:spChg>
        <pc:spChg chg="add del mod">
          <ac:chgData name="Kirsten B (DA-IRE5)" userId="838417e9-4a97-4a7a-b2bd-f27082891129" providerId="ADAL" clId="{99DF8FD3-A666-4DAA-AE7B-79C3D08BAF74}" dt="2026-02-03T23:54:11.244" v="2919" actId="478"/>
          <ac:spMkLst>
            <pc:docMk/>
            <pc:sldMk cId="0" sldId="261"/>
            <ac:spMk id="4" creationId="{3425B57B-851A-620D-C2BB-397644C1E846}"/>
          </ac:spMkLst>
        </pc:spChg>
        <pc:spChg chg="add del mod">
          <ac:chgData name="Kirsten B (DA-IRE5)" userId="838417e9-4a97-4a7a-b2bd-f27082891129" providerId="ADAL" clId="{99DF8FD3-A666-4DAA-AE7B-79C3D08BAF74}" dt="2026-02-03T23:54:22.622" v="2925" actId="478"/>
          <ac:spMkLst>
            <pc:docMk/>
            <pc:sldMk cId="0" sldId="261"/>
            <ac:spMk id="5" creationId="{6395FD12-5E23-BA25-C6AA-2E171773F97A}"/>
          </ac:spMkLst>
        </pc:spChg>
        <pc:spChg chg="add del mod">
          <ac:chgData name="Kirsten B (DA-IRE5)" userId="838417e9-4a97-4a7a-b2bd-f27082891129" providerId="ADAL" clId="{99DF8FD3-A666-4DAA-AE7B-79C3D08BAF74}" dt="2026-02-03T23:36:52.181" v="2323" actId="478"/>
          <ac:spMkLst>
            <pc:docMk/>
            <pc:sldMk cId="0" sldId="261"/>
            <ac:spMk id="6" creationId="{DF446586-2860-BDB6-F5F8-FC43BBE93B52}"/>
          </ac:spMkLst>
        </pc:spChg>
        <pc:spChg chg="add del mod">
          <ac:chgData name="Kirsten B (DA-IRE5)" userId="838417e9-4a97-4a7a-b2bd-f27082891129" providerId="ADAL" clId="{99DF8FD3-A666-4DAA-AE7B-79C3D08BAF74}" dt="2026-02-03T23:54:11.244" v="2919" actId="478"/>
          <ac:spMkLst>
            <pc:docMk/>
            <pc:sldMk cId="0" sldId="261"/>
            <ac:spMk id="7" creationId="{0CD1DC35-5171-995F-9A23-8FD59E4BE704}"/>
          </ac:spMkLst>
        </pc:spChg>
        <pc:spChg chg="add mod">
          <ac:chgData name="Kirsten B (DA-IRE5)" userId="838417e9-4a97-4a7a-b2bd-f27082891129" providerId="ADAL" clId="{99DF8FD3-A666-4DAA-AE7B-79C3D08BAF74}" dt="2026-02-04T00:00:47.453" v="3127" actId="1076"/>
          <ac:spMkLst>
            <pc:docMk/>
            <pc:sldMk cId="0" sldId="261"/>
            <ac:spMk id="8" creationId="{D11E417D-8ECF-1636-F124-5EFC966DF580}"/>
          </ac:spMkLst>
        </pc:spChg>
        <pc:spChg chg="add del mod">
          <ac:chgData name="Kirsten B (DA-IRE5)" userId="838417e9-4a97-4a7a-b2bd-f27082891129" providerId="ADAL" clId="{99DF8FD3-A666-4DAA-AE7B-79C3D08BAF74}" dt="2026-02-03T23:41:27.991" v="2588" actId="478"/>
          <ac:spMkLst>
            <pc:docMk/>
            <pc:sldMk cId="0" sldId="261"/>
            <ac:spMk id="9" creationId="{48BCBB7D-14BB-AC08-04AA-0DE47758306E}"/>
          </ac:spMkLst>
        </pc:spChg>
        <pc:spChg chg="add del mod">
          <ac:chgData name="Kirsten B (DA-IRE5)" userId="838417e9-4a97-4a7a-b2bd-f27082891129" providerId="ADAL" clId="{99DF8FD3-A666-4DAA-AE7B-79C3D08BAF74}" dt="2026-02-03T23:57:14.609" v="3034" actId="478"/>
          <ac:spMkLst>
            <pc:docMk/>
            <pc:sldMk cId="0" sldId="261"/>
            <ac:spMk id="10" creationId="{59DB21E4-00C7-D6AB-1CCE-F98CCFAAF29D}"/>
          </ac:spMkLst>
        </pc:spChg>
        <pc:spChg chg="add del">
          <ac:chgData name="Kirsten B (DA-IRE5)" userId="838417e9-4a97-4a7a-b2bd-f27082891129" providerId="ADAL" clId="{99DF8FD3-A666-4DAA-AE7B-79C3D08BAF74}" dt="2026-02-03T23:42:32.740" v="2670" actId="478"/>
          <ac:spMkLst>
            <pc:docMk/>
            <pc:sldMk cId="0" sldId="261"/>
            <ac:spMk id="12" creationId="{1EBBBA62-0A7B-220A-B321-695D90F57E9B}"/>
          </ac:spMkLst>
        </pc:spChg>
        <pc:spChg chg="add mod">
          <ac:chgData name="Kirsten B (DA-IRE5)" userId="838417e9-4a97-4a7a-b2bd-f27082891129" providerId="ADAL" clId="{99DF8FD3-A666-4DAA-AE7B-79C3D08BAF74}" dt="2026-02-03T23:42:46.820" v="2673" actId="1076"/>
          <ac:spMkLst>
            <pc:docMk/>
            <pc:sldMk cId="0" sldId="261"/>
            <ac:spMk id="13" creationId="{0B7A7025-4B5D-8085-FA33-24A0D4A6558D}"/>
          </ac:spMkLst>
        </pc:spChg>
        <pc:spChg chg="add mod">
          <ac:chgData name="Kirsten B (DA-IRE5)" userId="838417e9-4a97-4a7a-b2bd-f27082891129" providerId="ADAL" clId="{99DF8FD3-A666-4DAA-AE7B-79C3D08BAF74}" dt="2026-02-03T23:57:03.547" v="3030" actId="1076"/>
          <ac:spMkLst>
            <pc:docMk/>
            <pc:sldMk cId="0" sldId="261"/>
            <ac:spMk id="19" creationId="{2E66A6D2-C770-CBB0-7D56-9ECC9FCA7CF1}"/>
          </ac:spMkLst>
        </pc:spChg>
        <pc:spChg chg="mod">
          <ac:chgData name="Kirsten B (DA-IRE5)" userId="838417e9-4a97-4a7a-b2bd-f27082891129" providerId="ADAL" clId="{99DF8FD3-A666-4DAA-AE7B-79C3D08BAF74}" dt="2026-02-03T23:53:56.690" v="2917" actId="20577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40:17.822" v="2580" actId="20577"/>
          <ac:spMkLst>
            <pc:docMk/>
            <pc:sldMk cId="0" sldId="261"/>
            <ac:spMk id="440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3T23:32:25.695" v="2072" actId="478"/>
          <ac:spMkLst>
            <pc:docMk/>
            <pc:sldMk cId="0" sldId="261"/>
            <ac:spMk id="442" creationId="{00000000-0000-0000-0000-000000000000}"/>
          </ac:spMkLst>
        </pc:spChg>
        <pc:spChg chg="del mod topLvl">
          <ac:chgData name="Kirsten B (DA-IRE5)" userId="838417e9-4a97-4a7a-b2bd-f27082891129" providerId="ADAL" clId="{99DF8FD3-A666-4DAA-AE7B-79C3D08BAF74}" dt="2026-02-03T23:34:09.995" v="2263" actId="478"/>
          <ac:spMkLst>
            <pc:docMk/>
            <pc:sldMk cId="0" sldId="261"/>
            <ac:spMk id="443" creationId="{00000000-0000-0000-0000-000000000000}"/>
          </ac:spMkLst>
        </pc:spChg>
        <pc:spChg chg="mod topLvl">
          <ac:chgData name="Kirsten B (DA-IRE5)" userId="838417e9-4a97-4a7a-b2bd-f27082891129" providerId="ADAL" clId="{99DF8FD3-A666-4DAA-AE7B-79C3D08BAF74}" dt="2026-02-04T00:00:50.909" v="3128" actId="1076"/>
          <ac:spMkLst>
            <pc:docMk/>
            <pc:sldMk cId="0" sldId="261"/>
            <ac:spMk id="444" creationId="{00000000-0000-0000-0000-000000000000}"/>
          </ac:spMkLst>
        </pc:spChg>
        <pc:spChg chg="add del topLvl">
          <ac:chgData name="Kirsten B (DA-IRE5)" userId="838417e9-4a97-4a7a-b2bd-f27082891129" providerId="ADAL" clId="{99DF8FD3-A666-4DAA-AE7B-79C3D08BAF74}" dt="2026-02-03T23:34:38.336" v="2269" actId="478"/>
          <ac:spMkLst>
            <pc:docMk/>
            <pc:sldMk cId="0" sldId="261"/>
            <ac:spMk id="446" creationId="{00000000-0000-0000-0000-000000000000}"/>
          </ac:spMkLst>
        </pc:spChg>
        <pc:spChg chg="del mod topLvl">
          <ac:chgData name="Kirsten B (DA-IRE5)" userId="838417e9-4a97-4a7a-b2bd-f27082891129" providerId="ADAL" clId="{99DF8FD3-A666-4DAA-AE7B-79C3D08BAF74}" dt="2026-02-03T23:34:40.429" v="2270" actId="478"/>
          <ac:spMkLst>
            <pc:docMk/>
            <pc:sldMk cId="0" sldId="261"/>
            <ac:spMk id="447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3T23:33:23.950" v="2250" actId="478"/>
          <ac:spMkLst>
            <pc:docMk/>
            <pc:sldMk cId="0" sldId="261"/>
            <ac:spMk id="448" creationId="{00000000-0000-0000-0000-000000000000}"/>
          </ac:spMkLst>
        </pc:spChg>
        <pc:spChg chg="del mod">
          <ac:chgData name="Kirsten B (DA-IRE5)" userId="838417e9-4a97-4a7a-b2bd-f27082891129" providerId="ADAL" clId="{99DF8FD3-A666-4DAA-AE7B-79C3D08BAF74}" dt="2026-02-03T23:36:39.333" v="2318" actId="478"/>
          <ac:spMkLst>
            <pc:docMk/>
            <pc:sldMk cId="0" sldId="261"/>
            <ac:spMk id="450" creationId="{00000000-0000-0000-0000-000000000000}"/>
          </ac:spMkLst>
        </pc:spChg>
        <pc:spChg chg="del mod topLvl">
          <ac:chgData name="Kirsten B (DA-IRE5)" userId="838417e9-4a97-4a7a-b2bd-f27082891129" providerId="ADAL" clId="{99DF8FD3-A666-4DAA-AE7B-79C3D08BAF74}" dt="2026-02-03T23:36:42.036" v="2319" actId="478"/>
          <ac:spMkLst>
            <pc:docMk/>
            <pc:sldMk cId="0" sldId="261"/>
            <ac:spMk id="451" creationId="{00000000-0000-0000-0000-000000000000}"/>
          </ac:spMkLst>
        </pc:spChg>
        <pc:spChg chg="del mod topLvl">
          <ac:chgData name="Kirsten B (DA-IRE5)" userId="838417e9-4a97-4a7a-b2bd-f27082891129" providerId="ADAL" clId="{99DF8FD3-A666-4DAA-AE7B-79C3D08BAF74}" dt="2026-02-03T23:36:47.413" v="2321" actId="478"/>
          <ac:spMkLst>
            <pc:docMk/>
            <pc:sldMk cId="0" sldId="261"/>
            <ac:spMk id="452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3T23:40:39.968" v="2585" actId="478"/>
          <ac:spMkLst>
            <pc:docMk/>
            <pc:sldMk cId="0" sldId="261"/>
            <ac:spMk id="454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3T23:40:42.794" v="2586" actId="478"/>
          <ac:spMkLst>
            <pc:docMk/>
            <pc:sldMk cId="0" sldId="261"/>
            <ac:spMk id="455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3T23:40:37.273" v="2584" actId="478"/>
          <ac:spMkLst>
            <pc:docMk/>
            <pc:sldMk cId="0" sldId="261"/>
            <ac:spMk id="456" creationId="{00000000-0000-0000-0000-000000000000}"/>
          </ac:spMkLst>
        </pc:spChg>
        <pc:grpChg chg="del mod">
          <ac:chgData name="Kirsten B (DA-IRE5)" userId="838417e9-4a97-4a7a-b2bd-f27082891129" providerId="ADAL" clId="{99DF8FD3-A666-4DAA-AE7B-79C3D08BAF74}" dt="2026-02-03T23:54:25.319" v="2926" actId="478"/>
          <ac:grpSpMkLst>
            <pc:docMk/>
            <pc:sldMk cId="0" sldId="261"/>
            <ac:grpSpMk id="431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34:09.995" v="2263" actId="478"/>
          <ac:grpSpMkLst>
            <pc:docMk/>
            <pc:sldMk cId="0" sldId="261"/>
            <ac:grpSpMk id="441" creationId="{00000000-0000-0000-0000-000000000000}"/>
          </ac:grpSpMkLst>
        </pc:grpChg>
        <pc:grpChg chg="add del">
          <ac:chgData name="Kirsten B (DA-IRE5)" userId="838417e9-4a97-4a7a-b2bd-f27082891129" providerId="ADAL" clId="{99DF8FD3-A666-4DAA-AE7B-79C3D08BAF74}" dt="2026-02-03T23:34:38.336" v="2269" actId="478"/>
          <ac:grpSpMkLst>
            <pc:docMk/>
            <pc:sldMk cId="0" sldId="261"/>
            <ac:grpSpMk id="445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36:42.036" v="2319" actId="478"/>
          <ac:grpSpMkLst>
            <pc:docMk/>
            <pc:sldMk cId="0" sldId="261"/>
            <ac:grpSpMk id="449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40:39.968" v="2585" actId="478"/>
          <ac:grpSpMkLst>
            <pc:docMk/>
            <pc:sldMk cId="0" sldId="261"/>
            <ac:grpSpMk id="453" creationId="{00000000-0000-0000-0000-000000000000}"/>
          </ac:grpSpMkLst>
        </pc:grpChg>
        <pc:picChg chg="add mod">
          <ac:chgData name="Kirsten B (DA-IRE5)" userId="838417e9-4a97-4a7a-b2bd-f27082891129" providerId="ADAL" clId="{99DF8FD3-A666-4DAA-AE7B-79C3D08BAF74}" dt="2026-02-03T23:57:08.554" v="3032" actId="1076"/>
          <ac:picMkLst>
            <pc:docMk/>
            <pc:sldMk cId="0" sldId="261"/>
            <ac:picMk id="15" creationId="{10E219D3-EF9C-CEC2-EA07-05F8D745AAA4}"/>
          </ac:picMkLst>
        </pc:picChg>
        <pc:picChg chg="add mod">
          <ac:chgData name="Kirsten B (DA-IRE5)" userId="838417e9-4a97-4a7a-b2bd-f27082891129" providerId="ADAL" clId="{99DF8FD3-A666-4DAA-AE7B-79C3D08BAF74}" dt="2026-02-03T23:57:12.081" v="3033" actId="1076"/>
          <ac:picMkLst>
            <pc:docMk/>
            <pc:sldMk cId="0" sldId="261"/>
            <ac:picMk id="17" creationId="{DD6B752F-5BF2-E036-10E8-934491864DA6}"/>
          </ac:picMkLst>
        </pc:picChg>
        <pc:picChg chg="del mod">
          <ac:chgData name="Kirsten B (DA-IRE5)" userId="838417e9-4a97-4a7a-b2bd-f27082891129" providerId="ADAL" clId="{99DF8FD3-A666-4DAA-AE7B-79C3D08BAF74}" dt="2026-02-03T23:54:17.506" v="2922" actId="478"/>
          <ac:picMkLst>
            <pc:docMk/>
            <pc:sldMk cId="0" sldId="261"/>
            <ac:picMk id="429" creationId="{00000000-0000-0000-0000-000000000000}"/>
          </ac:picMkLst>
        </pc:picChg>
      </pc:sldChg>
      <pc:sldChg chg="del">
        <pc:chgData name="Kirsten B (DA-IRE5)" userId="838417e9-4a97-4a7a-b2bd-f27082891129" providerId="ADAL" clId="{99DF8FD3-A666-4DAA-AE7B-79C3D08BAF74}" dt="2026-02-04T00:30:47.218" v="4603" actId="47"/>
        <pc:sldMkLst>
          <pc:docMk/>
          <pc:sldMk cId="0" sldId="262"/>
        </pc:sldMkLst>
      </pc:sldChg>
      <pc:sldChg chg="del">
        <pc:chgData name="Kirsten B (DA-IRE5)" userId="838417e9-4a97-4a7a-b2bd-f27082891129" providerId="ADAL" clId="{99DF8FD3-A666-4DAA-AE7B-79C3D08BAF74}" dt="2026-02-04T00:30:48.104" v="4604" actId="47"/>
        <pc:sldMkLst>
          <pc:docMk/>
          <pc:sldMk cId="0" sldId="263"/>
        </pc:sldMkLst>
      </pc:sldChg>
      <pc:sldChg chg="del">
        <pc:chgData name="Kirsten B (DA-IRE5)" userId="838417e9-4a97-4a7a-b2bd-f27082891129" providerId="ADAL" clId="{99DF8FD3-A666-4DAA-AE7B-79C3D08BAF74}" dt="2026-02-04T00:31:33.679" v="4626" actId="47"/>
        <pc:sldMkLst>
          <pc:docMk/>
          <pc:sldMk cId="0" sldId="264"/>
        </pc:sldMkLst>
      </pc:sldChg>
      <pc:sldChg chg="del">
        <pc:chgData name="Kirsten B (DA-IRE5)" userId="838417e9-4a97-4a7a-b2bd-f27082891129" providerId="ADAL" clId="{99DF8FD3-A666-4DAA-AE7B-79C3D08BAF74}" dt="2026-02-04T00:30:50.828" v="4605" actId="47"/>
        <pc:sldMkLst>
          <pc:docMk/>
          <pc:sldMk cId="0" sldId="265"/>
        </pc:sldMkLst>
      </pc:sldChg>
      <pc:sldChg chg="del ord modNotes">
        <pc:chgData name="Kirsten B (DA-IRE5)" userId="838417e9-4a97-4a7a-b2bd-f27082891129" providerId="ADAL" clId="{99DF8FD3-A666-4DAA-AE7B-79C3D08BAF74}" dt="2026-02-04T00:30:41.450" v="4601" actId="47"/>
        <pc:sldMkLst>
          <pc:docMk/>
          <pc:sldMk cId="0" sldId="266"/>
        </pc:sldMkLst>
      </pc:sldChg>
      <pc:sldChg chg="del">
        <pc:chgData name="Kirsten B (DA-IRE5)" userId="838417e9-4a97-4a7a-b2bd-f27082891129" providerId="ADAL" clId="{99DF8FD3-A666-4DAA-AE7B-79C3D08BAF74}" dt="2026-02-04T00:30:52.877" v="4606" actId="47"/>
        <pc:sldMkLst>
          <pc:docMk/>
          <pc:sldMk cId="0" sldId="267"/>
        </pc:sldMkLst>
      </pc:sldChg>
      <pc:sldChg chg="del">
        <pc:chgData name="Kirsten B (DA-IRE5)" userId="838417e9-4a97-4a7a-b2bd-f27082891129" providerId="ADAL" clId="{99DF8FD3-A666-4DAA-AE7B-79C3D08BAF74}" dt="2026-02-04T00:31:32.155" v="4625" actId="47"/>
        <pc:sldMkLst>
          <pc:docMk/>
          <pc:sldMk cId="0" sldId="268"/>
        </pc:sldMkLst>
      </pc:sldChg>
      <pc:sldChg chg="del">
        <pc:chgData name="Kirsten B (DA-IRE5)" userId="838417e9-4a97-4a7a-b2bd-f27082891129" providerId="ADAL" clId="{99DF8FD3-A666-4DAA-AE7B-79C3D08BAF74}" dt="2026-02-04T00:30:56.246" v="4607" actId="47"/>
        <pc:sldMkLst>
          <pc:docMk/>
          <pc:sldMk cId="0" sldId="269"/>
        </pc:sldMkLst>
      </pc:sldChg>
      <pc:sldChg chg="del">
        <pc:chgData name="Kirsten B (DA-IRE5)" userId="838417e9-4a97-4a7a-b2bd-f27082891129" providerId="ADAL" clId="{99DF8FD3-A666-4DAA-AE7B-79C3D08BAF74}" dt="2026-02-04T00:31:00.753" v="4608" actId="47"/>
        <pc:sldMkLst>
          <pc:docMk/>
          <pc:sldMk cId="0" sldId="270"/>
        </pc:sldMkLst>
      </pc:sldChg>
      <pc:sldChg chg="addSp delSp modSp mod">
        <pc:chgData name="Kirsten B (DA-IRE5)" userId="838417e9-4a97-4a7a-b2bd-f27082891129" providerId="ADAL" clId="{99DF8FD3-A666-4DAA-AE7B-79C3D08BAF74}" dt="2026-02-04T00:44:25.602" v="5513" actId="1076"/>
        <pc:sldMkLst>
          <pc:docMk/>
          <pc:sldMk cId="0" sldId="271"/>
        </pc:sldMkLst>
        <pc:spChg chg="add mod">
          <ac:chgData name="Kirsten B (DA-IRE5)" userId="838417e9-4a97-4a7a-b2bd-f27082891129" providerId="ADAL" clId="{99DF8FD3-A666-4DAA-AE7B-79C3D08BAF74}" dt="2026-02-04T00:44:25.602" v="5513" actId="1076"/>
          <ac:spMkLst>
            <pc:docMk/>
            <pc:sldMk cId="0" sldId="271"/>
            <ac:spMk id="2" creationId="{83A2F62E-40B0-4767-302C-B7B0529F9F05}"/>
          </ac:spMkLst>
        </pc:spChg>
        <pc:spChg chg="mod">
          <ac:chgData name="Kirsten B (DA-IRE5)" userId="838417e9-4a97-4a7a-b2bd-f27082891129" providerId="ADAL" clId="{99DF8FD3-A666-4DAA-AE7B-79C3D08BAF74}" dt="2026-02-04T00:32:02.272" v="4635" actId="207"/>
          <ac:spMkLst>
            <pc:docMk/>
            <pc:sldMk cId="0" sldId="271"/>
            <ac:spMk id="1165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2:59.243" v="4724" actId="20577"/>
          <ac:spMkLst>
            <pc:docMk/>
            <pc:sldMk cId="0" sldId="271"/>
            <ac:spMk id="1167" creationId="{00000000-0000-0000-0000-000000000000}"/>
          </ac:spMkLst>
        </pc:spChg>
        <pc:spChg chg="add del mod">
          <ac:chgData name="Kirsten B (DA-IRE5)" userId="838417e9-4a97-4a7a-b2bd-f27082891129" providerId="ADAL" clId="{99DF8FD3-A666-4DAA-AE7B-79C3D08BAF74}" dt="2026-02-04T00:33:54.200" v="4792" actId="478"/>
          <ac:spMkLst>
            <pc:docMk/>
            <pc:sldMk cId="0" sldId="271"/>
            <ac:spMk id="1168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4:32.572" v="4850" actId="20577"/>
          <ac:spMkLst>
            <pc:docMk/>
            <pc:sldMk cId="0" sldId="271"/>
            <ac:spMk id="1171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4T00:34:21.856" v="4818" actId="478"/>
          <ac:spMkLst>
            <pc:docMk/>
            <pc:sldMk cId="0" sldId="271"/>
            <ac:spMk id="1172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3:57.504" v="4793" actId="20577"/>
          <ac:spMkLst>
            <pc:docMk/>
            <pc:sldMk cId="0" sldId="271"/>
            <ac:spMk id="1175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4T00:33:28.556" v="4773" actId="478"/>
          <ac:spMkLst>
            <pc:docMk/>
            <pc:sldMk cId="0" sldId="271"/>
            <ac:spMk id="1176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5:16.607" v="4923" actId="20577"/>
          <ac:spMkLst>
            <pc:docMk/>
            <pc:sldMk cId="0" sldId="271"/>
            <ac:spMk id="1179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4T00:34:55.166" v="4866" actId="478"/>
          <ac:spMkLst>
            <pc:docMk/>
            <pc:sldMk cId="0" sldId="271"/>
            <ac:spMk id="1180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3:38.575" v="4790" actId="20577"/>
          <ac:spMkLst>
            <pc:docMk/>
            <pc:sldMk cId="0" sldId="271"/>
            <ac:spMk id="1184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4T00:33:41.782" v="4791" actId="478"/>
          <ac:spMkLst>
            <pc:docMk/>
            <pc:sldMk cId="0" sldId="271"/>
            <ac:spMk id="1185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5:28.689" v="4935" actId="20577"/>
          <ac:spMkLst>
            <pc:docMk/>
            <pc:sldMk cId="0" sldId="271"/>
            <ac:spMk id="1187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4T00:35:32.078" v="4936" actId="478"/>
          <ac:spMkLst>
            <pc:docMk/>
            <pc:sldMk cId="0" sldId="271"/>
            <ac:spMk id="1190" creationId="{00000000-0000-0000-0000-000000000000}"/>
          </ac:spMkLst>
        </pc:spChg>
        <pc:grpChg chg="del">
          <ac:chgData name="Kirsten B (DA-IRE5)" userId="838417e9-4a97-4a7a-b2bd-f27082891129" providerId="ADAL" clId="{99DF8FD3-A666-4DAA-AE7B-79C3D08BAF74}" dt="2026-02-04T00:35:32.078" v="4936" actId="478"/>
          <ac:grpSpMkLst>
            <pc:docMk/>
            <pc:sldMk cId="0" sldId="271"/>
            <ac:grpSpMk id="1188" creationId="{00000000-0000-0000-0000-000000000000}"/>
          </ac:grpSpMkLst>
        </pc:grpChg>
      </pc:sldChg>
      <pc:sldChg chg="del">
        <pc:chgData name="Kirsten B (DA-IRE5)" userId="838417e9-4a97-4a7a-b2bd-f27082891129" providerId="ADAL" clId="{99DF8FD3-A666-4DAA-AE7B-79C3D08BAF74}" dt="2026-02-04T00:31:02.988" v="4609" actId="47"/>
        <pc:sldMkLst>
          <pc:docMk/>
          <pc:sldMk cId="0" sldId="272"/>
        </pc:sldMkLst>
      </pc:sldChg>
      <pc:sldChg chg="del">
        <pc:chgData name="Kirsten B (DA-IRE5)" userId="838417e9-4a97-4a7a-b2bd-f27082891129" providerId="ADAL" clId="{99DF8FD3-A666-4DAA-AE7B-79C3D08BAF74}" dt="2026-02-04T00:31:04.866" v="4610" actId="47"/>
        <pc:sldMkLst>
          <pc:docMk/>
          <pc:sldMk cId="0" sldId="273"/>
        </pc:sldMkLst>
      </pc:sldChg>
      <pc:sldChg chg="del">
        <pc:chgData name="Kirsten B (DA-IRE5)" userId="838417e9-4a97-4a7a-b2bd-f27082891129" providerId="ADAL" clId="{99DF8FD3-A666-4DAA-AE7B-79C3D08BAF74}" dt="2026-02-04T00:31:06.973" v="4611" actId="47"/>
        <pc:sldMkLst>
          <pc:docMk/>
          <pc:sldMk cId="0" sldId="274"/>
        </pc:sldMkLst>
      </pc:sldChg>
      <pc:sldChg chg="delSp modSp del mod">
        <pc:chgData name="Kirsten B (DA-IRE5)" userId="838417e9-4a97-4a7a-b2bd-f27082891129" providerId="ADAL" clId="{99DF8FD3-A666-4DAA-AE7B-79C3D08BAF74}" dt="2026-02-04T00:38:40.146" v="4966" actId="47"/>
        <pc:sldMkLst>
          <pc:docMk/>
          <pc:sldMk cId="0" sldId="275"/>
        </pc:sldMkLst>
        <pc:spChg chg="mod">
          <ac:chgData name="Kirsten B (DA-IRE5)" userId="838417e9-4a97-4a7a-b2bd-f27082891129" providerId="ADAL" clId="{99DF8FD3-A666-4DAA-AE7B-79C3D08BAF74}" dt="2026-02-04T00:36:02.200" v="4957" actId="207"/>
          <ac:spMkLst>
            <pc:docMk/>
            <pc:sldMk cId="0" sldId="275"/>
            <ac:spMk id="1465" creationId="{00000000-0000-0000-0000-000000000000}"/>
          </ac:spMkLst>
        </pc:spChg>
        <pc:spChg chg="del">
          <ac:chgData name="Kirsten B (DA-IRE5)" userId="838417e9-4a97-4a7a-b2bd-f27082891129" providerId="ADAL" clId="{99DF8FD3-A666-4DAA-AE7B-79C3D08BAF74}" dt="2026-02-04T00:36:06.945" v="4958" actId="478"/>
          <ac:spMkLst>
            <pc:docMk/>
            <pc:sldMk cId="0" sldId="275"/>
            <ac:spMk id="1471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5:44.057" v="4938" actId="20577"/>
          <ac:spMkLst>
            <pc:docMk/>
            <pc:sldMk cId="0" sldId="275"/>
            <ac:spMk id="1472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5:53.683" v="4948" actId="20577"/>
          <ac:spMkLst>
            <pc:docMk/>
            <pc:sldMk cId="0" sldId="275"/>
            <ac:spMk id="1477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5:46.730" v="4940" actId="20577"/>
          <ac:spMkLst>
            <pc:docMk/>
            <pc:sldMk cId="0" sldId="275"/>
            <ac:spMk id="1481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4T00:35:50.330" v="4944" actId="20577"/>
          <ac:spMkLst>
            <pc:docMk/>
            <pc:sldMk cId="0" sldId="275"/>
            <ac:spMk id="1485" creationId="{00000000-0000-0000-0000-000000000000}"/>
          </ac:spMkLst>
        </pc:spChg>
      </pc:sldChg>
      <pc:sldChg chg="del">
        <pc:chgData name="Kirsten B (DA-IRE5)" userId="838417e9-4a97-4a7a-b2bd-f27082891129" providerId="ADAL" clId="{99DF8FD3-A666-4DAA-AE7B-79C3D08BAF74}" dt="2026-02-04T00:31:28.098" v="4624" actId="47"/>
        <pc:sldMkLst>
          <pc:docMk/>
          <pc:sldMk cId="0" sldId="276"/>
        </pc:sldMkLst>
      </pc:sldChg>
      <pc:sldChg chg="del">
        <pc:chgData name="Kirsten B (DA-IRE5)" userId="838417e9-4a97-4a7a-b2bd-f27082891129" providerId="ADAL" clId="{99DF8FD3-A666-4DAA-AE7B-79C3D08BAF74}" dt="2026-02-04T00:31:26.182" v="4623" actId="47"/>
        <pc:sldMkLst>
          <pc:docMk/>
          <pc:sldMk cId="0" sldId="277"/>
        </pc:sldMkLst>
      </pc:sldChg>
      <pc:sldChg chg="del">
        <pc:chgData name="Kirsten B (DA-IRE5)" userId="838417e9-4a97-4a7a-b2bd-f27082891129" providerId="ADAL" clId="{99DF8FD3-A666-4DAA-AE7B-79C3D08BAF74}" dt="2026-02-04T00:31:23.665" v="4622" actId="47"/>
        <pc:sldMkLst>
          <pc:docMk/>
          <pc:sldMk cId="0" sldId="278"/>
        </pc:sldMkLst>
      </pc:sldChg>
      <pc:sldChg chg="delSp modSp mod">
        <pc:chgData name="Kirsten B (DA-IRE5)" userId="838417e9-4a97-4a7a-b2bd-f27082891129" providerId="ADAL" clId="{99DF8FD3-A666-4DAA-AE7B-79C3D08BAF74}" dt="2026-02-04T00:40:41.620" v="5043" actId="478"/>
        <pc:sldMkLst>
          <pc:docMk/>
          <pc:sldMk cId="0" sldId="279"/>
        </pc:sldMkLst>
        <pc:spChg chg="mod">
          <ac:chgData name="Kirsten B (DA-IRE5)" userId="838417e9-4a97-4a7a-b2bd-f27082891129" providerId="ADAL" clId="{99DF8FD3-A666-4DAA-AE7B-79C3D08BAF74}" dt="2026-02-04T00:40:00.099" v="5025" actId="20577"/>
          <ac:spMkLst>
            <pc:docMk/>
            <pc:sldMk cId="0" sldId="279"/>
            <ac:spMk id="1853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4T00:40:03.070" v="5026" actId="478"/>
          <ac:spMkLst>
            <pc:docMk/>
            <pc:sldMk cId="0" sldId="279"/>
            <ac:spMk id="1855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4T00:40:05.240" v="5027" actId="478"/>
          <ac:spMkLst>
            <pc:docMk/>
            <pc:sldMk cId="0" sldId="279"/>
            <ac:spMk id="1856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4T00:40:07.753" v="5028" actId="478"/>
          <ac:spMkLst>
            <pc:docMk/>
            <pc:sldMk cId="0" sldId="279"/>
            <ac:spMk id="1858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4T00:40:10.256" v="5029" actId="478"/>
          <ac:spMkLst>
            <pc:docMk/>
            <pc:sldMk cId="0" sldId="279"/>
            <ac:spMk id="1859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4T00:40:12.577" v="5030" actId="478"/>
          <ac:spMkLst>
            <pc:docMk/>
            <pc:sldMk cId="0" sldId="279"/>
            <ac:spMk id="1861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4T00:40:14.126" v="5031" actId="478"/>
          <ac:spMkLst>
            <pc:docMk/>
            <pc:sldMk cId="0" sldId="279"/>
            <ac:spMk id="1862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4T00:40:17.170" v="5032" actId="478"/>
          <ac:spMkLst>
            <pc:docMk/>
            <pc:sldMk cId="0" sldId="279"/>
            <ac:spMk id="1864" creationId="{00000000-0000-0000-0000-000000000000}"/>
          </ac:spMkLst>
        </pc:spChg>
        <pc:spChg chg="del topLvl">
          <ac:chgData name="Kirsten B (DA-IRE5)" userId="838417e9-4a97-4a7a-b2bd-f27082891129" providerId="ADAL" clId="{99DF8FD3-A666-4DAA-AE7B-79C3D08BAF74}" dt="2026-02-04T00:40:18.898" v="5033" actId="478"/>
          <ac:spMkLst>
            <pc:docMk/>
            <pc:sldMk cId="0" sldId="279"/>
            <ac:spMk id="1865" creationId="{00000000-0000-0000-0000-000000000000}"/>
          </ac:spMkLst>
        </pc:spChg>
        <pc:grpChg chg="mod">
          <ac:chgData name="Kirsten B (DA-IRE5)" userId="838417e9-4a97-4a7a-b2bd-f27082891129" providerId="ADAL" clId="{99DF8FD3-A666-4DAA-AE7B-79C3D08BAF74}" dt="2026-02-04T00:40:40.247" v="5042" actId="1076"/>
          <ac:grpSpMkLst>
            <pc:docMk/>
            <pc:sldMk cId="0" sldId="279"/>
            <ac:grpSpMk id="1758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37.063" v="5041" actId="478"/>
          <ac:grpSpMkLst>
            <pc:docMk/>
            <pc:sldMk cId="0" sldId="279"/>
            <ac:grpSpMk id="1837" creationId="{00000000-0000-0000-0000-000000000000}"/>
          </ac:grpSpMkLst>
        </pc:grpChg>
        <pc:grpChg chg="del mod">
          <ac:chgData name="Kirsten B (DA-IRE5)" userId="838417e9-4a97-4a7a-b2bd-f27082891129" providerId="ADAL" clId="{99DF8FD3-A666-4DAA-AE7B-79C3D08BAF74}" dt="2026-02-04T00:40:34.350" v="5039" actId="478"/>
          <ac:grpSpMkLst>
            <pc:docMk/>
            <pc:sldMk cId="0" sldId="279"/>
            <ac:grpSpMk id="1841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32.973" v="5038" actId="478"/>
          <ac:grpSpMkLst>
            <pc:docMk/>
            <pc:sldMk cId="0" sldId="279"/>
            <ac:grpSpMk id="1845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31.728" v="5037" actId="478"/>
          <ac:grpSpMkLst>
            <pc:docMk/>
            <pc:sldMk cId="0" sldId="279"/>
            <ac:grpSpMk id="1849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03.070" v="5026" actId="478"/>
          <ac:grpSpMkLst>
            <pc:docMk/>
            <pc:sldMk cId="0" sldId="279"/>
            <ac:grpSpMk id="1854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07.753" v="5028" actId="478"/>
          <ac:grpSpMkLst>
            <pc:docMk/>
            <pc:sldMk cId="0" sldId="279"/>
            <ac:grpSpMk id="1857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12.577" v="5030" actId="478"/>
          <ac:grpSpMkLst>
            <pc:docMk/>
            <pc:sldMk cId="0" sldId="279"/>
            <ac:grpSpMk id="1860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17.170" v="5032" actId="478"/>
          <ac:grpSpMkLst>
            <pc:docMk/>
            <pc:sldMk cId="0" sldId="279"/>
            <ac:grpSpMk id="1863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41.620" v="5043" actId="478"/>
          <ac:grpSpMkLst>
            <pc:docMk/>
            <pc:sldMk cId="0" sldId="279"/>
            <ac:grpSpMk id="1866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30.463" v="5036" actId="478"/>
          <ac:grpSpMkLst>
            <pc:docMk/>
            <pc:sldMk cId="0" sldId="279"/>
            <ac:grpSpMk id="1871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30.463" v="5036" actId="478"/>
          <ac:grpSpMkLst>
            <pc:docMk/>
            <pc:sldMk cId="0" sldId="279"/>
            <ac:grpSpMk id="1876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4T00:40:36.062" v="5040" actId="478"/>
          <ac:grpSpMkLst>
            <pc:docMk/>
            <pc:sldMk cId="0" sldId="279"/>
            <ac:grpSpMk id="1881" creationId="{00000000-0000-0000-0000-000000000000}"/>
          </ac:grpSpMkLst>
        </pc:grpChg>
        <pc:cxnChg chg="mod">
          <ac:chgData name="Kirsten B (DA-IRE5)" userId="838417e9-4a97-4a7a-b2bd-f27082891129" providerId="ADAL" clId="{99DF8FD3-A666-4DAA-AE7B-79C3D08BAF74}" dt="2026-02-04T00:40:37.063" v="5041" actId="478"/>
          <ac:cxnSpMkLst>
            <pc:docMk/>
            <pc:sldMk cId="0" sldId="279"/>
            <ac:cxnSpMk id="1840" creationId="{00000000-0000-0000-0000-000000000000}"/>
          </ac:cxnSpMkLst>
        </pc:cxnChg>
        <pc:cxnChg chg="mod">
          <ac:chgData name="Kirsten B (DA-IRE5)" userId="838417e9-4a97-4a7a-b2bd-f27082891129" providerId="ADAL" clId="{99DF8FD3-A666-4DAA-AE7B-79C3D08BAF74}" dt="2026-02-04T00:40:34.350" v="5039" actId="478"/>
          <ac:cxnSpMkLst>
            <pc:docMk/>
            <pc:sldMk cId="0" sldId="279"/>
            <ac:cxnSpMk id="1844" creationId="{00000000-0000-0000-0000-000000000000}"/>
          </ac:cxnSpMkLst>
        </pc:cxnChg>
        <pc:cxnChg chg="mod">
          <ac:chgData name="Kirsten B (DA-IRE5)" userId="838417e9-4a97-4a7a-b2bd-f27082891129" providerId="ADAL" clId="{99DF8FD3-A666-4DAA-AE7B-79C3D08BAF74}" dt="2026-02-04T00:40:32.973" v="5038" actId="478"/>
          <ac:cxnSpMkLst>
            <pc:docMk/>
            <pc:sldMk cId="0" sldId="279"/>
            <ac:cxnSpMk id="1848" creationId="{00000000-0000-0000-0000-000000000000}"/>
          </ac:cxnSpMkLst>
        </pc:cxnChg>
        <pc:cxnChg chg="mod">
          <ac:chgData name="Kirsten B (DA-IRE5)" userId="838417e9-4a97-4a7a-b2bd-f27082891129" providerId="ADAL" clId="{99DF8FD3-A666-4DAA-AE7B-79C3D08BAF74}" dt="2026-02-04T00:40:31.728" v="5037" actId="478"/>
          <ac:cxnSpMkLst>
            <pc:docMk/>
            <pc:sldMk cId="0" sldId="279"/>
            <ac:cxnSpMk id="1852" creationId="{00000000-0000-0000-0000-000000000000}"/>
          </ac:cxnSpMkLst>
        </pc:cxnChg>
      </pc:sldChg>
      <pc:sldChg chg="del">
        <pc:chgData name="Kirsten B (DA-IRE5)" userId="838417e9-4a97-4a7a-b2bd-f27082891129" providerId="ADAL" clId="{99DF8FD3-A666-4DAA-AE7B-79C3D08BAF74}" dt="2026-02-04T00:31:18.317" v="4621" actId="47"/>
        <pc:sldMkLst>
          <pc:docMk/>
          <pc:sldMk cId="0" sldId="280"/>
        </pc:sldMkLst>
      </pc:sldChg>
      <pc:sldChg chg="addSp delSp modSp mod ord modNotes">
        <pc:chgData name="Kirsten B (DA-IRE5)" userId="838417e9-4a97-4a7a-b2bd-f27082891129" providerId="ADAL" clId="{99DF8FD3-A666-4DAA-AE7B-79C3D08BAF74}" dt="2026-02-03T23:24:39.708" v="1730"/>
        <pc:sldMkLst>
          <pc:docMk/>
          <pc:sldMk cId="0" sldId="281"/>
        </pc:sldMkLst>
        <pc:spChg chg="add mod">
          <ac:chgData name="Kirsten B (DA-IRE5)" userId="838417e9-4a97-4a7a-b2bd-f27082891129" providerId="ADAL" clId="{99DF8FD3-A666-4DAA-AE7B-79C3D08BAF74}" dt="2026-02-03T23:10:52.482" v="1414" actId="1076"/>
          <ac:spMkLst>
            <pc:docMk/>
            <pc:sldMk cId="0" sldId="281"/>
            <ac:spMk id="3" creationId="{1361F28F-F170-3905-270F-4FF2813670B7}"/>
          </ac:spMkLst>
        </pc:spChg>
        <pc:spChg chg="add mod">
          <ac:chgData name="Kirsten B (DA-IRE5)" userId="838417e9-4a97-4a7a-b2bd-f27082891129" providerId="ADAL" clId="{99DF8FD3-A666-4DAA-AE7B-79C3D08BAF74}" dt="2026-02-03T23:11:02.022" v="1415" actId="1076"/>
          <ac:spMkLst>
            <pc:docMk/>
            <pc:sldMk cId="0" sldId="281"/>
            <ac:spMk id="5" creationId="{4B45041E-69B2-166C-BDCE-8B1812E934FB}"/>
          </ac:spMkLst>
        </pc:spChg>
        <pc:spChg chg="add mod">
          <ac:chgData name="Kirsten B (DA-IRE5)" userId="838417e9-4a97-4a7a-b2bd-f27082891129" providerId="ADAL" clId="{99DF8FD3-A666-4DAA-AE7B-79C3D08BAF74}" dt="2026-02-03T23:14:04.080" v="1588" actId="1037"/>
          <ac:spMkLst>
            <pc:docMk/>
            <pc:sldMk cId="0" sldId="281"/>
            <ac:spMk id="7" creationId="{96FB35C5-1C99-0754-CA3F-B39295ABF4F5}"/>
          </ac:spMkLst>
        </pc:spChg>
        <pc:spChg chg="add mod">
          <ac:chgData name="Kirsten B (DA-IRE5)" userId="838417e9-4a97-4a7a-b2bd-f27082891129" providerId="ADAL" clId="{99DF8FD3-A666-4DAA-AE7B-79C3D08BAF74}" dt="2026-02-03T23:13:51.505" v="1566" actId="207"/>
          <ac:spMkLst>
            <pc:docMk/>
            <pc:sldMk cId="0" sldId="281"/>
            <ac:spMk id="9" creationId="{30A4E02A-AC26-ACF7-A4CC-70C39C2A88B9}"/>
          </ac:spMkLst>
        </pc:spChg>
        <pc:spChg chg="mod">
          <ac:chgData name="Kirsten B (DA-IRE5)" userId="838417e9-4a97-4a7a-b2bd-f27082891129" providerId="ADAL" clId="{99DF8FD3-A666-4DAA-AE7B-79C3D08BAF74}" dt="2026-02-03T23:07:10.173" v="1342" actId="207"/>
          <ac:spMkLst>
            <pc:docMk/>
            <pc:sldMk cId="0" sldId="281"/>
            <ac:spMk id="1914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18.154" v="1344" actId="207"/>
          <ac:spMkLst>
            <pc:docMk/>
            <pc:sldMk cId="0" sldId="281"/>
            <ac:spMk id="1915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20:39.634" v="1653" actId="1076"/>
          <ac:spMkLst>
            <pc:docMk/>
            <pc:sldMk cId="0" sldId="281"/>
            <ac:spMk id="1916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7:20.469" v="1345" actId="207"/>
          <ac:spMkLst>
            <pc:docMk/>
            <pc:sldMk cId="0" sldId="281"/>
            <ac:spMk id="1917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1:54.255" v="773" actId="20577"/>
          <ac:spMkLst>
            <pc:docMk/>
            <pc:sldMk cId="0" sldId="281"/>
            <ac:spMk id="1919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11:51.019" v="1445" actId="20577"/>
          <ac:spMkLst>
            <pc:docMk/>
            <pc:sldMk cId="0" sldId="281"/>
            <ac:spMk id="1921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22:00.835" v="1680" actId="20577"/>
          <ac:spMkLst>
            <pc:docMk/>
            <pc:sldMk cId="0" sldId="281"/>
            <ac:spMk id="1923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5:14.525" v="1277" actId="20577"/>
          <ac:spMkLst>
            <pc:docMk/>
            <pc:sldMk cId="0" sldId="281"/>
            <ac:spMk id="1925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8:17.005" v="1374" actId="207"/>
          <ac:spMkLst>
            <pc:docMk/>
            <pc:sldMk cId="0" sldId="281"/>
            <ac:spMk id="1930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0:43.723" v="666" actId="20577"/>
          <ac:spMkLst>
            <pc:docMk/>
            <pc:sldMk cId="0" sldId="281"/>
            <ac:spMk id="1932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2:48.258" v="908" actId="20577"/>
          <ac:spMkLst>
            <pc:docMk/>
            <pc:sldMk cId="0" sldId="281"/>
            <ac:spMk id="1934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11:58.637" v="1446" actId="1076"/>
          <ac:spMkLst>
            <pc:docMk/>
            <pc:sldMk cId="0" sldId="281"/>
            <ac:spMk id="1936" creationId="{00000000-0000-0000-0000-000000000000}"/>
          </ac:spMkLst>
        </pc:spChg>
        <pc:spChg chg="mod">
          <ac:chgData name="Kirsten B (DA-IRE5)" userId="838417e9-4a97-4a7a-b2bd-f27082891129" providerId="ADAL" clId="{99DF8FD3-A666-4DAA-AE7B-79C3D08BAF74}" dt="2026-02-03T23:05:43.087" v="1329" actId="20577"/>
          <ac:spMkLst>
            <pc:docMk/>
            <pc:sldMk cId="0" sldId="281"/>
            <ac:spMk id="1938" creationId="{00000000-0000-0000-0000-000000000000}"/>
          </ac:spMkLst>
        </pc:spChg>
        <pc:grpChg chg="mod">
          <ac:chgData name="Kirsten B (DA-IRE5)" userId="838417e9-4a97-4a7a-b2bd-f27082891129" providerId="ADAL" clId="{99DF8FD3-A666-4DAA-AE7B-79C3D08BAF74}" dt="2026-02-03T23:22:43.728" v="1685" actId="1076"/>
          <ac:grpSpMkLst>
            <pc:docMk/>
            <pc:sldMk cId="0" sldId="281"/>
            <ac:grpSpMk id="1910" creationId="{00000000-0000-0000-0000-000000000000}"/>
          </ac:grpSpMkLst>
        </pc:grpChg>
        <pc:grpChg chg="mod">
          <ac:chgData name="Kirsten B (DA-IRE5)" userId="838417e9-4a97-4a7a-b2bd-f27082891129" providerId="ADAL" clId="{99DF8FD3-A666-4DAA-AE7B-79C3D08BAF74}" dt="2026-02-03T23:01:48.485" v="766" actId="1076"/>
          <ac:grpSpMkLst>
            <pc:docMk/>
            <pc:sldMk cId="0" sldId="281"/>
            <ac:grpSpMk id="1931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21:01.654" v="1656" actId="478"/>
          <ac:grpSpMkLst>
            <pc:docMk/>
            <pc:sldMk cId="0" sldId="281"/>
            <ac:grpSpMk id="1939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20:18.519" v="1644" actId="478"/>
          <ac:grpSpMkLst>
            <pc:docMk/>
            <pc:sldMk cId="0" sldId="281"/>
            <ac:grpSpMk id="1947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22:46.625" v="1687" actId="478"/>
          <ac:grpSpMkLst>
            <pc:docMk/>
            <pc:sldMk cId="0" sldId="281"/>
            <ac:grpSpMk id="1952" creationId="{00000000-0000-0000-0000-000000000000}"/>
          </ac:grpSpMkLst>
        </pc:grpChg>
        <pc:grpChg chg="del">
          <ac:chgData name="Kirsten B (DA-IRE5)" userId="838417e9-4a97-4a7a-b2bd-f27082891129" providerId="ADAL" clId="{99DF8FD3-A666-4DAA-AE7B-79C3D08BAF74}" dt="2026-02-03T23:19:30.733" v="1637" actId="478"/>
          <ac:grpSpMkLst>
            <pc:docMk/>
            <pc:sldMk cId="0" sldId="281"/>
            <ac:grpSpMk id="1956" creationId="{00000000-0000-0000-0000-000000000000}"/>
          </ac:grpSpMkLst>
        </pc:grpChg>
        <pc:picChg chg="add mod">
          <ac:chgData name="Kirsten B (DA-IRE5)" userId="838417e9-4a97-4a7a-b2bd-f27082891129" providerId="ADAL" clId="{99DF8FD3-A666-4DAA-AE7B-79C3D08BAF74}" dt="2026-02-03T23:19:47.392" v="1642" actId="207"/>
          <ac:picMkLst>
            <pc:docMk/>
            <pc:sldMk cId="0" sldId="281"/>
            <ac:picMk id="10" creationId="{2CF6E678-9438-577F-F6F9-812D758516C5}"/>
          </ac:picMkLst>
        </pc:picChg>
        <pc:picChg chg="add mod">
          <ac:chgData name="Kirsten B (DA-IRE5)" userId="838417e9-4a97-4a7a-b2bd-f27082891129" providerId="ADAL" clId="{99DF8FD3-A666-4DAA-AE7B-79C3D08BAF74}" dt="2026-02-03T23:20:58.742" v="1655" actId="207"/>
          <ac:picMkLst>
            <pc:docMk/>
            <pc:sldMk cId="0" sldId="281"/>
            <ac:picMk id="12" creationId="{FDF645CD-09B8-620C-24C8-71C73CE83D1D}"/>
          </ac:picMkLst>
        </pc:picChg>
        <pc:picChg chg="add mod">
          <ac:chgData name="Kirsten B (DA-IRE5)" userId="838417e9-4a97-4a7a-b2bd-f27082891129" providerId="ADAL" clId="{99DF8FD3-A666-4DAA-AE7B-79C3D08BAF74}" dt="2026-02-03T23:21:51.708" v="1661" actId="1076"/>
          <ac:picMkLst>
            <pc:docMk/>
            <pc:sldMk cId="0" sldId="281"/>
            <ac:picMk id="17" creationId="{44EA7FE2-E29D-35BF-A45F-A6F004CB643A}"/>
          </ac:picMkLst>
        </pc:picChg>
        <pc:picChg chg="add mod">
          <ac:chgData name="Kirsten B (DA-IRE5)" userId="838417e9-4a97-4a7a-b2bd-f27082891129" providerId="ADAL" clId="{99DF8FD3-A666-4DAA-AE7B-79C3D08BAF74}" dt="2026-02-03T23:22:53.679" v="1690" actId="1076"/>
          <ac:picMkLst>
            <pc:docMk/>
            <pc:sldMk cId="0" sldId="281"/>
            <ac:picMk id="19" creationId="{2E507CA9-A066-7F81-20E3-91EFCA05B91C}"/>
          </ac:picMkLst>
        </pc:picChg>
        <pc:cxnChg chg="mod">
          <ac:chgData name="Kirsten B (DA-IRE5)" userId="838417e9-4a97-4a7a-b2bd-f27082891129" providerId="ADAL" clId="{99DF8FD3-A666-4DAA-AE7B-79C3D08BAF74}" dt="2026-02-03T23:01:48.485" v="766" actId="1076"/>
          <ac:cxnSpMkLst>
            <pc:docMk/>
            <pc:sldMk cId="0" sldId="281"/>
            <ac:cxnSpMk id="1918" creationId="{00000000-0000-0000-0000-000000000000}"/>
          </ac:cxnSpMkLst>
        </pc:cxnChg>
        <pc:cxnChg chg="mod">
          <ac:chgData name="Kirsten B (DA-IRE5)" userId="838417e9-4a97-4a7a-b2bd-f27082891129" providerId="ADAL" clId="{99DF8FD3-A666-4DAA-AE7B-79C3D08BAF74}" dt="2026-02-03T23:20:39.634" v="1653" actId="1076"/>
          <ac:cxnSpMkLst>
            <pc:docMk/>
            <pc:sldMk cId="0" sldId="281"/>
            <ac:cxnSpMk id="1920" creationId="{00000000-0000-0000-0000-000000000000}"/>
          </ac:cxnSpMkLst>
        </pc:cxnChg>
        <pc:cxnChg chg="mod">
          <ac:chgData name="Kirsten B (DA-IRE5)" userId="838417e9-4a97-4a7a-b2bd-f27082891129" providerId="ADAL" clId="{99DF8FD3-A666-4DAA-AE7B-79C3D08BAF74}" dt="2026-02-03T23:20:39.634" v="1653" actId="1076"/>
          <ac:cxnSpMkLst>
            <pc:docMk/>
            <pc:sldMk cId="0" sldId="281"/>
            <ac:cxnSpMk id="1926" creationId="{00000000-0000-0000-0000-000000000000}"/>
          </ac:cxnSpMkLst>
        </pc:cxnChg>
        <pc:cxnChg chg="mod">
          <ac:chgData name="Kirsten B (DA-IRE5)" userId="838417e9-4a97-4a7a-b2bd-f27082891129" providerId="ADAL" clId="{99DF8FD3-A666-4DAA-AE7B-79C3D08BAF74}" dt="2026-02-03T23:20:39.634" v="1653" actId="1076"/>
          <ac:cxnSpMkLst>
            <pc:docMk/>
            <pc:sldMk cId="0" sldId="281"/>
            <ac:cxnSpMk id="1927" creationId="{00000000-0000-0000-0000-000000000000}"/>
          </ac:cxnSpMkLst>
        </pc:cxnChg>
      </pc:sldChg>
      <pc:sldChg chg="del">
        <pc:chgData name="Kirsten B (DA-IRE5)" userId="838417e9-4a97-4a7a-b2bd-f27082891129" providerId="ADAL" clId="{99DF8FD3-A666-4DAA-AE7B-79C3D08BAF74}" dt="2026-02-04T00:31:17.688" v="4620" actId="47"/>
        <pc:sldMkLst>
          <pc:docMk/>
          <pc:sldMk cId="0" sldId="282"/>
        </pc:sldMkLst>
      </pc:sldChg>
      <pc:sldChg chg="del">
        <pc:chgData name="Kirsten B (DA-IRE5)" userId="838417e9-4a97-4a7a-b2bd-f27082891129" providerId="ADAL" clId="{99DF8FD3-A666-4DAA-AE7B-79C3D08BAF74}" dt="2026-02-04T00:31:17.069" v="4619" actId="47"/>
        <pc:sldMkLst>
          <pc:docMk/>
          <pc:sldMk cId="0" sldId="283"/>
        </pc:sldMkLst>
      </pc:sldChg>
      <pc:sldChg chg="del">
        <pc:chgData name="Kirsten B (DA-IRE5)" userId="838417e9-4a97-4a7a-b2bd-f27082891129" providerId="ADAL" clId="{99DF8FD3-A666-4DAA-AE7B-79C3D08BAF74}" dt="2026-02-04T00:31:16.590" v="4618" actId="47"/>
        <pc:sldMkLst>
          <pc:docMk/>
          <pc:sldMk cId="0" sldId="284"/>
        </pc:sldMkLst>
      </pc:sldChg>
      <pc:sldChg chg="del">
        <pc:chgData name="Kirsten B (DA-IRE5)" userId="838417e9-4a97-4a7a-b2bd-f27082891129" providerId="ADAL" clId="{99DF8FD3-A666-4DAA-AE7B-79C3D08BAF74}" dt="2026-02-04T00:31:15.837" v="4617" actId="47"/>
        <pc:sldMkLst>
          <pc:docMk/>
          <pc:sldMk cId="0" sldId="285"/>
        </pc:sldMkLst>
      </pc:sldChg>
      <pc:sldChg chg="del">
        <pc:chgData name="Kirsten B (DA-IRE5)" userId="838417e9-4a97-4a7a-b2bd-f27082891129" providerId="ADAL" clId="{99DF8FD3-A666-4DAA-AE7B-79C3D08BAF74}" dt="2026-02-04T00:31:15.218" v="4616" actId="47"/>
        <pc:sldMkLst>
          <pc:docMk/>
          <pc:sldMk cId="0" sldId="286"/>
        </pc:sldMkLst>
      </pc:sldChg>
      <pc:sldChg chg="del">
        <pc:chgData name="Kirsten B (DA-IRE5)" userId="838417e9-4a97-4a7a-b2bd-f27082891129" providerId="ADAL" clId="{99DF8FD3-A666-4DAA-AE7B-79C3D08BAF74}" dt="2026-02-04T00:31:14.014" v="4615" actId="47"/>
        <pc:sldMkLst>
          <pc:docMk/>
          <pc:sldMk cId="0" sldId="287"/>
        </pc:sldMkLst>
      </pc:sldChg>
      <pc:sldChg chg="del">
        <pc:chgData name="Kirsten B (DA-IRE5)" userId="838417e9-4a97-4a7a-b2bd-f27082891129" providerId="ADAL" clId="{99DF8FD3-A666-4DAA-AE7B-79C3D08BAF74}" dt="2026-02-04T00:31:13.540" v="4614" actId="47"/>
        <pc:sldMkLst>
          <pc:docMk/>
          <pc:sldMk cId="0" sldId="288"/>
        </pc:sldMkLst>
      </pc:sldChg>
      <pc:sldChg chg="del">
        <pc:chgData name="Kirsten B (DA-IRE5)" userId="838417e9-4a97-4a7a-b2bd-f27082891129" providerId="ADAL" clId="{99DF8FD3-A666-4DAA-AE7B-79C3D08BAF74}" dt="2026-02-04T00:31:13.191" v="4613" actId="47"/>
        <pc:sldMkLst>
          <pc:docMk/>
          <pc:sldMk cId="0" sldId="289"/>
        </pc:sldMkLst>
      </pc:sldChg>
      <pc:sldChg chg="del">
        <pc:chgData name="Kirsten B (DA-IRE5)" userId="838417e9-4a97-4a7a-b2bd-f27082891129" providerId="ADAL" clId="{99DF8FD3-A666-4DAA-AE7B-79C3D08BAF74}" dt="2026-02-04T00:31:12.806" v="4612" actId="47"/>
        <pc:sldMkLst>
          <pc:docMk/>
          <pc:sldMk cId="0" sldId="290"/>
        </pc:sldMkLst>
      </pc:sldChg>
      <pc:sldChg chg="delSp modSp add mod">
        <pc:chgData name="Kirsten B (DA-IRE5)" userId="838417e9-4a97-4a7a-b2bd-f27082891129" providerId="ADAL" clId="{99DF8FD3-A666-4DAA-AE7B-79C3D08BAF74}" dt="2026-02-03T23:25:23.268" v="1736" actId="207"/>
        <pc:sldMkLst>
          <pc:docMk/>
          <pc:sldMk cId="528531101" sldId="291"/>
        </pc:sldMkLst>
        <pc:spChg chg="del mod">
          <ac:chgData name="Kirsten B (DA-IRE5)" userId="838417e9-4a97-4a7a-b2bd-f27082891129" providerId="ADAL" clId="{99DF8FD3-A666-4DAA-AE7B-79C3D08BAF74}" dt="2026-02-03T23:23:30.139" v="1699" actId="478"/>
          <ac:spMkLst>
            <pc:docMk/>
            <pc:sldMk cId="528531101" sldId="291"/>
            <ac:spMk id="5" creationId="{F5A1116F-4A4B-962C-0D57-7DFD3FB361F7}"/>
          </ac:spMkLst>
        </pc:spChg>
        <pc:spChg chg="del">
          <ac:chgData name="Kirsten B (DA-IRE5)" userId="838417e9-4a97-4a7a-b2bd-f27082891129" providerId="ADAL" clId="{99DF8FD3-A666-4DAA-AE7B-79C3D08BAF74}" dt="2026-02-03T23:23:38.925" v="1702" actId="478"/>
          <ac:spMkLst>
            <pc:docMk/>
            <pc:sldMk cId="528531101" sldId="291"/>
            <ac:spMk id="7" creationId="{60D583F9-A9CC-3497-6890-8E57BA582765}"/>
          </ac:spMkLst>
        </pc:spChg>
        <pc:spChg chg="del">
          <ac:chgData name="Kirsten B (DA-IRE5)" userId="838417e9-4a97-4a7a-b2bd-f27082891129" providerId="ADAL" clId="{99DF8FD3-A666-4DAA-AE7B-79C3D08BAF74}" dt="2026-02-03T23:23:47.155" v="1706" actId="478"/>
          <ac:spMkLst>
            <pc:docMk/>
            <pc:sldMk cId="528531101" sldId="291"/>
            <ac:spMk id="9" creationId="{CEC71B66-E369-6351-4084-19D6FA97827A}"/>
          </ac:spMkLst>
        </pc:spChg>
        <pc:spChg chg="mod">
          <ac:chgData name="Kirsten B (DA-IRE5)" userId="838417e9-4a97-4a7a-b2bd-f27082891129" providerId="ADAL" clId="{99DF8FD3-A666-4DAA-AE7B-79C3D08BAF74}" dt="2026-02-03T23:25:21.157" v="1735" actId="207"/>
          <ac:spMkLst>
            <pc:docMk/>
            <pc:sldMk cId="528531101" sldId="291"/>
            <ac:spMk id="1915" creationId="{B9524662-0973-42F3-97B2-09AC7658CCBC}"/>
          </ac:spMkLst>
        </pc:spChg>
        <pc:spChg chg="mod">
          <ac:chgData name="Kirsten B (DA-IRE5)" userId="838417e9-4a97-4a7a-b2bd-f27082891129" providerId="ADAL" clId="{99DF8FD3-A666-4DAA-AE7B-79C3D08BAF74}" dt="2026-02-03T23:25:18.964" v="1734" actId="207"/>
          <ac:spMkLst>
            <pc:docMk/>
            <pc:sldMk cId="528531101" sldId="291"/>
            <ac:spMk id="1916" creationId="{2F337BB1-3849-C503-8350-36C844BC98F0}"/>
          </ac:spMkLst>
        </pc:spChg>
        <pc:spChg chg="mod">
          <ac:chgData name="Kirsten B (DA-IRE5)" userId="838417e9-4a97-4a7a-b2bd-f27082891129" providerId="ADAL" clId="{99DF8FD3-A666-4DAA-AE7B-79C3D08BAF74}" dt="2026-02-03T23:25:23.268" v="1736" actId="207"/>
          <ac:spMkLst>
            <pc:docMk/>
            <pc:sldMk cId="528531101" sldId="291"/>
            <ac:spMk id="1917" creationId="{A287FD18-89B5-B5BB-5876-A06442F7AEC8}"/>
          </ac:spMkLst>
        </pc:spChg>
        <pc:spChg chg="mod">
          <ac:chgData name="Kirsten B (DA-IRE5)" userId="838417e9-4a97-4a7a-b2bd-f27082891129" providerId="ADAL" clId="{99DF8FD3-A666-4DAA-AE7B-79C3D08BAF74}" dt="2026-02-03T23:23:32.141" v="1700" actId="20577"/>
          <ac:spMkLst>
            <pc:docMk/>
            <pc:sldMk cId="528531101" sldId="291"/>
            <ac:spMk id="1921" creationId="{25E2EA00-BB0B-29EF-F7D8-2FCE874DFCD6}"/>
          </ac:spMkLst>
        </pc:spChg>
        <pc:spChg chg="del topLvl">
          <ac:chgData name="Kirsten B (DA-IRE5)" userId="838417e9-4a97-4a7a-b2bd-f27082891129" providerId="ADAL" clId="{99DF8FD3-A666-4DAA-AE7B-79C3D08BAF74}" dt="2026-02-03T23:23:44.317" v="1705" actId="478"/>
          <ac:spMkLst>
            <pc:docMk/>
            <pc:sldMk cId="528531101" sldId="291"/>
            <ac:spMk id="1923" creationId="{610E8725-5A1D-8305-A2AC-E350A033752C}"/>
          </ac:spMkLst>
        </pc:spChg>
        <pc:spChg chg="del mod topLvl">
          <ac:chgData name="Kirsten B (DA-IRE5)" userId="838417e9-4a97-4a7a-b2bd-f27082891129" providerId="ADAL" clId="{99DF8FD3-A666-4DAA-AE7B-79C3D08BAF74}" dt="2026-02-03T23:23:42.104" v="1704" actId="478"/>
          <ac:spMkLst>
            <pc:docMk/>
            <pc:sldMk cId="528531101" sldId="291"/>
            <ac:spMk id="1934" creationId="{3672DBEE-18B6-F038-F235-C49B2B53B26E}"/>
          </ac:spMkLst>
        </pc:spChg>
        <pc:grpChg chg="del">
          <ac:chgData name="Kirsten B (DA-IRE5)" userId="838417e9-4a97-4a7a-b2bd-f27082891129" providerId="ADAL" clId="{99DF8FD3-A666-4DAA-AE7B-79C3D08BAF74}" dt="2026-02-03T23:23:42.104" v="1704" actId="478"/>
          <ac:grpSpMkLst>
            <pc:docMk/>
            <pc:sldMk cId="528531101" sldId="291"/>
            <ac:grpSpMk id="1933" creationId="{17E7C369-5963-0807-5A24-E67144D7E229}"/>
          </ac:grpSpMkLst>
        </pc:grpChg>
        <pc:grpChg chg="del">
          <ac:chgData name="Kirsten B (DA-IRE5)" userId="838417e9-4a97-4a7a-b2bd-f27082891129" providerId="ADAL" clId="{99DF8FD3-A666-4DAA-AE7B-79C3D08BAF74}" dt="2026-02-03T23:23:36.389" v="1701" actId="478"/>
          <ac:grpSpMkLst>
            <pc:docMk/>
            <pc:sldMk cId="528531101" sldId="291"/>
            <ac:grpSpMk id="1935" creationId="{E3708818-DA8D-F154-2A22-158DB8554C99}"/>
          </ac:grpSpMkLst>
        </pc:grpChg>
        <pc:grpChg chg="del">
          <ac:chgData name="Kirsten B (DA-IRE5)" userId="838417e9-4a97-4a7a-b2bd-f27082891129" providerId="ADAL" clId="{99DF8FD3-A666-4DAA-AE7B-79C3D08BAF74}" dt="2026-02-03T23:23:22.143" v="1696" actId="478"/>
          <ac:grpSpMkLst>
            <pc:docMk/>
            <pc:sldMk cId="528531101" sldId="291"/>
            <ac:grpSpMk id="1937" creationId="{18893194-DCA8-4F96-B4BF-4D6112FFD06D}"/>
          </ac:grpSpMkLst>
        </pc:grpChg>
        <pc:picChg chg="del">
          <ac:chgData name="Kirsten B (DA-IRE5)" userId="838417e9-4a97-4a7a-b2bd-f27082891129" providerId="ADAL" clId="{99DF8FD3-A666-4DAA-AE7B-79C3D08BAF74}" dt="2026-02-03T23:23:27.259" v="1697" actId="478"/>
          <ac:picMkLst>
            <pc:docMk/>
            <pc:sldMk cId="528531101" sldId="291"/>
            <ac:picMk id="12" creationId="{D9BD885E-68C9-C8E5-DEB5-6D8ECD3F27C4}"/>
          </ac:picMkLst>
        </pc:picChg>
        <pc:picChg chg="del">
          <ac:chgData name="Kirsten B (DA-IRE5)" userId="838417e9-4a97-4a7a-b2bd-f27082891129" providerId="ADAL" clId="{99DF8FD3-A666-4DAA-AE7B-79C3D08BAF74}" dt="2026-02-03T23:23:22.143" v="1696" actId="478"/>
          <ac:picMkLst>
            <pc:docMk/>
            <pc:sldMk cId="528531101" sldId="291"/>
            <ac:picMk id="17" creationId="{27F6C549-3780-71B0-1441-0A3239A2ABC8}"/>
          </ac:picMkLst>
        </pc:picChg>
        <pc:picChg chg="del">
          <ac:chgData name="Kirsten B (DA-IRE5)" userId="838417e9-4a97-4a7a-b2bd-f27082891129" providerId="ADAL" clId="{99DF8FD3-A666-4DAA-AE7B-79C3D08BAF74}" dt="2026-02-03T23:23:22.143" v="1696" actId="478"/>
          <ac:picMkLst>
            <pc:docMk/>
            <pc:sldMk cId="528531101" sldId="291"/>
            <ac:picMk id="19" creationId="{8F2B9745-6C90-24CD-BCE6-A880C562927D}"/>
          </ac:picMkLst>
        </pc:picChg>
        <pc:cxnChg chg="mod">
          <ac:chgData name="Kirsten B (DA-IRE5)" userId="838417e9-4a97-4a7a-b2bd-f27082891129" providerId="ADAL" clId="{99DF8FD3-A666-4DAA-AE7B-79C3D08BAF74}" dt="2026-02-03T23:23:36.389" v="1701" actId="478"/>
          <ac:cxnSpMkLst>
            <pc:docMk/>
            <pc:sldMk cId="528531101" sldId="291"/>
            <ac:cxnSpMk id="1920" creationId="{392A8DEC-E067-AB21-62B2-79D9E45247B1}"/>
          </ac:cxnSpMkLst>
        </pc:cxnChg>
        <pc:cxnChg chg="mod">
          <ac:chgData name="Kirsten B (DA-IRE5)" userId="838417e9-4a97-4a7a-b2bd-f27082891129" providerId="ADAL" clId="{99DF8FD3-A666-4DAA-AE7B-79C3D08BAF74}" dt="2026-02-03T23:23:44.317" v="1705" actId="478"/>
          <ac:cxnSpMkLst>
            <pc:docMk/>
            <pc:sldMk cId="528531101" sldId="291"/>
            <ac:cxnSpMk id="1922" creationId="{20AFAFAF-8BF8-09A8-71FA-564CD4E447BA}"/>
          </ac:cxnSpMkLst>
        </pc:cxnChg>
        <pc:cxnChg chg="mod">
          <ac:chgData name="Kirsten B (DA-IRE5)" userId="838417e9-4a97-4a7a-b2bd-f27082891129" providerId="ADAL" clId="{99DF8FD3-A666-4DAA-AE7B-79C3D08BAF74}" dt="2026-02-03T23:23:22.143" v="1696" actId="478"/>
          <ac:cxnSpMkLst>
            <pc:docMk/>
            <pc:sldMk cId="528531101" sldId="291"/>
            <ac:cxnSpMk id="1924" creationId="{3F7CBAB2-AF2A-C9D5-BB6E-BC90728461AC}"/>
          </ac:cxnSpMkLst>
        </pc:cxnChg>
      </pc:sldChg>
      <pc:sldChg chg="addSp delSp modSp add del mod">
        <pc:chgData name="Kirsten B (DA-IRE5)" userId="838417e9-4a97-4a7a-b2bd-f27082891129" providerId="ADAL" clId="{99DF8FD3-A666-4DAA-AE7B-79C3D08BAF74}" dt="2026-02-03T23:23:08.474" v="1691" actId="47"/>
        <pc:sldMkLst>
          <pc:docMk/>
          <pc:sldMk cId="588084314" sldId="291"/>
        </pc:sldMkLst>
        <pc:spChg chg="del">
          <ac:chgData name="Kirsten B (DA-IRE5)" userId="838417e9-4a97-4a7a-b2bd-f27082891129" providerId="ADAL" clId="{99DF8FD3-A666-4DAA-AE7B-79C3D08BAF74}" dt="2026-02-03T23:14:27.661" v="1592" actId="478"/>
          <ac:spMkLst>
            <pc:docMk/>
            <pc:sldMk cId="588084314" sldId="291"/>
            <ac:spMk id="5" creationId="{3F570527-6882-252A-95AA-5DD9B535A19B}"/>
          </ac:spMkLst>
        </pc:spChg>
        <pc:spChg chg="del">
          <ac:chgData name="Kirsten B (DA-IRE5)" userId="838417e9-4a97-4a7a-b2bd-f27082891129" providerId="ADAL" clId="{99DF8FD3-A666-4DAA-AE7B-79C3D08BAF74}" dt="2026-02-03T23:14:35.700" v="1596" actId="478"/>
          <ac:spMkLst>
            <pc:docMk/>
            <pc:sldMk cId="588084314" sldId="291"/>
            <ac:spMk id="7" creationId="{4B0935DD-E687-656A-6196-AEB84227A1D3}"/>
          </ac:spMkLst>
        </pc:spChg>
        <pc:spChg chg="del">
          <ac:chgData name="Kirsten B (DA-IRE5)" userId="838417e9-4a97-4a7a-b2bd-f27082891129" providerId="ADAL" clId="{99DF8FD3-A666-4DAA-AE7B-79C3D08BAF74}" dt="2026-02-03T23:14:38.019" v="1597" actId="478"/>
          <ac:spMkLst>
            <pc:docMk/>
            <pc:sldMk cId="588084314" sldId="291"/>
            <ac:spMk id="9" creationId="{C049F54F-4A53-3C02-1470-E0FD907E7E24}"/>
          </ac:spMkLst>
        </pc:spChg>
        <pc:spChg chg="del mod topLvl">
          <ac:chgData name="Kirsten B (DA-IRE5)" userId="838417e9-4a97-4a7a-b2bd-f27082891129" providerId="ADAL" clId="{99DF8FD3-A666-4DAA-AE7B-79C3D08BAF74}" dt="2026-02-03T23:14:30.911" v="1594" actId="478"/>
          <ac:spMkLst>
            <pc:docMk/>
            <pc:sldMk cId="588084314" sldId="291"/>
            <ac:spMk id="1921" creationId="{91F30AAC-7270-C177-7460-8DA26DDECC4E}"/>
          </ac:spMkLst>
        </pc:spChg>
        <pc:spChg chg="del topLvl">
          <ac:chgData name="Kirsten B (DA-IRE5)" userId="838417e9-4a97-4a7a-b2bd-f27082891129" providerId="ADAL" clId="{99DF8FD3-A666-4DAA-AE7B-79C3D08BAF74}" dt="2026-02-03T23:14:33.299" v="1595" actId="478"/>
          <ac:spMkLst>
            <pc:docMk/>
            <pc:sldMk cId="588084314" sldId="291"/>
            <ac:spMk id="1936" creationId="{E35D43F7-4967-CC70-5F1D-8FAAD19ADE9F}"/>
          </ac:spMkLst>
        </pc:spChg>
        <pc:grpChg chg="mod">
          <ac:chgData name="Kirsten B (DA-IRE5)" userId="838417e9-4a97-4a7a-b2bd-f27082891129" providerId="ADAL" clId="{99DF8FD3-A666-4DAA-AE7B-79C3D08BAF74}" dt="2026-02-03T23:14:55.232" v="1599" actId="14100"/>
          <ac:grpSpMkLst>
            <pc:docMk/>
            <pc:sldMk cId="588084314" sldId="291"/>
            <ac:grpSpMk id="1910" creationId="{9273D640-D503-84B9-3A93-791AB669EE89}"/>
          </ac:grpSpMkLst>
        </pc:grpChg>
        <pc:grpChg chg="del">
          <ac:chgData name="Kirsten B (DA-IRE5)" userId="838417e9-4a97-4a7a-b2bd-f27082891129" providerId="ADAL" clId="{99DF8FD3-A666-4DAA-AE7B-79C3D08BAF74}" dt="2026-02-03T23:14:20.900" v="1590" actId="478"/>
          <ac:grpSpMkLst>
            <pc:docMk/>
            <pc:sldMk cId="588084314" sldId="291"/>
            <ac:grpSpMk id="1933" creationId="{B3B11EF2-E301-AE97-08E8-D7613BA4D25B}"/>
          </ac:grpSpMkLst>
        </pc:grpChg>
        <pc:grpChg chg="del">
          <ac:chgData name="Kirsten B (DA-IRE5)" userId="838417e9-4a97-4a7a-b2bd-f27082891129" providerId="ADAL" clId="{99DF8FD3-A666-4DAA-AE7B-79C3D08BAF74}" dt="2026-02-03T23:14:30.911" v="1594" actId="478"/>
          <ac:grpSpMkLst>
            <pc:docMk/>
            <pc:sldMk cId="588084314" sldId="291"/>
            <ac:grpSpMk id="1935" creationId="{D5920822-C9BB-313B-78EF-33621D633BDD}"/>
          </ac:grpSpMkLst>
        </pc:grpChg>
        <pc:grpChg chg="del">
          <ac:chgData name="Kirsten B (DA-IRE5)" userId="838417e9-4a97-4a7a-b2bd-f27082891129" providerId="ADAL" clId="{99DF8FD3-A666-4DAA-AE7B-79C3D08BAF74}" dt="2026-02-03T23:14:20.900" v="1590" actId="478"/>
          <ac:grpSpMkLst>
            <pc:docMk/>
            <pc:sldMk cId="588084314" sldId="291"/>
            <ac:grpSpMk id="1937" creationId="{D2EA70C8-DE76-5405-8D61-1215C83EA863}"/>
          </ac:grpSpMkLst>
        </pc:grpChg>
        <pc:grpChg chg="del">
          <ac:chgData name="Kirsten B (DA-IRE5)" userId="838417e9-4a97-4a7a-b2bd-f27082891129" providerId="ADAL" clId="{99DF8FD3-A666-4DAA-AE7B-79C3D08BAF74}" dt="2026-02-03T23:14:20.900" v="1590" actId="478"/>
          <ac:grpSpMkLst>
            <pc:docMk/>
            <pc:sldMk cId="588084314" sldId="291"/>
            <ac:grpSpMk id="1939" creationId="{9AA1F3E2-038B-1BF1-DE78-550798FF2120}"/>
          </ac:grpSpMkLst>
        </pc:grpChg>
        <pc:grpChg chg="del">
          <ac:chgData name="Kirsten B (DA-IRE5)" userId="838417e9-4a97-4a7a-b2bd-f27082891129" providerId="ADAL" clId="{99DF8FD3-A666-4DAA-AE7B-79C3D08BAF74}" dt="2026-02-03T23:14:24.830" v="1591" actId="478"/>
          <ac:grpSpMkLst>
            <pc:docMk/>
            <pc:sldMk cId="588084314" sldId="291"/>
            <ac:grpSpMk id="1947" creationId="{6A9E661E-0785-B5EF-9AC4-B8494423A3CB}"/>
          </ac:grpSpMkLst>
        </pc:grpChg>
        <pc:grpChg chg="del">
          <ac:chgData name="Kirsten B (DA-IRE5)" userId="838417e9-4a97-4a7a-b2bd-f27082891129" providerId="ADAL" clId="{99DF8FD3-A666-4DAA-AE7B-79C3D08BAF74}" dt="2026-02-03T23:14:20.900" v="1590" actId="478"/>
          <ac:grpSpMkLst>
            <pc:docMk/>
            <pc:sldMk cId="588084314" sldId="291"/>
            <ac:grpSpMk id="1952" creationId="{D66AC46B-9571-4C46-DB38-92454C71F608}"/>
          </ac:grpSpMkLst>
        </pc:grpChg>
        <pc:grpChg chg="add del">
          <ac:chgData name="Kirsten B (DA-IRE5)" userId="838417e9-4a97-4a7a-b2bd-f27082891129" providerId="ADAL" clId="{99DF8FD3-A666-4DAA-AE7B-79C3D08BAF74}" dt="2026-02-03T23:19:07.967" v="1631" actId="478"/>
          <ac:grpSpMkLst>
            <pc:docMk/>
            <pc:sldMk cId="588084314" sldId="291"/>
            <ac:grpSpMk id="1956" creationId="{845EBE0A-A5CF-416B-BABF-D5C1C8F06E41}"/>
          </ac:grpSpMkLst>
        </pc:grpChg>
        <pc:picChg chg="add del mod">
          <ac:chgData name="Kirsten B (DA-IRE5)" userId="838417e9-4a97-4a7a-b2bd-f27082891129" providerId="ADAL" clId="{99DF8FD3-A666-4DAA-AE7B-79C3D08BAF74}" dt="2026-02-03T23:19:24.414" v="1635" actId="478"/>
          <ac:picMkLst>
            <pc:docMk/>
            <pc:sldMk cId="588084314" sldId="291"/>
            <ac:picMk id="4" creationId="{57AE2BC9-E7C3-0831-E495-34E82DB634EF}"/>
          </ac:picMkLst>
        </pc:picChg>
        <pc:picChg chg="add del mod">
          <ac:chgData name="Kirsten B (DA-IRE5)" userId="838417e9-4a97-4a7a-b2bd-f27082891129" providerId="ADAL" clId="{99DF8FD3-A666-4DAA-AE7B-79C3D08BAF74}" dt="2026-02-03T23:19:26.653" v="1636" actId="478"/>
          <ac:picMkLst>
            <pc:docMk/>
            <pc:sldMk cId="588084314" sldId="291"/>
            <ac:picMk id="8" creationId="{8C76919A-70C6-7A01-D412-849B63B4C5CA}"/>
          </ac:picMkLst>
        </pc:picChg>
        <pc:cxnChg chg="mod">
          <ac:chgData name="Kirsten B (DA-IRE5)" userId="838417e9-4a97-4a7a-b2bd-f27082891129" providerId="ADAL" clId="{99DF8FD3-A666-4DAA-AE7B-79C3D08BAF74}" dt="2026-02-03T23:14:30.911" v="1594" actId="478"/>
          <ac:cxnSpMkLst>
            <pc:docMk/>
            <pc:sldMk cId="588084314" sldId="291"/>
            <ac:cxnSpMk id="1920" creationId="{F8AD5609-4975-E913-CA0E-4637E5DE2D56}"/>
          </ac:cxnSpMkLst>
        </pc:cxnChg>
        <pc:cxnChg chg="mod">
          <ac:chgData name="Kirsten B (DA-IRE5)" userId="838417e9-4a97-4a7a-b2bd-f27082891129" providerId="ADAL" clId="{99DF8FD3-A666-4DAA-AE7B-79C3D08BAF74}" dt="2026-02-03T23:14:20.900" v="1590" actId="478"/>
          <ac:cxnSpMkLst>
            <pc:docMk/>
            <pc:sldMk cId="588084314" sldId="291"/>
            <ac:cxnSpMk id="1922" creationId="{D7EF7478-01E1-5BE1-C1F0-25D4F41BF0A2}"/>
          </ac:cxnSpMkLst>
        </pc:cxnChg>
        <pc:cxnChg chg="mod">
          <ac:chgData name="Kirsten B (DA-IRE5)" userId="838417e9-4a97-4a7a-b2bd-f27082891129" providerId="ADAL" clId="{99DF8FD3-A666-4DAA-AE7B-79C3D08BAF74}" dt="2026-02-03T23:14:20.900" v="1590" actId="478"/>
          <ac:cxnSpMkLst>
            <pc:docMk/>
            <pc:sldMk cId="588084314" sldId="291"/>
            <ac:cxnSpMk id="1924" creationId="{9D5D5650-42AF-E084-A857-9EF78658DD4F}"/>
          </ac:cxnSpMkLst>
        </pc:cxnChg>
      </pc:sldChg>
      <pc:sldChg chg="addSp delSp modSp add del mod ord">
        <pc:chgData name="Kirsten B (DA-IRE5)" userId="838417e9-4a97-4a7a-b2bd-f27082891129" providerId="ADAL" clId="{99DF8FD3-A666-4DAA-AE7B-79C3D08BAF74}" dt="2026-02-03T23:23:10.802" v="1692" actId="47"/>
        <pc:sldMkLst>
          <pc:docMk/>
          <pc:sldMk cId="2102934734" sldId="292"/>
        </pc:sldMkLst>
        <pc:spChg chg="del mod">
          <ac:chgData name="Kirsten B (DA-IRE5)" userId="838417e9-4a97-4a7a-b2bd-f27082891129" providerId="ADAL" clId="{99DF8FD3-A666-4DAA-AE7B-79C3D08BAF74}" dt="2026-02-03T23:17:16.511" v="1618" actId="478"/>
          <ac:spMkLst>
            <pc:docMk/>
            <pc:sldMk cId="2102934734" sldId="292"/>
            <ac:spMk id="7" creationId="{CB941488-F880-835C-20E6-C08C81C7A31C}"/>
          </ac:spMkLst>
        </pc:spChg>
        <pc:spChg chg="del">
          <ac:chgData name="Kirsten B (DA-IRE5)" userId="838417e9-4a97-4a7a-b2bd-f27082891129" providerId="ADAL" clId="{99DF8FD3-A666-4DAA-AE7B-79C3D08BAF74}" dt="2026-02-03T23:17:18.790" v="1619" actId="478"/>
          <ac:spMkLst>
            <pc:docMk/>
            <pc:sldMk cId="2102934734" sldId="292"/>
            <ac:spMk id="9" creationId="{70336B33-153D-83DF-2915-529C1A43F29F}"/>
          </ac:spMkLst>
        </pc:spChg>
        <pc:grpChg chg="del">
          <ac:chgData name="Kirsten B (DA-IRE5)" userId="838417e9-4a97-4a7a-b2bd-f27082891129" providerId="ADAL" clId="{99DF8FD3-A666-4DAA-AE7B-79C3D08BAF74}" dt="2026-02-03T23:17:13.671" v="1616" actId="478"/>
          <ac:grpSpMkLst>
            <pc:docMk/>
            <pc:sldMk cId="2102934734" sldId="292"/>
            <ac:grpSpMk id="1937" creationId="{B2E01416-4E21-75C7-4076-0A96ED98430C}"/>
          </ac:grpSpMkLst>
        </pc:grpChg>
        <pc:grpChg chg="del">
          <ac:chgData name="Kirsten B (DA-IRE5)" userId="838417e9-4a97-4a7a-b2bd-f27082891129" providerId="ADAL" clId="{99DF8FD3-A666-4DAA-AE7B-79C3D08BAF74}" dt="2026-02-03T23:17:13.671" v="1616" actId="478"/>
          <ac:grpSpMkLst>
            <pc:docMk/>
            <pc:sldMk cId="2102934734" sldId="292"/>
            <ac:grpSpMk id="1939" creationId="{45740D0B-9009-BF48-A453-599232D57CD8}"/>
          </ac:grpSpMkLst>
        </pc:grpChg>
        <pc:grpChg chg="del">
          <ac:chgData name="Kirsten B (DA-IRE5)" userId="838417e9-4a97-4a7a-b2bd-f27082891129" providerId="ADAL" clId="{99DF8FD3-A666-4DAA-AE7B-79C3D08BAF74}" dt="2026-02-03T23:17:13.671" v="1616" actId="478"/>
          <ac:grpSpMkLst>
            <pc:docMk/>
            <pc:sldMk cId="2102934734" sldId="292"/>
            <ac:grpSpMk id="1952" creationId="{EE8E3BA8-2E4E-04AD-6FC7-2C3079EBE704}"/>
          </ac:grpSpMkLst>
        </pc:grpChg>
        <pc:picChg chg="add mod">
          <ac:chgData name="Kirsten B (DA-IRE5)" userId="838417e9-4a97-4a7a-b2bd-f27082891129" providerId="ADAL" clId="{99DF8FD3-A666-4DAA-AE7B-79C3D08BAF74}" dt="2026-02-03T23:17:39.516" v="1624" actId="1076"/>
          <ac:picMkLst>
            <pc:docMk/>
            <pc:sldMk cId="2102934734" sldId="292"/>
            <ac:picMk id="2" creationId="{9A0CC9F8-D0B4-FF38-A34C-555EDA8EB4B5}"/>
          </ac:picMkLst>
        </pc:picChg>
        <pc:picChg chg="add mod">
          <ac:chgData name="Kirsten B (DA-IRE5)" userId="838417e9-4a97-4a7a-b2bd-f27082891129" providerId="ADAL" clId="{99DF8FD3-A666-4DAA-AE7B-79C3D08BAF74}" dt="2026-02-03T23:18:39.261" v="1625" actId="931"/>
          <ac:picMkLst>
            <pc:docMk/>
            <pc:sldMk cId="2102934734" sldId="292"/>
            <ac:picMk id="6" creationId="{E85CDD57-0FBD-FC03-06BC-2440420E677B}"/>
          </ac:picMkLst>
        </pc:picChg>
        <pc:picChg chg="add mod">
          <ac:chgData name="Kirsten B (DA-IRE5)" userId="838417e9-4a97-4a7a-b2bd-f27082891129" providerId="ADAL" clId="{99DF8FD3-A666-4DAA-AE7B-79C3D08BAF74}" dt="2026-02-03T23:18:39.261" v="1625" actId="931"/>
          <ac:picMkLst>
            <pc:docMk/>
            <pc:sldMk cId="2102934734" sldId="292"/>
            <ac:picMk id="10" creationId="{386FE919-1D98-21CB-C531-4C6C33360F64}"/>
          </ac:picMkLst>
        </pc:picChg>
        <pc:cxnChg chg="mod">
          <ac:chgData name="Kirsten B (DA-IRE5)" userId="838417e9-4a97-4a7a-b2bd-f27082891129" providerId="ADAL" clId="{99DF8FD3-A666-4DAA-AE7B-79C3D08BAF74}" dt="2026-02-03T23:17:13.671" v="1616" actId="478"/>
          <ac:cxnSpMkLst>
            <pc:docMk/>
            <pc:sldMk cId="2102934734" sldId="292"/>
            <ac:cxnSpMk id="1924" creationId="{CF72B5C6-E0C4-E53B-7EE6-D84A7C195CBE}"/>
          </ac:cxnSpMkLst>
        </pc:cxnChg>
      </pc:sldChg>
      <pc:sldChg chg="addSp delSp modSp add mod">
        <pc:chgData name="Kirsten B (DA-IRE5)" userId="838417e9-4a97-4a7a-b2bd-f27082891129" providerId="ADAL" clId="{99DF8FD3-A666-4DAA-AE7B-79C3D08BAF74}" dt="2026-02-03T23:25:30.361" v="1738" actId="207"/>
        <pc:sldMkLst>
          <pc:docMk/>
          <pc:sldMk cId="2420602141" sldId="292"/>
        </pc:sldMkLst>
        <pc:spChg chg="del">
          <ac:chgData name="Kirsten B (DA-IRE5)" userId="838417e9-4a97-4a7a-b2bd-f27082891129" providerId="ADAL" clId="{99DF8FD3-A666-4DAA-AE7B-79C3D08BAF74}" dt="2026-02-03T23:23:52.937" v="1707" actId="478"/>
          <ac:spMkLst>
            <pc:docMk/>
            <pc:sldMk cId="2420602141" sldId="292"/>
            <ac:spMk id="7" creationId="{3F6C4E08-0C3D-D2FE-B1D0-7E22CEC0EA8C}"/>
          </ac:spMkLst>
        </pc:spChg>
        <pc:spChg chg="del">
          <ac:chgData name="Kirsten B (DA-IRE5)" userId="838417e9-4a97-4a7a-b2bd-f27082891129" providerId="ADAL" clId="{99DF8FD3-A666-4DAA-AE7B-79C3D08BAF74}" dt="2026-02-03T23:24:00.715" v="1710" actId="478"/>
          <ac:spMkLst>
            <pc:docMk/>
            <pc:sldMk cId="2420602141" sldId="292"/>
            <ac:spMk id="9" creationId="{30705961-61CF-872E-8900-8BA73EEC54DB}"/>
          </ac:spMkLst>
        </pc:spChg>
        <pc:spChg chg="mod">
          <ac:chgData name="Kirsten B (DA-IRE5)" userId="838417e9-4a97-4a7a-b2bd-f27082891129" providerId="ADAL" clId="{99DF8FD3-A666-4DAA-AE7B-79C3D08BAF74}" dt="2026-02-03T23:25:27.813" v="1737" actId="207"/>
          <ac:spMkLst>
            <pc:docMk/>
            <pc:sldMk cId="2420602141" sldId="292"/>
            <ac:spMk id="1915" creationId="{77627C61-3F4D-9BC5-CCE0-195E8D84D2DA}"/>
          </ac:spMkLst>
        </pc:spChg>
        <pc:spChg chg="mod">
          <ac:chgData name="Kirsten B (DA-IRE5)" userId="838417e9-4a97-4a7a-b2bd-f27082891129" providerId="ADAL" clId="{99DF8FD3-A666-4DAA-AE7B-79C3D08BAF74}" dt="2026-02-03T23:25:30.361" v="1738" actId="207"/>
          <ac:spMkLst>
            <pc:docMk/>
            <pc:sldMk cId="2420602141" sldId="292"/>
            <ac:spMk id="1917" creationId="{7D83DF6C-EB74-5345-8610-821E65D18273}"/>
          </ac:spMkLst>
        </pc:spChg>
        <pc:spChg chg="del topLvl">
          <ac:chgData name="Kirsten B (DA-IRE5)" userId="838417e9-4a97-4a7a-b2bd-f27082891129" providerId="ADAL" clId="{99DF8FD3-A666-4DAA-AE7B-79C3D08BAF74}" dt="2026-02-03T23:23:58.108" v="1709" actId="478"/>
          <ac:spMkLst>
            <pc:docMk/>
            <pc:sldMk cId="2420602141" sldId="292"/>
            <ac:spMk id="1923" creationId="{DDF715E9-FE25-00FC-4C4E-B001A5130EC1}"/>
          </ac:spMkLst>
        </pc:spChg>
        <pc:spChg chg="del topLvl">
          <ac:chgData name="Kirsten B (DA-IRE5)" userId="838417e9-4a97-4a7a-b2bd-f27082891129" providerId="ADAL" clId="{99DF8FD3-A666-4DAA-AE7B-79C3D08BAF74}" dt="2026-02-03T23:24:03.074" v="1711" actId="478"/>
          <ac:spMkLst>
            <pc:docMk/>
            <pc:sldMk cId="2420602141" sldId="292"/>
            <ac:spMk id="1925" creationId="{DD11B249-ABC0-2DB7-A6A6-A093FA38B705}"/>
          </ac:spMkLst>
        </pc:spChg>
        <pc:spChg chg="del topLvl">
          <ac:chgData name="Kirsten B (DA-IRE5)" userId="838417e9-4a97-4a7a-b2bd-f27082891129" providerId="ADAL" clId="{99DF8FD3-A666-4DAA-AE7B-79C3D08BAF74}" dt="2026-02-03T23:23:55.378" v="1708" actId="478"/>
          <ac:spMkLst>
            <pc:docMk/>
            <pc:sldMk cId="2420602141" sldId="292"/>
            <ac:spMk id="1934" creationId="{4412BBCC-72C9-F438-DE2B-448CE99BBA00}"/>
          </ac:spMkLst>
        </pc:spChg>
        <pc:spChg chg="del topLvl">
          <ac:chgData name="Kirsten B (DA-IRE5)" userId="838417e9-4a97-4a7a-b2bd-f27082891129" providerId="ADAL" clId="{99DF8FD3-A666-4DAA-AE7B-79C3D08BAF74}" dt="2026-02-03T23:24:05.510" v="1712" actId="478"/>
          <ac:spMkLst>
            <pc:docMk/>
            <pc:sldMk cId="2420602141" sldId="292"/>
            <ac:spMk id="1938" creationId="{8F0732EF-84E3-801F-6FFE-4F803799DF8E}"/>
          </ac:spMkLst>
        </pc:spChg>
        <pc:grpChg chg="del">
          <ac:chgData name="Kirsten B (DA-IRE5)" userId="838417e9-4a97-4a7a-b2bd-f27082891129" providerId="ADAL" clId="{99DF8FD3-A666-4DAA-AE7B-79C3D08BAF74}" dt="2026-02-03T23:23:55.378" v="1708" actId="478"/>
          <ac:grpSpMkLst>
            <pc:docMk/>
            <pc:sldMk cId="2420602141" sldId="292"/>
            <ac:grpSpMk id="1933" creationId="{D80B7458-7DBB-5E44-40D8-D6DE2DF2178A}"/>
          </ac:grpSpMkLst>
        </pc:grpChg>
        <pc:grpChg chg="del">
          <ac:chgData name="Kirsten B (DA-IRE5)" userId="838417e9-4a97-4a7a-b2bd-f27082891129" providerId="ADAL" clId="{99DF8FD3-A666-4DAA-AE7B-79C3D08BAF74}" dt="2026-02-03T23:24:03.074" v="1711" actId="478"/>
          <ac:grpSpMkLst>
            <pc:docMk/>
            <pc:sldMk cId="2420602141" sldId="292"/>
            <ac:grpSpMk id="1937" creationId="{C8ADFC28-6036-0132-8EEF-C7A4551372DB}"/>
          </ac:grpSpMkLst>
        </pc:grpChg>
        <pc:picChg chg="del">
          <ac:chgData name="Kirsten B (DA-IRE5)" userId="838417e9-4a97-4a7a-b2bd-f27082891129" providerId="ADAL" clId="{99DF8FD3-A666-4DAA-AE7B-79C3D08BAF74}" dt="2026-02-03T23:24:06.920" v="1713" actId="478"/>
          <ac:picMkLst>
            <pc:docMk/>
            <pc:sldMk cId="2420602141" sldId="292"/>
            <ac:picMk id="17" creationId="{74E8B2CF-E1CE-F2DF-963C-5A2F7CE3FFFD}"/>
          </ac:picMkLst>
        </pc:picChg>
        <pc:picChg chg="add del">
          <ac:chgData name="Kirsten B (DA-IRE5)" userId="838417e9-4a97-4a7a-b2bd-f27082891129" providerId="ADAL" clId="{99DF8FD3-A666-4DAA-AE7B-79C3D08BAF74}" dt="2026-02-03T23:24:31.407" v="1724" actId="478"/>
          <ac:picMkLst>
            <pc:docMk/>
            <pc:sldMk cId="2420602141" sldId="292"/>
            <ac:picMk id="19" creationId="{AFF52E0E-9A58-04C9-1DBD-88D2DCEAE644}"/>
          </ac:picMkLst>
        </pc:picChg>
        <pc:cxnChg chg="mod">
          <ac:chgData name="Kirsten B (DA-IRE5)" userId="838417e9-4a97-4a7a-b2bd-f27082891129" providerId="ADAL" clId="{99DF8FD3-A666-4DAA-AE7B-79C3D08BAF74}" dt="2026-02-03T23:23:58.108" v="1709" actId="478"/>
          <ac:cxnSpMkLst>
            <pc:docMk/>
            <pc:sldMk cId="2420602141" sldId="292"/>
            <ac:cxnSpMk id="1922" creationId="{F15373DA-9C0C-C6C8-448E-75339576DF49}"/>
          </ac:cxnSpMkLst>
        </pc:cxnChg>
        <pc:cxnChg chg="mod">
          <ac:chgData name="Kirsten B (DA-IRE5)" userId="838417e9-4a97-4a7a-b2bd-f27082891129" providerId="ADAL" clId="{99DF8FD3-A666-4DAA-AE7B-79C3D08BAF74}" dt="2026-02-03T23:24:03.074" v="1711" actId="478"/>
          <ac:cxnSpMkLst>
            <pc:docMk/>
            <pc:sldMk cId="2420602141" sldId="292"/>
            <ac:cxnSpMk id="1924" creationId="{7015F523-6C93-3BC4-9ABF-99B715932A32}"/>
          </ac:cxnSpMkLst>
        </pc:cxnChg>
      </pc:sldChg>
      <pc:sldChg chg="addSp delSp modSp add mod">
        <pc:chgData name="Kirsten B (DA-IRE5)" userId="838417e9-4a97-4a7a-b2bd-f27082891129" providerId="ADAL" clId="{99DF8FD3-A666-4DAA-AE7B-79C3D08BAF74}" dt="2026-02-03T23:25:36.333" v="1739" actId="207"/>
        <pc:sldMkLst>
          <pc:docMk/>
          <pc:sldMk cId="2070488424" sldId="293"/>
        </pc:sldMkLst>
        <pc:spChg chg="add del">
          <ac:chgData name="Kirsten B (DA-IRE5)" userId="838417e9-4a97-4a7a-b2bd-f27082891129" providerId="ADAL" clId="{99DF8FD3-A666-4DAA-AE7B-79C3D08BAF74}" dt="2026-02-03T23:24:36.504" v="1726" actId="478"/>
          <ac:spMkLst>
            <pc:docMk/>
            <pc:sldMk cId="2070488424" sldId="293"/>
            <ac:spMk id="9" creationId="{AC36E388-6E7F-B0ED-A5FC-78FD70A24C5B}"/>
          </ac:spMkLst>
        </pc:spChg>
        <pc:spChg chg="mod">
          <ac:chgData name="Kirsten B (DA-IRE5)" userId="838417e9-4a97-4a7a-b2bd-f27082891129" providerId="ADAL" clId="{99DF8FD3-A666-4DAA-AE7B-79C3D08BAF74}" dt="2026-02-03T23:25:36.333" v="1739" actId="207"/>
          <ac:spMkLst>
            <pc:docMk/>
            <pc:sldMk cId="2070488424" sldId="293"/>
            <ac:spMk id="1917" creationId="{01B74F45-55BA-FB4A-4365-24D65252A666}"/>
          </ac:spMkLst>
        </pc:spChg>
        <pc:spChg chg="add del mod topLvl">
          <ac:chgData name="Kirsten B (DA-IRE5)" userId="838417e9-4a97-4a7a-b2bd-f27082891129" providerId="ADAL" clId="{99DF8FD3-A666-4DAA-AE7B-79C3D08BAF74}" dt="2026-02-03T23:24:36.668" v="1727" actId="478"/>
          <ac:spMkLst>
            <pc:docMk/>
            <pc:sldMk cId="2070488424" sldId="293"/>
            <ac:spMk id="1925" creationId="{26104374-3AEA-6C85-FDE5-ACEC07F10E96}"/>
          </ac:spMkLst>
        </pc:spChg>
        <pc:spChg chg="add del mod topLvl">
          <ac:chgData name="Kirsten B (DA-IRE5)" userId="838417e9-4a97-4a7a-b2bd-f27082891129" providerId="ADAL" clId="{99DF8FD3-A666-4DAA-AE7B-79C3D08BAF74}" dt="2026-02-03T23:24:36.843" v="1728" actId="478"/>
          <ac:spMkLst>
            <pc:docMk/>
            <pc:sldMk cId="2070488424" sldId="293"/>
            <ac:spMk id="1938" creationId="{8476288C-7E20-4E4A-4CA5-AE77286A9686}"/>
          </ac:spMkLst>
        </pc:spChg>
        <pc:grpChg chg="add del">
          <ac:chgData name="Kirsten B (DA-IRE5)" userId="838417e9-4a97-4a7a-b2bd-f27082891129" providerId="ADAL" clId="{99DF8FD3-A666-4DAA-AE7B-79C3D08BAF74}" dt="2026-02-03T23:24:36.668" v="1727" actId="478"/>
          <ac:grpSpMkLst>
            <pc:docMk/>
            <pc:sldMk cId="2070488424" sldId="293"/>
            <ac:grpSpMk id="1937" creationId="{5052B51B-0BA4-C6B4-0714-50634EFD213E}"/>
          </ac:grpSpMkLst>
        </pc:grpChg>
        <pc:picChg chg="add del">
          <ac:chgData name="Kirsten B (DA-IRE5)" userId="838417e9-4a97-4a7a-b2bd-f27082891129" providerId="ADAL" clId="{99DF8FD3-A666-4DAA-AE7B-79C3D08BAF74}" dt="2026-02-03T23:24:36.328" v="1725" actId="478"/>
          <ac:picMkLst>
            <pc:docMk/>
            <pc:sldMk cId="2070488424" sldId="293"/>
            <ac:picMk id="19" creationId="{698C5029-BB6D-2B95-1D41-00DE39140641}"/>
          </ac:picMkLst>
        </pc:picChg>
        <pc:cxnChg chg="mod">
          <ac:chgData name="Kirsten B (DA-IRE5)" userId="838417e9-4a97-4a7a-b2bd-f27082891129" providerId="ADAL" clId="{99DF8FD3-A666-4DAA-AE7B-79C3D08BAF74}" dt="2026-02-03T23:24:36.668" v="1727" actId="478"/>
          <ac:cxnSpMkLst>
            <pc:docMk/>
            <pc:sldMk cId="2070488424" sldId="293"/>
            <ac:cxnSpMk id="1924" creationId="{4EA26E73-FA55-5A70-72D0-79D9A82C1039}"/>
          </ac:cxnSpMkLst>
        </pc:cxnChg>
      </pc:sldChg>
      <pc:sldChg chg="addSp delSp modSp add mod">
        <pc:chgData name="Kirsten B (DA-IRE5)" userId="838417e9-4a97-4a7a-b2bd-f27082891129" providerId="ADAL" clId="{99DF8FD3-A666-4DAA-AE7B-79C3D08BAF74}" dt="2026-02-03T23:52:11.504" v="2885" actId="20577"/>
        <pc:sldMkLst>
          <pc:docMk/>
          <pc:sldMk cId="3868731387" sldId="294"/>
        </pc:sldMkLst>
        <pc:spChg chg="del">
          <ac:chgData name="Kirsten B (DA-IRE5)" userId="838417e9-4a97-4a7a-b2bd-f27082891129" providerId="ADAL" clId="{99DF8FD3-A666-4DAA-AE7B-79C3D08BAF74}" dt="2026-02-03T23:48:22.803" v="2739" actId="478"/>
          <ac:spMkLst>
            <pc:docMk/>
            <pc:sldMk cId="3868731387" sldId="294"/>
            <ac:spMk id="8" creationId="{8CEC49AB-E19D-6549-E736-9485D1AB9E9A}"/>
          </ac:spMkLst>
        </pc:spChg>
        <pc:spChg chg="del">
          <ac:chgData name="Kirsten B (DA-IRE5)" userId="838417e9-4a97-4a7a-b2bd-f27082891129" providerId="ADAL" clId="{99DF8FD3-A666-4DAA-AE7B-79C3D08BAF74}" dt="2026-02-03T23:48:27.098" v="2741" actId="478"/>
          <ac:spMkLst>
            <pc:docMk/>
            <pc:sldMk cId="3868731387" sldId="294"/>
            <ac:spMk id="10" creationId="{129BB2C7-01CC-5078-B125-CBA309840386}"/>
          </ac:spMkLst>
        </pc:spChg>
        <pc:spChg chg="del mod">
          <ac:chgData name="Kirsten B (DA-IRE5)" userId="838417e9-4a97-4a7a-b2bd-f27082891129" providerId="ADAL" clId="{99DF8FD3-A666-4DAA-AE7B-79C3D08BAF74}" dt="2026-02-03T23:48:20.535" v="2738" actId="478"/>
          <ac:spMkLst>
            <pc:docMk/>
            <pc:sldMk cId="3868731387" sldId="294"/>
            <ac:spMk id="13" creationId="{970DC9DC-88BC-D5E5-EE24-439F262E9D7D}"/>
          </ac:spMkLst>
        </pc:spChg>
        <pc:spChg chg="mod">
          <ac:chgData name="Kirsten B (DA-IRE5)" userId="838417e9-4a97-4a7a-b2bd-f27082891129" providerId="ADAL" clId="{99DF8FD3-A666-4DAA-AE7B-79C3D08BAF74}" dt="2026-02-03T23:52:11.504" v="2885" actId="20577"/>
          <ac:spMkLst>
            <pc:docMk/>
            <pc:sldMk cId="3868731387" sldId="294"/>
            <ac:spMk id="430" creationId="{296792A7-BF87-E5C7-1A96-3778EEFB5186}"/>
          </ac:spMkLst>
        </pc:spChg>
        <pc:spChg chg="del">
          <ac:chgData name="Kirsten B (DA-IRE5)" userId="838417e9-4a97-4a7a-b2bd-f27082891129" providerId="ADAL" clId="{99DF8FD3-A666-4DAA-AE7B-79C3D08BAF74}" dt="2026-02-03T23:48:15.650" v="2735" actId="478"/>
          <ac:spMkLst>
            <pc:docMk/>
            <pc:sldMk cId="3868731387" sldId="294"/>
            <ac:spMk id="444" creationId="{AC501FD9-F88A-18C8-D572-A5F4257126F0}"/>
          </ac:spMkLst>
        </pc:spChg>
        <pc:grpChg chg="del">
          <ac:chgData name="Kirsten B (DA-IRE5)" userId="838417e9-4a97-4a7a-b2bd-f27082891129" providerId="ADAL" clId="{99DF8FD3-A666-4DAA-AE7B-79C3D08BAF74}" dt="2026-02-03T23:48:24.253" v="2740" actId="478"/>
          <ac:grpSpMkLst>
            <pc:docMk/>
            <pc:sldMk cId="3868731387" sldId="294"/>
            <ac:grpSpMk id="431" creationId="{154939F4-78E8-49A3-3B37-465A00F5F18F}"/>
          </ac:grpSpMkLst>
        </pc:grpChg>
        <pc:picChg chg="add mod">
          <ac:chgData name="Kirsten B (DA-IRE5)" userId="838417e9-4a97-4a7a-b2bd-f27082891129" providerId="ADAL" clId="{99DF8FD3-A666-4DAA-AE7B-79C3D08BAF74}" dt="2026-02-03T23:48:37.546" v="2744" actId="1076"/>
          <ac:picMkLst>
            <pc:docMk/>
            <pc:sldMk cId="3868731387" sldId="294"/>
            <ac:picMk id="6" creationId="{47D5F787-9E16-05B1-7F24-6D0AC96558D8}"/>
          </ac:picMkLst>
        </pc:picChg>
        <pc:picChg chg="del">
          <ac:chgData name="Kirsten B (DA-IRE5)" userId="838417e9-4a97-4a7a-b2bd-f27082891129" providerId="ADAL" clId="{99DF8FD3-A666-4DAA-AE7B-79C3D08BAF74}" dt="2026-02-03T23:48:16.677" v="2736" actId="478"/>
          <ac:picMkLst>
            <pc:docMk/>
            <pc:sldMk cId="3868731387" sldId="294"/>
            <ac:picMk id="429" creationId="{D89598DF-3DC9-E12A-C57B-DB45145042CC}"/>
          </ac:picMkLst>
        </pc:picChg>
      </pc:sldChg>
      <pc:sldChg chg="addSp delSp modSp add mod">
        <pc:chgData name="Kirsten B (DA-IRE5)" userId="838417e9-4a97-4a7a-b2bd-f27082891129" providerId="ADAL" clId="{99DF8FD3-A666-4DAA-AE7B-79C3D08BAF74}" dt="2026-02-03T23:51:30.188" v="2814" actId="1076"/>
        <pc:sldMkLst>
          <pc:docMk/>
          <pc:sldMk cId="3106429883" sldId="295"/>
        </pc:sldMkLst>
        <pc:spChg chg="mod">
          <ac:chgData name="Kirsten B (DA-IRE5)" userId="838417e9-4a97-4a7a-b2bd-f27082891129" providerId="ADAL" clId="{99DF8FD3-A666-4DAA-AE7B-79C3D08BAF74}" dt="2026-02-03T23:51:03.058" v="2811" actId="20577"/>
          <ac:spMkLst>
            <pc:docMk/>
            <pc:sldMk cId="3106429883" sldId="295"/>
            <ac:spMk id="430" creationId="{5B8D5A85-5D7F-27C3-D089-88EE9B9642F5}"/>
          </ac:spMkLst>
        </pc:spChg>
        <pc:picChg chg="del">
          <ac:chgData name="Kirsten B (DA-IRE5)" userId="838417e9-4a97-4a7a-b2bd-f27082891129" providerId="ADAL" clId="{99DF8FD3-A666-4DAA-AE7B-79C3D08BAF74}" dt="2026-02-03T23:49:08.534" v="2746" actId="478"/>
          <ac:picMkLst>
            <pc:docMk/>
            <pc:sldMk cId="3106429883" sldId="295"/>
            <ac:picMk id="6" creationId="{00A404B9-9063-D913-57B3-CC2F57DEF6AF}"/>
          </ac:picMkLst>
        </pc:picChg>
        <pc:picChg chg="add mod">
          <ac:chgData name="Kirsten B (DA-IRE5)" userId="838417e9-4a97-4a7a-b2bd-f27082891129" providerId="ADAL" clId="{99DF8FD3-A666-4DAA-AE7B-79C3D08BAF74}" dt="2026-02-03T23:51:28.078" v="2813" actId="1076"/>
          <ac:picMkLst>
            <pc:docMk/>
            <pc:sldMk cId="3106429883" sldId="295"/>
            <ac:picMk id="8" creationId="{B1142143-D4D0-FBEF-5205-8ABE9318DFD2}"/>
          </ac:picMkLst>
        </pc:picChg>
        <pc:picChg chg="add mod">
          <ac:chgData name="Kirsten B (DA-IRE5)" userId="838417e9-4a97-4a7a-b2bd-f27082891129" providerId="ADAL" clId="{99DF8FD3-A666-4DAA-AE7B-79C3D08BAF74}" dt="2026-02-03T23:51:30.188" v="2814" actId="1076"/>
          <ac:picMkLst>
            <pc:docMk/>
            <pc:sldMk cId="3106429883" sldId="295"/>
            <ac:picMk id="10" creationId="{44F33ECD-341D-E899-4C17-B4816DFF6A2E}"/>
          </ac:picMkLst>
        </pc:picChg>
      </pc:sldChg>
      <pc:sldChg chg="addSp delSp modSp add mod">
        <pc:chgData name="Kirsten B (DA-IRE5)" userId="838417e9-4a97-4a7a-b2bd-f27082891129" providerId="ADAL" clId="{99DF8FD3-A666-4DAA-AE7B-79C3D08BAF74}" dt="2026-02-04T00:01:32.900" v="3138" actId="1076"/>
        <pc:sldMkLst>
          <pc:docMk/>
          <pc:sldMk cId="3472383012" sldId="296"/>
        </pc:sldMkLst>
        <pc:spChg chg="del">
          <ac:chgData name="Kirsten B (DA-IRE5)" userId="838417e9-4a97-4a7a-b2bd-f27082891129" providerId="ADAL" clId="{99DF8FD3-A666-4DAA-AE7B-79C3D08BAF74}" dt="2026-02-03T23:58:16.629" v="3040" actId="478"/>
          <ac:spMkLst>
            <pc:docMk/>
            <pc:sldMk cId="3472383012" sldId="296"/>
            <ac:spMk id="3" creationId="{3510C5C2-1884-B877-21E5-9E2850022286}"/>
          </ac:spMkLst>
        </pc:spChg>
        <pc:spChg chg="del">
          <ac:chgData name="Kirsten B (DA-IRE5)" userId="838417e9-4a97-4a7a-b2bd-f27082891129" providerId="ADAL" clId="{99DF8FD3-A666-4DAA-AE7B-79C3D08BAF74}" dt="2026-02-03T23:58:19.838" v="3041" actId="478"/>
          <ac:spMkLst>
            <pc:docMk/>
            <pc:sldMk cId="3472383012" sldId="296"/>
            <ac:spMk id="4" creationId="{3AAA5882-26BE-8C3F-D09B-738F92D07028}"/>
          </ac:spMkLst>
        </pc:spChg>
        <pc:spChg chg="del">
          <ac:chgData name="Kirsten B (DA-IRE5)" userId="838417e9-4a97-4a7a-b2bd-f27082891129" providerId="ADAL" clId="{99DF8FD3-A666-4DAA-AE7B-79C3D08BAF74}" dt="2026-02-03T23:58:22.688" v="3042" actId="478"/>
          <ac:spMkLst>
            <pc:docMk/>
            <pc:sldMk cId="3472383012" sldId="296"/>
            <ac:spMk id="5" creationId="{F30EDF3D-E019-7AF9-7347-B51C7DECB95C}"/>
          </ac:spMkLst>
        </pc:spChg>
        <pc:spChg chg="del mod">
          <ac:chgData name="Kirsten B (DA-IRE5)" userId="838417e9-4a97-4a7a-b2bd-f27082891129" providerId="ADAL" clId="{99DF8FD3-A666-4DAA-AE7B-79C3D08BAF74}" dt="2026-02-03T23:58:14.218" v="3039" actId="478"/>
          <ac:spMkLst>
            <pc:docMk/>
            <pc:sldMk cId="3472383012" sldId="296"/>
            <ac:spMk id="7" creationId="{97BD38C3-CDB4-A620-88B5-05E7F9F56B1C}"/>
          </ac:spMkLst>
        </pc:spChg>
        <pc:spChg chg="del">
          <ac:chgData name="Kirsten B (DA-IRE5)" userId="838417e9-4a97-4a7a-b2bd-f27082891129" providerId="ADAL" clId="{99DF8FD3-A666-4DAA-AE7B-79C3D08BAF74}" dt="2026-02-03T23:59:27.407" v="3092" actId="478"/>
          <ac:spMkLst>
            <pc:docMk/>
            <pc:sldMk cId="3472383012" sldId="296"/>
            <ac:spMk id="8" creationId="{B152BE96-131E-D073-A255-9196D8128A9D}"/>
          </ac:spMkLst>
        </pc:spChg>
        <pc:spChg chg="add mod">
          <ac:chgData name="Kirsten B (DA-IRE5)" userId="838417e9-4a97-4a7a-b2bd-f27082891129" providerId="ADAL" clId="{99DF8FD3-A666-4DAA-AE7B-79C3D08BAF74}" dt="2026-02-04T00:01:32.900" v="3138" actId="1076"/>
          <ac:spMkLst>
            <pc:docMk/>
            <pc:sldMk cId="3472383012" sldId="296"/>
            <ac:spMk id="9" creationId="{217323C6-7812-049B-8A95-A51F005381EB}"/>
          </ac:spMkLst>
        </pc:spChg>
        <pc:spChg chg="add mod">
          <ac:chgData name="Kirsten B (DA-IRE5)" userId="838417e9-4a97-4a7a-b2bd-f27082891129" providerId="ADAL" clId="{99DF8FD3-A666-4DAA-AE7B-79C3D08BAF74}" dt="2026-02-03T23:59:40.375" v="3094"/>
          <ac:spMkLst>
            <pc:docMk/>
            <pc:sldMk cId="3472383012" sldId="296"/>
            <ac:spMk id="11" creationId="{2A124D42-5E37-04E9-A937-68413AD655C2}"/>
          </ac:spMkLst>
        </pc:spChg>
        <pc:spChg chg="add del mod">
          <ac:chgData name="Kirsten B (DA-IRE5)" userId="838417e9-4a97-4a7a-b2bd-f27082891129" providerId="ADAL" clId="{99DF8FD3-A666-4DAA-AE7B-79C3D08BAF74}" dt="2026-02-04T00:00:58.840" v="3131" actId="478"/>
          <ac:spMkLst>
            <pc:docMk/>
            <pc:sldMk cId="3472383012" sldId="296"/>
            <ac:spMk id="12" creationId="{D14E4DD8-D7F4-F385-8813-2113523950FA}"/>
          </ac:spMkLst>
        </pc:spChg>
        <pc:spChg chg="del">
          <ac:chgData name="Kirsten B (DA-IRE5)" userId="838417e9-4a97-4a7a-b2bd-f27082891129" providerId="ADAL" clId="{99DF8FD3-A666-4DAA-AE7B-79C3D08BAF74}" dt="2026-02-03T23:59:30.092" v="3093" actId="478"/>
          <ac:spMkLst>
            <pc:docMk/>
            <pc:sldMk cId="3472383012" sldId="296"/>
            <ac:spMk id="13" creationId="{0E587F3F-A37C-D71C-800F-2634C55233A1}"/>
          </ac:spMkLst>
        </pc:spChg>
        <pc:spChg chg="add del mod">
          <ac:chgData name="Kirsten B (DA-IRE5)" userId="838417e9-4a97-4a7a-b2bd-f27082891129" providerId="ADAL" clId="{99DF8FD3-A666-4DAA-AE7B-79C3D08BAF74}" dt="2026-02-04T00:00:55.960" v="3130" actId="478"/>
          <ac:spMkLst>
            <pc:docMk/>
            <pc:sldMk cId="3472383012" sldId="296"/>
            <ac:spMk id="14" creationId="{A8D4ADE8-B6C9-439F-6666-5F5207C36508}"/>
          </ac:spMkLst>
        </pc:spChg>
        <pc:spChg chg="add del mod">
          <ac:chgData name="Kirsten B (DA-IRE5)" userId="838417e9-4a97-4a7a-b2bd-f27082891129" providerId="ADAL" clId="{99DF8FD3-A666-4DAA-AE7B-79C3D08BAF74}" dt="2026-02-04T00:00:26.887" v="3121" actId="478"/>
          <ac:spMkLst>
            <pc:docMk/>
            <pc:sldMk cId="3472383012" sldId="296"/>
            <ac:spMk id="15" creationId="{06B6A03B-CB0B-2E97-874B-C63813D2978D}"/>
          </ac:spMkLst>
        </pc:spChg>
        <pc:spChg chg="mod">
          <ac:chgData name="Kirsten B (DA-IRE5)" userId="838417e9-4a97-4a7a-b2bd-f27082891129" providerId="ADAL" clId="{99DF8FD3-A666-4DAA-AE7B-79C3D08BAF74}" dt="2026-02-04T00:00:18.340" v="3119" actId="1076"/>
          <ac:spMkLst>
            <pc:docMk/>
            <pc:sldMk cId="3472383012" sldId="296"/>
            <ac:spMk id="440" creationId="{19FA2D9E-C884-1B4C-208D-8BDF3099A216}"/>
          </ac:spMkLst>
        </pc:spChg>
        <pc:grpChg chg="del">
          <ac:chgData name="Kirsten B (DA-IRE5)" userId="838417e9-4a97-4a7a-b2bd-f27082891129" providerId="ADAL" clId="{99DF8FD3-A666-4DAA-AE7B-79C3D08BAF74}" dt="2026-02-03T23:58:10.870" v="3037" actId="478"/>
          <ac:grpSpMkLst>
            <pc:docMk/>
            <pc:sldMk cId="3472383012" sldId="296"/>
            <ac:grpSpMk id="431" creationId="{7251EF4B-A1A7-8D75-4679-17ECA86A0145}"/>
          </ac:grpSpMkLst>
        </pc:grpChg>
        <pc:picChg chg="add mod">
          <ac:chgData name="Kirsten B (DA-IRE5)" userId="838417e9-4a97-4a7a-b2bd-f27082891129" providerId="ADAL" clId="{99DF8FD3-A666-4DAA-AE7B-79C3D08BAF74}" dt="2026-02-04T00:01:27.842" v="3137" actId="1076"/>
          <ac:picMkLst>
            <pc:docMk/>
            <pc:sldMk cId="3472383012" sldId="296"/>
            <ac:picMk id="6" creationId="{D82853C7-A9AC-3E3D-5479-ABE94CBC736E}"/>
          </ac:picMkLst>
        </pc:picChg>
        <pc:picChg chg="add mod">
          <ac:chgData name="Kirsten B (DA-IRE5)" userId="838417e9-4a97-4a7a-b2bd-f27082891129" providerId="ADAL" clId="{99DF8FD3-A666-4DAA-AE7B-79C3D08BAF74}" dt="2026-02-04T00:01:25.570" v="3136" actId="1076"/>
          <ac:picMkLst>
            <pc:docMk/>
            <pc:sldMk cId="3472383012" sldId="296"/>
            <ac:picMk id="16" creationId="{A02FC0C9-2E1F-B4E7-1941-FE7AD127D6B0}"/>
          </ac:picMkLst>
        </pc:picChg>
        <pc:picChg chg="del">
          <ac:chgData name="Kirsten B (DA-IRE5)" userId="838417e9-4a97-4a7a-b2bd-f27082891129" providerId="ADAL" clId="{99DF8FD3-A666-4DAA-AE7B-79C3D08BAF74}" dt="2026-02-03T23:58:09.460" v="3036" actId="478"/>
          <ac:picMkLst>
            <pc:docMk/>
            <pc:sldMk cId="3472383012" sldId="296"/>
            <ac:picMk id="429" creationId="{A752F779-EB16-968E-8032-BE6AE5349FD1}"/>
          </ac:picMkLst>
        </pc:picChg>
      </pc:sldChg>
      <pc:sldChg chg="modSp add mod">
        <pc:chgData name="Kirsten B (DA-IRE5)" userId="838417e9-4a97-4a7a-b2bd-f27082891129" providerId="ADAL" clId="{99DF8FD3-A666-4DAA-AE7B-79C3D08BAF74}" dt="2026-02-04T00:02:06.512" v="3160" actId="20577"/>
        <pc:sldMkLst>
          <pc:docMk/>
          <pc:sldMk cId="3545046116" sldId="297"/>
        </pc:sldMkLst>
        <pc:spChg chg="mod">
          <ac:chgData name="Kirsten B (DA-IRE5)" userId="838417e9-4a97-4a7a-b2bd-f27082891129" providerId="ADAL" clId="{99DF8FD3-A666-4DAA-AE7B-79C3D08BAF74}" dt="2026-02-04T00:02:06.512" v="3160" actId="20577"/>
          <ac:spMkLst>
            <pc:docMk/>
            <pc:sldMk cId="3545046116" sldId="297"/>
            <ac:spMk id="430" creationId="{58375D54-1C69-CB48-894F-02DA93FEE09B}"/>
          </ac:spMkLst>
        </pc:spChg>
      </pc:sldChg>
      <pc:sldChg chg="addSp delSp modSp add mod">
        <pc:chgData name="Kirsten B (DA-IRE5)" userId="838417e9-4a97-4a7a-b2bd-f27082891129" providerId="ADAL" clId="{99DF8FD3-A666-4DAA-AE7B-79C3D08BAF74}" dt="2026-02-04T00:24:49.890" v="3997" actId="478"/>
        <pc:sldMkLst>
          <pc:docMk/>
          <pc:sldMk cId="838743569" sldId="298"/>
        </pc:sldMkLst>
        <pc:spChg chg="del mod">
          <ac:chgData name="Kirsten B (DA-IRE5)" userId="838417e9-4a97-4a7a-b2bd-f27082891129" providerId="ADAL" clId="{99DF8FD3-A666-4DAA-AE7B-79C3D08BAF74}" dt="2026-02-04T00:19:58.931" v="3777" actId="478"/>
          <ac:spMkLst>
            <pc:docMk/>
            <pc:sldMk cId="838743569" sldId="298"/>
            <ac:spMk id="4" creationId="{0098E7C7-46DD-0A1B-E33D-EAF8B1558848}"/>
          </ac:spMkLst>
        </pc:spChg>
        <pc:spChg chg="mod">
          <ac:chgData name="Kirsten B (DA-IRE5)" userId="838417e9-4a97-4a7a-b2bd-f27082891129" providerId="ADAL" clId="{99DF8FD3-A666-4DAA-AE7B-79C3D08BAF74}" dt="2026-02-04T00:22:50.561" v="3993" actId="1076"/>
          <ac:spMkLst>
            <pc:docMk/>
            <pc:sldMk cId="838743569" sldId="298"/>
            <ac:spMk id="5" creationId="{BD165D40-7C4A-84FE-A4CD-8B86D7C0A1A8}"/>
          </ac:spMkLst>
        </pc:spChg>
        <pc:spChg chg="del mod">
          <ac:chgData name="Kirsten B (DA-IRE5)" userId="838417e9-4a97-4a7a-b2bd-f27082891129" providerId="ADAL" clId="{99DF8FD3-A666-4DAA-AE7B-79C3D08BAF74}" dt="2026-02-04T00:19:56.255" v="3776" actId="478"/>
          <ac:spMkLst>
            <pc:docMk/>
            <pc:sldMk cId="838743569" sldId="298"/>
            <ac:spMk id="6" creationId="{AA9BD4BE-A2BB-9AF6-9F0B-C1B734C9C578}"/>
          </ac:spMkLst>
        </pc:spChg>
        <pc:spChg chg="mod">
          <ac:chgData name="Kirsten B (DA-IRE5)" userId="838417e9-4a97-4a7a-b2bd-f27082891129" providerId="ADAL" clId="{99DF8FD3-A666-4DAA-AE7B-79C3D08BAF74}" dt="2026-02-04T00:09:22.667" v="3587" actId="20577"/>
          <ac:spMkLst>
            <pc:docMk/>
            <pc:sldMk cId="838743569" sldId="298"/>
            <ac:spMk id="236" creationId="{CE9DB9F4-F6F0-F246-8559-A4A26E691F34}"/>
          </ac:spMkLst>
        </pc:spChg>
        <pc:spChg chg="mod">
          <ac:chgData name="Kirsten B (DA-IRE5)" userId="838417e9-4a97-4a7a-b2bd-f27082891129" providerId="ADAL" clId="{99DF8FD3-A666-4DAA-AE7B-79C3D08BAF74}" dt="2026-02-04T00:22:58.126" v="3995" actId="1076"/>
          <ac:spMkLst>
            <pc:docMk/>
            <pc:sldMk cId="838743569" sldId="298"/>
            <ac:spMk id="296" creationId="{110A4E03-7BC1-A4C5-0139-F5140A0ADF08}"/>
          </ac:spMkLst>
        </pc:spChg>
        <pc:grpChg chg="del mod">
          <ac:chgData name="Kirsten B (DA-IRE5)" userId="838417e9-4a97-4a7a-b2bd-f27082891129" providerId="ADAL" clId="{99DF8FD3-A666-4DAA-AE7B-79C3D08BAF74}" dt="2026-02-04T00:24:49.890" v="3997" actId="478"/>
          <ac:grpSpMkLst>
            <pc:docMk/>
            <pc:sldMk cId="838743569" sldId="298"/>
            <ac:grpSpMk id="237" creationId="{535D0CE4-8A1E-230C-831D-7596D44DE5D4}"/>
          </ac:grpSpMkLst>
        </pc:grpChg>
        <pc:picChg chg="add mod">
          <ac:chgData name="Kirsten B (DA-IRE5)" userId="838417e9-4a97-4a7a-b2bd-f27082891129" providerId="ADAL" clId="{99DF8FD3-A666-4DAA-AE7B-79C3D08BAF74}" dt="2026-02-04T00:19:53.460" v="3775" actId="1076"/>
          <ac:picMkLst>
            <pc:docMk/>
            <pc:sldMk cId="838743569" sldId="298"/>
            <ac:picMk id="3" creationId="{F237170E-F2FF-E33D-8064-AC329B342D6B}"/>
          </ac:picMkLst>
        </pc:picChg>
        <pc:picChg chg="del mod">
          <ac:chgData name="Kirsten B (DA-IRE5)" userId="838417e9-4a97-4a7a-b2bd-f27082891129" providerId="ADAL" clId="{99DF8FD3-A666-4DAA-AE7B-79C3D08BAF74}" dt="2026-02-04T00:19:45.073" v="3771" actId="478"/>
          <ac:picMkLst>
            <pc:docMk/>
            <pc:sldMk cId="838743569" sldId="298"/>
            <ac:picMk id="235" creationId="{004FADE6-B279-32EE-8B7A-E687AC36F43C}"/>
          </ac:picMkLst>
        </pc:picChg>
      </pc:sldChg>
      <pc:sldChg chg="addSp delSp modSp add mod">
        <pc:chgData name="Kirsten B (DA-IRE5)" userId="838417e9-4a97-4a7a-b2bd-f27082891129" providerId="ADAL" clId="{99DF8FD3-A666-4DAA-AE7B-79C3D08BAF74}" dt="2026-02-04T00:41:42.102" v="5069" actId="5793"/>
        <pc:sldMkLst>
          <pc:docMk/>
          <pc:sldMk cId="2588467286" sldId="299"/>
        </pc:sldMkLst>
        <pc:spChg chg="mod">
          <ac:chgData name="Kirsten B (DA-IRE5)" userId="838417e9-4a97-4a7a-b2bd-f27082891129" providerId="ADAL" clId="{99DF8FD3-A666-4DAA-AE7B-79C3D08BAF74}" dt="2026-02-04T00:30:20.612" v="4600" actId="20577"/>
          <ac:spMkLst>
            <pc:docMk/>
            <pc:sldMk cId="2588467286" sldId="299"/>
            <ac:spMk id="5" creationId="{C082CDF6-0BEE-4665-0C05-E65ED2A4D4E1}"/>
          </ac:spMkLst>
        </pc:spChg>
        <pc:spChg chg="mod">
          <ac:chgData name="Kirsten B (DA-IRE5)" userId="838417e9-4a97-4a7a-b2bd-f27082891129" providerId="ADAL" clId="{99DF8FD3-A666-4DAA-AE7B-79C3D08BAF74}" dt="2026-02-04T00:41:42.102" v="5069" actId="5793"/>
          <ac:spMkLst>
            <pc:docMk/>
            <pc:sldMk cId="2588467286" sldId="299"/>
            <ac:spMk id="236" creationId="{20CDA6B6-C125-8684-CBD6-0922AE162230}"/>
          </ac:spMkLst>
        </pc:spChg>
        <pc:spChg chg="mod">
          <ac:chgData name="Kirsten B (DA-IRE5)" userId="838417e9-4a97-4a7a-b2bd-f27082891129" providerId="ADAL" clId="{99DF8FD3-A666-4DAA-AE7B-79C3D08BAF74}" dt="2026-02-04T00:29:59.104" v="4558" actId="14100"/>
          <ac:spMkLst>
            <pc:docMk/>
            <pc:sldMk cId="2588467286" sldId="299"/>
            <ac:spMk id="296" creationId="{60C239FC-A40F-D6A9-9333-A69BBA827FD6}"/>
          </ac:spMkLst>
        </pc:spChg>
        <pc:picChg chg="del">
          <ac:chgData name="Kirsten B (DA-IRE5)" userId="838417e9-4a97-4a7a-b2bd-f27082891129" providerId="ADAL" clId="{99DF8FD3-A666-4DAA-AE7B-79C3D08BAF74}" dt="2026-02-04T00:24:54.103" v="3998" actId="478"/>
          <ac:picMkLst>
            <pc:docMk/>
            <pc:sldMk cId="2588467286" sldId="299"/>
            <ac:picMk id="3" creationId="{5A8FE5C1-B723-717A-A21C-72426D1AC9C5}"/>
          </ac:picMkLst>
        </pc:picChg>
        <pc:picChg chg="add mod">
          <ac:chgData name="Kirsten B (DA-IRE5)" userId="838417e9-4a97-4a7a-b2bd-f27082891129" providerId="ADAL" clId="{99DF8FD3-A666-4DAA-AE7B-79C3D08BAF74}" dt="2026-02-04T00:38:08.467" v="4964" actId="14100"/>
          <ac:picMkLst>
            <pc:docMk/>
            <pc:sldMk cId="2588467286" sldId="299"/>
            <ac:picMk id="4" creationId="{8D41CBCD-B7BD-C388-3140-F92E4EB49DD2}"/>
          </ac:picMkLst>
        </pc:picChg>
        <pc:picChg chg="add mod">
          <ac:chgData name="Kirsten B (DA-IRE5)" userId="838417e9-4a97-4a7a-b2bd-f27082891129" providerId="ADAL" clId="{99DF8FD3-A666-4DAA-AE7B-79C3D08BAF74}" dt="2026-02-04T00:38:10.967" v="4965" actId="1076"/>
          <ac:picMkLst>
            <pc:docMk/>
            <pc:sldMk cId="2588467286" sldId="299"/>
            <ac:picMk id="7" creationId="{7788D6AA-259B-CE20-06F7-9CEC9916A04C}"/>
          </ac:picMkLst>
        </pc:picChg>
      </pc:sldChg>
      <pc:sldMasterChg chg="del delSldLayout">
        <pc:chgData name="Kirsten B (DA-IRE5)" userId="838417e9-4a97-4a7a-b2bd-f27082891129" providerId="ADAL" clId="{99DF8FD3-A666-4DAA-AE7B-79C3D08BAF74}" dt="2026-02-04T00:31:13.540" v="4614" actId="47"/>
        <pc:sldMasterMkLst>
          <pc:docMk/>
          <pc:sldMasterMk cId="0" sldId="2147483661"/>
        </pc:sldMasterMkLst>
        <pc:sldLayoutChg chg="del">
          <pc:chgData name="Kirsten B (DA-IRE5)" userId="838417e9-4a97-4a7a-b2bd-f27082891129" providerId="ADAL" clId="{99DF8FD3-A666-4DAA-AE7B-79C3D08BAF74}" dt="2026-02-04T00:31:13.540" v="4614" actId="47"/>
          <pc:sldLayoutMkLst>
            <pc:docMk/>
            <pc:sldMasterMk cId="0" sldId="2147483661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0c28a2460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d0c28a2460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df263c7755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df263c7755_0_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6">
          <a:extLst>
            <a:ext uri="{FF2B5EF4-FFF2-40B4-BE49-F238E27FC236}">
              <a16:creationId xmlns:a16="http://schemas.microsoft.com/office/drawing/2014/main" id="{8F0AF079-0BEA-1E91-A6A5-589E407E9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df7281e0c1_1_1197:notes">
            <a:extLst>
              <a:ext uri="{FF2B5EF4-FFF2-40B4-BE49-F238E27FC236}">
                <a16:creationId xmlns:a16="http://schemas.microsoft.com/office/drawing/2014/main" id="{5DB23358-7234-A66B-74B5-17B0BC06D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df7281e0c1_1_1197:notes">
            <a:extLst>
              <a:ext uri="{FF2B5EF4-FFF2-40B4-BE49-F238E27FC236}">
                <a16:creationId xmlns:a16="http://schemas.microsoft.com/office/drawing/2014/main" id="{EE9EB8F9-48EF-6226-E65D-A9517E41CB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723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6">
          <a:extLst>
            <a:ext uri="{FF2B5EF4-FFF2-40B4-BE49-F238E27FC236}">
              <a16:creationId xmlns:a16="http://schemas.microsoft.com/office/drawing/2014/main" id="{D6314E0F-132B-8F41-47C5-B7AB8D5B9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df7281e0c1_1_1197:notes">
            <a:extLst>
              <a:ext uri="{FF2B5EF4-FFF2-40B4-BE49-F238E27FC236}">
                <a16:creationId xmlns:a16="http://schemas.microsoft.com/office/drawing/2014/main" id="{BE682234-AA0A-A813-54BA-6C787DA8B0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df7281e0c1_1_1197:notes">
            <a:extLst>
              <a:ext uri="{FF2B5EF4-FFF2-40B4-BE49-F238E27FC236}">
                <a16:creationId xmlns:a16="http://schemas.microsoft.com/office/drawing/2014/main" id="{82EBE2B4-408A-DBA3-687F-3D4827805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657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6">
          <a:extLst>
            <a:ext uri="{FF2B5EF4-FFF2-40B4-BE49-F238E27FC236}">
              <a16:creationId xmlns:a16="http://schemas.microsoft.com/office/drawing/2014/main" id="{616AE8D6-6573-802D-5028-4F0043EC2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df7281e0c1_1_1197:notes">
            <a:extLst>
              <a:ext uri="{FF2B5EF4-FFF2-40B4-BE49-F238E27FC236}">
                <a16:creationId xmlns:a16="http://schemas.microsoft.com/office/drawing/2014/main" id="{C477017E-4815-9CFA-3D76-030F8C4B6D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df7281e0c1_1_1197:notes">
            <a:extLst>
              <a:ext uri="{FF2B5EF4-FFF2-40B4-BE49-F238E27FC236}">
                <a16:creationId xmlns:a16="http://schemas.microsoft.com/office/drawing/2014/main" id="{7DEB5465-9A27-B116-7AD0-C1311B173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00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df7281e0c1_1_1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df7281e0c1_1_1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0EB3263B-F483-0904-5F7B-E130C71BC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df263c7755_0_539:notes">
            <a:extLst>
              <a:ext uri="{FF2B5EF4-FFF2-40B4-BE49-F238E27FC236}">
                <a16:creationId xmlns:a16="http://schemas.microsoft.com/office/drawing/2014/main" id="{C1BFC64B-1F65-9D35-9FE7-27121FBB5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df263c7755_0_539:notes">
            <a:extLst>
              <a:ext uri="{FF2B5EF4-FFF2-40B4-BE49-F238E27FC236}">
                <a16:creationId xmlns:a16="http://schemas.microsoft.com/office/drawing/2014/main" id="{55F18ED6-DA36-5643-EE35-570E7A4C14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9873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49D488AA-35AF-0F53-720A-F8DF9B45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df263c7755_0_539:notes">
            <a:extLst>
              <a:ext uri="{FF2B5EF4-FFF2-40B4-BE49-F238E27FC236}">
                <a16:creationId xmlns:a16="http://schemas.microsoft.com/office/drawing/2014/main" id="{15D18F96-5F46-FF6A-013D-67E37C588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df263c7755_0_539:notes">
            <a:extLst>
              <a:ext uri="{FF2B5EF4-FFF2-40B4-BE49-F238E27FC236}">
                <a16:creationId xmlns:a16="http://schemas.microsoft.com/office/drawing/2014/main" id="{60A4409A-84CE-CB82-ED4A-5499C5A0D3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9902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df263c7755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df263c7755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95FB8820-DB4C-6393-EB0F-C47384CE4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df263c7755_0_539:notes">
            <a:extLst>
              <a:ext uri="{FF2B5EF4-FFF2-40B4-BE49-F238E27FC236}">
                <a16:creationId xmlns:a16="http://schemas.microsoft.com/office/drawing/2014/main" id="{A1AEAFA1-3247-45A0-E5EB-893AE7BC1B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df263c7755_0_539:notes">
            <a:extLst>
              <a:ext uri="{FF2B5EF4-FFF2-40B4-BE49-F238E27FC236}">
                <a16:creationId xmlns:a16="http://schemas.microsoft.com/office/drawing/2014/main" id="{F5FA7DE6-18D2-00DB-1981-F0E510120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7817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A76B4643-4599-BD69-ACE6-AC9FFFA4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df263c7755_0_539:notes">
            <a:extLst>
              <a:ext uri="{FF2B5EF4-FFF2-40B4-BE49-F238E27FC236}">
                <a16:creationId xmlns:a16="http://schemas.microsoft.com/office/drawing/2014/main" id="{1BB9703D-A80D-915B-D44E-45806B9F2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df263c7755_0_539:notes">
            <a:extLst>
              <a:ext uri="{FF2B5EF4-FFF2-40B4-BE49-F238E27FC236}">
                <a16:creationId xmlns:a16="http://schemas.microsoft.com/office/drawing/2014/main" id="{EA83F4B4-607C-A5D5-E4C2-1A92C956E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596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bf470cc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bf470cc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B29E81AC-360C-933D-4339-D6CCAE7AB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bf470ccaa_0_0:notes">
            <a:extLst>
              <a:ext uri="{FF2B5EF4-FFF2-40B4-BE49-F238E27FC236}">
                <a16:creationId xmlns:a16="http://schemas.microsoft.com/office/drawing/2014/main" id="{7946D285-4AF0-E275-AE78-B2F984DC9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bf470ccaa_0_0:notes">
            <a:extLst>
              <a:ext uri="{FF2B5EF4-FFF2-40B4-BE49-F238E27FC236}">
                <a16:creationId xmlns:a16="http://schemas.microsoft.com/office/drawing/2014/main" id="{167AB047-89D6-498D-2F42-AC873BA65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352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7F77BDBF-7F18-0B59-2162-C6D08E13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bf470ccaa_0_0:notes">
            <a:extLst>
              <a:ext uri="{FF2B5EF4-FFF2-40B4-BE49-F238E27FC236}">
                <a16:creationId xmlns:a16="http://schemas.microsoft.com/office/drawing/2014/main" id="{4FE5A294-4453-3EFB-B31E-B82C60DD7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bf470ccaa_0_0:notes">
            <a:extLst>
              <a:ext uri="{FF2B5EF4-FFF2-40B4-BE49-F238E27FC236}">
                <a16:creationId xmlns:a16="http://schemas.microsoft.com/office/drawing/2014/main" id="{8DA6648C-ADE4-1BA3-5FD6-08E01D494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8256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dbf470ccaa_0_1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dbf470ccaa_0_1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df7281e0c1_1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df7281e0c1_1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160875"/>
            <a:ext cx="3739500" cy="24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644875"/>
            <a:ext cx="37395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NwZ4AWltjGKYl-bzXojKUPLT_uvElZfWzLMJvZFb2Ps/co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457200" y="1160875"/>
            <a:ext cx="3739500" cy="24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Village Vets</a:t>
            </a:r>
            <a:br>
              <a:rPr lang="en" b="1" dirty="0"/>
            </a:br>
            <a:r>
              <a:rPr lang="en" b="1" dirty="0"/>
              <a:t>Database </a:t>
            </a:r>
            <a:br>
              <a:rPr lang="en" b="1" dirty="0"/>
            </a:br>
            <a:r>
              <a:rPr lang="en" b="1" dirty="0"/>
              <a:t>&amp; Dashboard</a:t>
            </a:r>
            <a:endParaRPr b="1"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457200" y="3644875"/>
            <a:ext cx="37395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</a:t>
            </a:r>
            <a:r>
              <a:rPr lang="en" dirty="0"/>
              <a:t>y Kirsten Baltazar</a:t>
            </a:r>
            <a:endParaRPr dirty="0"/>
          </a:p>
        </p:txBody>
      </p:sp>
      <p:grpSp>
        <p:nvGrpSpPr>
          <p:cNvPr id="48" name="Google Shape;48;p15"/>
          <p:cNvGrpSpPr/>
          <p:nvPr/>
        </p:nvGrpSpPr>
        <p:grpSpPr>
          <a:xfrm>
            <a:off x="4002760" y="411661"/>
            <a:ext cx="4904266" cy="4320177"/>
            <a:chOff x="3782325" y="411473"/>
            <a:chExt cx="4904266" cy="4320177"/>
          </a:xfrm>
        </p:grpSpPr>
        <p:sp>
          <p:nvSpPr>
            <p:cNvPr id="49" name="Google Shape;49;p15"/>
            <p:cNvSpPr/>
            <p:nvPr/>
          </p:nvSpPr>
          <p:spPr>
            <a:xfrm>
              <a:off x="3782325" y="411473"/>
              <a:ext cx="3628200" cy="362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5"/>
            <p:cNvSpPr/>
            <p:nvPr/>
          </p:nvSpPr>
          <p:spPr>
            <a:xfrm>
              <a:off x="4774228" y="1403411"/>
              <a:ext cx="1644422" cy="1644364"/>
            </a:xfrm>
            <a:custGeom>
              <a:avLst/>
              <a:gdLst/>
              <a:ahLst/>
              <a:cxnLst/>
              <a:rect l="l" t="t" r="r" b="b"/>
              <a:pathLst>
                <a:path w="28205" h="28204" extrusionOk="0">
                  <a:moveTo>
                    <a:pt x="7343" y="0"/>
                  </a:moveTo>
                  <a:lnTo>
                    <a:pt x="7343" y="7343"/>
                  </a:lnTo>
                  <a:lnTo>
                    <a:pt x="1" y="7343"/>
                  </a:lnTo>
                  <a:lnTo>
                    <a:pt x="1" y="20861"/>
                  </a:lnTo>
                  <a:lnTo>
                    <a:pt x="7343" y="20861"/>
                  </a:lnTo>
                  <a:lnTo>
                    <a:pt x="7343" y="28204"/>
                  </a:lnTo>
                  <a:lnTo>
                    <a:pt x="20862" y="28204"/>
                  </a:lnTo>
                  <a:lnTo>
                    <a:pt x="20862" y="20861"/>
                  </a:lnTo>
                  <a:lnTo>
                    <a:pt x="28204" y="20861"/>
                  </a:lnTo>
                  <a:lnTo>
                    <a:pt x="28204" y="7343"/>
                  </a:lnTo>
                  <a:lnTo>
                    <a:pt x="20862" y="7343"/>
                  </a:lnTo>
                  <a:lnTo>
                    <a:pt x="208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15"/>
            <p:cNvGrpSpPr/>
            <p:nvPr/>
          </p:nvGrpSpPr>
          <p:grpSpPr>
            <a:xfrm>
              <a:off x="5218777" y="1926069"/>
              <a:ext cx="755103" cy="576391"/>
              <a:chOff x="5691202" y="2252994"/>
              <a:chExt cx="638349" cy="487270"/>
            </a:xfrm>
          </p:grpSpPr>
          <p:sp>
            <p:nvSpPr>
              <p:cNvPr id="52" name="Google Shape;52;p15"/>
              <p:cNvSpPr/>
              <p:nvPr/>
            </p:nvSpPr>
            <p:spPr>
              <a:xfrm>
                <a:off x="5782388" y="2501269"/>
                <a:ext cx="455959" cy="238995"/>
              </a:xfrm>
              <a:custGeom>
                <a:avLst/>
                <a:gdLst/>
                <a:ahLst/>
                <a:cxnLst/>
                <a:rect l="l" t="t" r="r" b="b"/>
                <a:pathLst>
                  <a:path w="9251" h="4849" extrusionOk="0">
                    <a:moveTo>
                      <a:pt x="2866" y="0"/>
                    </a:moveTo>
                    <a:lnTo>
                      <a:pt x="2714" y="10"/>
                    </a:lnTo>
                    <a:lnTo>
                      <a:pt x="2562" y="29"/>
                    </a:lnTo>
                    <a:lnTo>
                      <a:pt x="2410" y="48"/>
                    </a:lnTo>
                    <a:lnTo>
                      <a:pt x="2268" y="76"/>
                    </a:lnTo>
                    <a:lnTo>
                      <a:pt x="2126" y="114"/>
                    </a:lnTo>
                    <a:lnTo>
                      <a:pt x="1983" y="152"/>
                    </a:lnTo>
                    <a:lnTo>
                      <a:pt x="1851" y="190"/>
                    </a:lnTo>
                    <a:lnTo>
                      <a:pt x="1708" y="238"/>
                    </a:lnTo>
                    <a:lnTo>
                      <a:pt x="1585" y="295"/>
                    </a:lnTo>
                    <a:lnTo>
                      <a:pt x="1452" y="351"/>
                    </a:lnTo>
                    <a:lnTo>
                      <a:pt x="1329" y="418"/>
                    </a:lnTo>
                    <a:lnTo>
                      <a:pt x="1215" y="484"/>
                    </a:lnTo>
                    <a:lnTo>
                      <a:pt x="1101" y="560"/>
                    </a:lnTo>
                    <a:lnTo>
                      <a:pt x="987" y="636"/>
                    </a:lnTo>
                    <a:lnTo>
                      <a:pt x="883" y="712"/>
                    </a:lnTo>
                    <a:lnTo>
                      <a:pt x="788" y="797"/>
                    </a:lnTo>
                    <a:lnTo>
                      <a:pt x="693" y="883"/>
                    </a:lnTo>
                    <a:lnTo>
                      <a:pt x="598" y="978"/>
                    </a:lnTo>
                    <a:lnTo>
                      <a:pt x="513" y="1072"/>
                    </a:lnTo>
                    <a:lnTo>
                      <a:pt x="437" y="1167"/>
                    </a:lnTo>
                    <a:lnTo>
                      <a:pt x="361" y="1272"/>
                    </a:lnTo>
                    <a:lnTo>
                      <a:pt x="295" y="1376"/>
                    </a:lnTo>
                    <a:lnTo>
                      <a:pt x="238" y="1480"/>
                    </a:lnTo>
                    <a:lnTo>
                      <a:pt x="181" y="1594"/>
                    </a:lnTo>
                    <a:lnTo>
                      <a:pt x="134" y="1708"/>
                    </a:lnTo>
                    <a:lnTo>
                      <a:pt x="96" y="1822"/>
                    </a:lnTo>
                    <a:lnTo>
                      <a:pt x="58" y="1936"/>
                    </a:lnTo>
                    <a:lnTo>
                      <a:pt x="29" y="2059"/>
                    </a:lnTo>
                    <a:lnTo>
                      <a:pt x="10" y="2182"/>
                    </a:lnTo>
                    <a:lnTo>
                      <a:pt x="1" y="2296"/>
                    </a:lnTo>
                    <a:lnTo>
                      <a:pt x="1" y="2429"/>
                    </a:lnTo>
                    <a:lnTo>
                      <a:pt x="1" y="2552"/>
                    </a:lnTo>
                    <a:lnTo>
                      <a:pt x="10" y="2676"/>
                    </a:lnTo>
                    <a:lnTo>
                      <a:pt x="29" y="2790"/>
                    </a:lnTo>
                    <a:lnTo>
                      <a:pt x="58" y="2913"/>
                    </a:lnTo>
                    <a:lnTo>
                      <a:pt x="96" y="3027"/>
                    </a:lnTo>
                    <a:lnTo>
                      <a:pt x="134" y="3141"/>
                    </a:lnTo>
                    <a:lnTo>
                      <a:pt x="181" y="3254"/>
                    </a:lnTo>
                    <a:lnTo>
                      <a:pt x="238" y="3368"/>
                    </a:lnTo>
                    <a:lnTo>
                      <a:pt x="295" y="3473"/>
                    </a:lnTo>
                    <a:lnTo>
                      <a:pt x="361" y="3577"/>
                    </a:lnTo>
                    <a:lnTo>
                      <a:pt x="437" y="3681"/>
                    </a:lnTo>
                    <a:lnTo>
                      <a:pt x="513" y="3776"/>
                    </a:lnTo>
                    <a:lnTo>
                      <a:pt x="598" y="3871"/>
                    </a:lnTo>
                    <a:lnTo>
                      <a:pt x="693" y="3966"/>
                    </a:lnTo>
                    <a:lnTo>
                      <a:pt x="788" y="4051"/>
                    </a:lnTo>
                    <a:lnTo>
                      <a:pt x="883" y="4137"/>
                    </a:lnTo>
                    <a:lnTo>
                      <a:pt x="987" y="4213"/>
                    </a:lnTo>
                    <a:lnTo>
                      <a:pt x="1101" y="4298"/>
                    </a:lnTo>
                    <a:lnTo>
                      <a:pt x="1215" y="4364"/>
                    </a:lnTo>
                    <a:lnTo>
                      <a:pt x="1329" y="4431"/>
                    </a:lnTo>
                    <a:lnTo>
                      <a:pt x="1452" y="4497"/>
                    </a:lnTo>
                    <a:lnTo>
                      <a:pt x="1585" y="4554"/>
                    </a:lnTo>
                    <a:lnTo>
                      <a:pt x="1708" y="4611"/>
                    </a:lnTo>
                    <a:lnTo>
                      <a:pt x="1851" y="4658"/>
                    </a:lnTo>
                    <a:lnTo>
                      <a:pt x="1983" y="4696"/>
                    </a:lnTo>
                    <a:lnTo>
                      <a:pt x="2126" y="4744"/>
                    </a:lnTo>
                    <a:lnTo>
                      <a:pt x="2268" y="4772"/>
                    </a:lnTo>
                    <a:lnTo>
                      <a:pt x="2410" y="4801"/>
                    </a:lnTo>
                    <a:lnTo>
                      <a:pt x="2562" y="4820"/>
                    </a:lnTo>
                    <a:lnTo>
                      <a:pt x="2714" y="4839"/>
                    </a:lnTo>
                    <a:lnTo>
                      <a:pt x="2866" y="4848"/>
                    </a:lnTo>
                    <a:lnTo>
                      <a:pt x="6385" y="4848"/>
                    </a:lnTo>
                    <a:lnTo>
                      <a:pt x="6537" y="4839"/>
                    </a:lnTo>
                    <a:lnTo>
                      <a:pt x="6689" y="4820"/>
                    </a:lnTo>
                    <a:lnTo>
                      <a:pt x="6841" y="4801"/>
                    </a:lnTo>
                    <a:lnTo>
                      <a:pt x="6983" y="4772"/>
                    </a:lnTo>
                    <a:lnTo>
                      <a:pt x="7125" y="4744"/>
                    </a:lnTo>
                    <a:lnTo>
                      <a:pt x="7268" y="4696"/>
                    </a:lnTo>
                    <a:lnTo>
                      <a:pt x="7400" y="4658"/>
                    </a:lnTo>
                    <a:lnTo>
                      <a:pt x="7533" y="4611"/>
                    </a:lnTo>
                    <a:lnTo>
                      <a:pt x="7666" y="4554"/>
                    </a:lnTo>
                    <a:lnTo>
                      <a:pt x="7799" y="4497"/>
                    </a:lnTo>
                    <a:lnTo>
                      <a:pt x="7913" y="4431"/>
                    </a:lnTo>
                    <a:lnTo>
                      <a:pt x="8036" y="4364"/>
                    </a:lnTo>
                    <a:lnTo>
                      <a:pt x="8150" y="4298"/>
                    </a:lnTo>
                    <a:lnTo>
                      <a:pt x="8264" y="4213"/>
                    </a:lnTo>
                    <a:lnTo>
                      <a:pt x="8368" y="4137"/>
                    </a:lnTo>
                    <a:lnTo>
                      <a:pt x="8463" y="4051"/>
                    </a:lnTo>
                    <a:lnTo>
                      <a:pt x="8558" y="3966"/>
                    </a:lnTo>
                    <a:lnTo>
                      <a:pt x="8653" y="3871"/>
                    </a:lnTo>
                    <a:lnTo>
                      <a:pt x="8738" y="3776"/>
                    </a:lnTo>
                    <a:lnTo>
                      <a:pt x="8814" y="3681"/>
                    </a:lnTo>
                    <a:lnTo>
                      <a:pt x="8890" y="3577"/>
                    </a:lnTo>
                    <a:lnTo>
                      <a:pt x="8956" y="3473"/>
                    </a:lnTo>
                    <a:lnTo>
                      <a:pt x="9013" y="3368"/>
                    </a:lnTo>
                    <a:lnTo>
                      <a:pt x="9070" y="3254"/>
                    </a:lnTo>
                    <a:lnTo>
                      <a:pt x="9117" y="3141"/>
                    </a:lnTo>
                    <a:lnTo>
                      <a:pt x="9155" y="3027"/>
                    </a:lnTo>
                    <a:lnTo>
                      <a:pt x="9193" y="2913"/>
                    </a:lnTo>
                    <a:lnTo>
                      <a:pt x="9222" y="2790"/>
                    </a:lnTo>
                    <a:lnTo>
                      <a:pt x="9241" y="2676"/>
                    </a:lnTo>
                    <a:lnTo>
                      <a:pt x="9250" y="2552"/>
                    </a:lnTo>
                    <a:lnTo>
                      <a:pt x="9250" y="2429"/>
                    </a:lnTo>
                    <a:lnTo>
                      <a:pt x="9250" y="2296"/>
                    </a:lnTo>
                    <a:lnTo>
                      <a:pt x="9241" y="2182"/>
                    </a:lnTo>
                    <a:lnTo>
                      <a:pt x="9222" y="2059"/>
                    </a:lnTo>
                    <a:lnTo>
                      <a:pt x="9193" y="1936"/>
                    </a:lnTo>
                    <a:lnTo>
                      <a:pt x="9155" y="1822"/>
                    </a:lnTo>
                    <a:lnTo>
                      <a:pt x="9117" y="1708"/>
                    </a:lnTo>
                    <a:lnTo>
                      <a:pt x="9070" y="1594"/>
                    </a:lnTo>
                    <a:lnTo>
                      <a:pt x="9013" y="1480"/>
                    </a:lnTo>
                    <a:lnTo>
                      <a:pt x="8956" y="1376"/>
                    </a:lnTo>
                    <a:lnTo>
                      <a:pt x="8890" y="1272"/>
                    </a:lnTo>
                    <a:lnTo>
                      <a:pt x="8814" y="1167"/>
                    </a:lnTo>
                    <a:lnTo>
                      <a:pt x="8738" y="1072"/>
                    </a:lnTo>
                    <a:lnTo>
                      <a:pt x="8653" y="978"/>
                    </a:lnTo>
                    <a:lnTo>
                      <a:pt x="8558" y="883"/>
                    </a:lnTo>
                    <a:lnTo>
                      <a:pt x="8463" y="797"/>
                    </a:lnTo>
                    <a:lnTo>
                      <a:pt x="8368" y="712"/>
                    </a:lnTo>
                    <a:lnTo>
                      <a:pt x="8264" y="636"/>
                    </a:lnTo>
                    <a:lnTo>
                      <a:pt x="8150" y="560"/>
                    </a:lnTo>
                    <a:lnTo>
                      <a:pt x="8036" y="484"/>
                    </a:lnTo>
                    <a:lnTo>
                      <a:pt x="7913" y="418"/>
                    </a:lnTo>
                    <a:lnTo>
                      <a:pt x="7799" y="351"/>
                    </a:lnTo>
                    <a:lnTo>
                      <a:pt x="7666" y="295"/>
                    </a:lnTo>
                    <a:lnTo>
                      <a:pt x="7533" y="238"/>
                    </a:lnTo>
                    <a:lnTo>
                      <a:pt x="7400" y="190"/>
                    </a:lnTo>
                    <a:lnTo>
                      <a:pt x="7268" y="152"/>
                    </a:lnTo>
                    <a:lnTo>
                      <a:pt x="7125" y="114"/>
                    </a:lnTo>
                    <a:lnTo>
                      <a:pt x="6983" y="76"/>
                    </a:lnTo>
                    <a:lnTo>
                      <a:pt x="6841" y="48"/>
                    </a:lnTo>
                    <a:lnTo>
                      <a:pt x="6689" y="29"/>
                    </a:lnTo>
                    <a:lnTo>
                      <a:pt x="6537" y="10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5834291" y="2252994"/>
                <a:ext cx="164177" cy="195474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3966" extrusionOk="0">
                    <a:moveTo>
                      <a:pt x="1670" y="0"/>
                    </a:moveTo>
                    <a:lnTo>
                      <a:pt x="1500" y="10"/>
                    </a:lnTo>
                    <a:lnTo>
                      <a:pt x="1329" y="38"/>
                    </a:lnTo>
                    <a:lnTo>
                      <a:pt x="1168" y="95"/>
                    </a:lnTo>
                    <a:lnTo>
                      <a:pt x="1016" y="161"/>
                    </a:lnTo>
                    <a:lnTo>
                      <a:pt x="874" y="237"/>
                    </a:lnTo>
                    <a:lnTo>
                      <a:pt x="731" y="342"/>
                    </a:lnTo>
                    <a:lnTo>
                      <a:pt x="608" y="455"/>
                    </a:lnTo>
                    <a:lnTo>
                      <a:pt x="485" y="579"/>
                    </a:lnTo>
                    <a:lnTo>
                      <a:pt x="380" y="721"/>
                    </a:lnTo>
                    <a:lnTo>
                      <a:pt x="285" y="873"/>
                    </a:lnTo>
                    <a:lnTo>
                      <a:pt x="200" y="1044"/>
                    </a:lnTo>
                    <a:lnTo>
                      <a:pt x="124" y="1214"/>
                    </a:lnTo>
                    <a:lnTo>
                      <a:pt x="77" y="1395"/>
                    </a:lnTo>
                    <a:lnTo>
                      <a:pt x="29" y="1584"/>
                    </a:lnTo>
                    <a:lnTo>
                      <a:pt x="10" y="1784"/>
                    </a:lnTo>
                    <a:lnTo>
                      <a:pt x="1" y="1983"/>
                    </a:lnTo>
                    <a:lnTo>
                      <a:pt x="10" y="2192"/>
                    </a:lnTo>
                    <a:lnTo>
                      <a:pt x="29" y="2381"/>
                    </a:lnTo>
                    <a:lnTo>
                      <a:pt x="77" y="2571"/>
                    </a:lnTo>
                    <a:lnTo>
                      <a:pt x="124" y="2761"/>
                    </a:lnTo>
                    <a:lnTo>
                      <a:pt x="200" y="2931"/>
                    </a:lnTo>
                    <a:lnTo>
                      <a:pt x="285" y="3093"/>
                    </a:lnTo>
                    <a:lnTo>
                      <a:pt x="380" y="3245"/>
                    </a:lnTo>
                    <a:lnTo>
                      <a:pt x="485" y="3387"/>
                    </a:lnTo>
                    <a:lnTo>
                      <a:pt x="608" y="3510"/>
                    </a:lnTo>
                    <a:lnTo>
                      <a:pt x="731" y="3633"/>
                    </a:lnTo>
                    <a:lnTo>
                      <a:pt x="874" y="3728"/>
                    </a:lnTo>
                    <a:lnTo>
                      <a:pt x="1016" y="3814"/>
                    </a:lnTo>
                    <a:lnTo>
                      <a:pt x="1168" y="3880"/>
                    </a:lnTo>
                    <a:lnTo>
                      <a:pt x="1329" y="3928"/>
                    </a:lnTo>
                    <a:lnTo>
                      <a:pt x="1500" y="3956"/>
                    </a:lnTo>
                    <a:lnTo>
                      <a:pt x="1670" y="3966"/>
                    </a:lnTo>
                    <a:lnTo>
                      <a:pt x="1832" y="3956"/>
                    </a:lnTo>
                    <a:lnTo>
                      <a:pt x="2002" y="3928"/>
                    </a:lnTo>
                    <a:lnTo>
                      <a:pt x="2164" y="3880"/>
                    </a:lnTo>
                    <a:lnTo>
                      <a:pt x="2316" y="3814"/>
                    </a:lnTo>
                    <a:lnTo>
                      <a:pt x="2458" y="3728"/>
                    </a:lnTo>
                    <a:lnTo>
                      <a:pt x="2600" y="3633"/>
                    </a:lnTo>
                    <a:lnTo>
                      <a:pt x="2723" y="3510"/>
                    </a:lnTo>
                    <a:lnTo>
                      <a:pt x="2847" y="3387"/>
                    </a:lnTo>
                    <a:lnTo>
                      <a:pt x="2951" y="3245"/>
                    </a:lnTo>
                    <a:lnTo>
                      <a:pt x="3046" y="3093"/>
                    </a:lnTo>
                    <a:lnTo>
                      <a:pt x="3131" y="2931"/>
                    </a:lnTo>
                    <a:lnTo>
                      <a:pt x="3207" y="2761"/>
                    </a:lnTo>
                    <a:lnTo>
                      <a:pt x="3255" y="2571"/>
                    </a:lnTo>
                    <a:lnTo>
                      <a:pt x="3302" y="2381"/>
                    </a:lnTo>
                    <a:lnTo>
                      <a:pt x="3321" y="2192"/>
                    </a:lnTo>
                    <a:lnTo>
                      <a:pt x="3331" y="1983"/>
                    </a:lnTo>
                    <a:lnTo>
                      <a:pt x="3321" y="1784"/>
                    </a:lnTo>
                    <a:lnTo>
                      <a:pt x="3302" y="1584"/>
                    </a:lnTo>
                    <a:lnTo>
                      <a:pt x="3255" y="1395"/>
                    </a:lnTo>
                    <a:lnTo>
                      <a:pt x="3207" y="1214"/>
                    </a:lnTo>
                    <a:lnTo>
                      <a:pt x="3131" y="1044"/>
                    </a:lnTo>
                    <a:lnTo>
                      <a:pt x="3046" y="873"/>
                    </a:lnTo>
                    <a:lnTo>
                      <a:pt x="2951" y="721"/>
                    </a:lnTo>
                    <a:lnTo>
                      <a:pt x="2847" y="579"/>
                    </a:lnTo>
                    <a:lnTo>
                      <a:pt x="2723" y="455"/>
                    </a:lnTo>
                    <a:lnTo>
                      <a:pt x="2600" y="342"/>
                    </a:lnTo>
                    <a:lnTo>
                      <a:pt x="2458" y="237"/>
                    </a:lnTo>
                    <a:lnTo>
                      <a:pt x="2316" y="161"/>
                    </a:lnTo>
                    <a:lnTo>
                      <a:pt x="2164" y="95"/>
                    </a:lnTo>
                    <a:lnTo>
                      <a:pt x="2002" y="38"/>
                    </a:lnTo>
                    <a:lnTo>
                      <a:pt x="1832" y="10"/>
                    </a:lnTo>
                    <a:lnTo>
                      <a:pt x="167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5691202" y="2367052"/>
                <a:ext cx="137512" cy="163240"/>
              </a:xfrm>
              <a:custGeom>
                <a:avLst/>
                <a:gdLst/>
                <a:ahLst/>
                <a:cxnLst/>
                <a:rect l="l" t="t" r="r" b="b"/>
                <a:pathLst>
                  <a:path w="2790" h="3312" extrusionOk="0">
                    <a:moveTo>
                      <a:pt x="1395" y="1"/>
                    </a:moveTo>
                    <a:lnTo>
                      <a:pt x="1253" y="10"/>
                    </a:lnTo>
                    <a:lnTo>
                      <a:pt x="1120" y="29"/>
                    </a:lnTo>
                    <a:lnTo>
                      <a:pt x="987" y="77"/>
                    </a:lnTo>
                    <a:lnTo>
                      <a:pt x="855" y="124"/>
                    </a:lnTo>
                    <a:lnTo>
                      <a:pt x="731" y="200"/>
                    </a:lnTo>
                    <a:lnTo>
                      <a:pt x="618" y="285"/>
                    </a:lnTo>
                    <a:lnTo>
                      <a:pt x="513" y="380"/>
                    </a:lnTo>
                    <a:lnTo>
                      <a:pt x="409" y="485"/>
                    </a:lnTo>
                    <a:lnTo>
                      <a:pt x="323" y="598"/>
                    </a:lnTo>
                    <a:lnTo>
                      <a:pt x="238" y="731"/>
                    </a:lnTo>
                    <a:lnTo>
                      <a:pt x="172" y="864"/>
                    </a:lnTo>
                    <a:lnTo>
                      <a:pt x="115" y="1006"/>
                    </a:lnTo>
                    <a:lnTo>
                      <a:pt x="67" y="1158"/>
                    </a:lnTo>
                    <a:lnTo>
                      <a:pt x="29" y="1319"/>
                    </a:lnTo>
                    <a:lnTo>
                      <a:pt x="10" y="1481"/>
                    </a:lnTo>
                    <a:lnTo>
                      <a:pt x="1" y="1652"/>
                    </a:lnTo>
                    <a:lnTo>
                      <a:pt x="10" y="1822"/>
                    </a:lnTo>
                    <a:lnTo>
                      <a:pt x="29" y="1984"/>
                    </a:lnTo>
                    <a:lnTo>
                      <a:pt x="67" y="2145"/>
                    </a:lnTo>
                    <a:lnTo>
                      <a:pt x="115" y="2297"/>
                    </a:lnTo>
                    <a:lnTo>
                      <a:pt x="172" y="2439"/>
                    </a:lnTo>
                    <a:lnTo>
                      <a:pt x="238" y="2581"/>
                    </a:lnTo>
                    <a:lnTo>
                      <a:pt x="323" y="2705"/>
                    </a:lnTo>
                    <a:lnTo>
                      <a:pt x="409" y="2828"/>
                    </a:lnTo>
                    <a:lnTo>
                      <a:pt x="513" y="2932"/>
                    </a:lnTo>
                    <a:lnTo>
                      <a:pt x="618" y="3027"/>
                    </a:lnTo>
                    <a:lnTo>
                      <a:pt x="731" y="3112"/>
                    </a:lnTo>
                    <a:lnTo>
                      <a:pt x="855" y="3179"/>
                    </a:lnTo>
                    <a:lnTo>
                      <a:pt x="987" y="3236"/>
                    </a:lnTo>
                    <a:lnTo>
                      <a:pt x="1120" y="3274"/>
                    </a:lnTo>
                    <a:lnTo>
                      <a:pt x="1253" y="3302"/>
                    </a:lnTo>
                    <a:lnTo>
                      <a:pt x="1395" y="3312"/>
                    </a:lnTo>
                    <a:lnTo>
                      <a:pt x="1538" y="3302"/>
                    </a:lnTo>
                    <a:lnTo>
                      <a:pt x="1680" y="3274"/>
                    </a:lnTo>
                    <a:lnTo>
                      <a:pt x="1813" y="3236"/>
                    </a:lnTo>
                    <a:lnTo>
                      <a:pt x="1936" y="3179"/>
                    </a:lnTo>
                    <a:lnTo>
                      <a:pt x="2059" y="3112"/>
                    </a:lnTo>
                    <a:lnTo>
                      <a:pt x="2173" y="3027"/>
                    </a:lnTo>
                    <a:lnTo>
                      <a:pt x="2287" y="2932"/>
                    </a:lnTo>
                    <a:lnTo>
                      <a:pt x="2382" y="2828"/>
                    </a:lnTo>
                    <a:lnTo>
                      <a:pt x="2467" y="2705"/>
                    </a:lnTo>
                    <a:lnTo>
                      <a:pt x="2553" y="2581"/>
                    </a:lnTo>
                    <a:lnTo>
                      <a:pt x="2619" y="2439"/>
                    </a:lnTo>
                    <a:lnTo>
                      <a:pt x="2676" y="2297"/>
                    </a:lnTo>
                    <a:lnTo>
                      <a:pt x="2724" y="2145"/>
                    </a:lnTo>
                    <a:lnTo>
                      <a:pt x="2761" y="1984"/>
                    </a:lnTo>
                    <a:lnTo>
                      <a:pt x="2780" y="1822"/>
                    </a:lnTo>
                    <a:lnTo>
                      <a:pt x="2790" y="1652"/>
                    </a:lnTo>
                    <a:lnTo>
                      <a:pt x="2780" y="1481"/>
                    </a:lnTo>
                    <a:lnTo>
                      <a:pt x="2761" y="1319"/>
                    </a:lnTo>
                    <a:lnTo>
                      <a:pt x="2724" y="1158"/>
                    </a:lnTo>
                    <a:lnTo>
                      <a:pt x="2676" y="1006"/>
                    </a:lnTo>
                    <a:lnTo>
                      <a:pt x="2619" y="864"/>
                    </a:lnTo>
                    <a:lnTo>
                      <a:pt x="2553" y="731"/>
                    </a:lnTo>
                    <a:lnTo>
                      <a:pt x="2467" y="598"/>
                    </a:lnTo>
                    <a:lnTo>
                      <a:pt x="2382" y="485"/>
                    </a:lnTo>
                    <a:lnTo>
                      <a:pt x="2287" y="380"/>
                    </a:lnTo>
                    <a:lnTo>
                      <a:pt x="2173" y="285"/>
                    </a:lnTo>
                    <a:lnTo>
                      <a:pt x="2059" y="200"/>
                    </a:lnTo>
                    <a:lnTo>
                      <a:pt x="1936" y="124"/>
                    </a:lnTo>
                    <a:lnTo>
                      <a:pt x="1813" y="77"/>
                    </a:lnTo>
                    <a:lnTo>
                      <a:pt x="1680" y="29"/>
                    </a:lnTo>
                    <a:lnTo>
                      <a:pt x="1538" y="10"/>
                    </a:lnTo>
                    <a:lnTo>
                      <a:pt x="139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5"/>
              <p:cNvSpPr/>
              <p:nvPr/>
            </p:nvSpPr>
            <p:spPr>
              <a:xfrm>
                <a:off x="6022284" y="2252994"/>
                <a:ext cx="164177" cy="195474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3966" extrusionOk="0">
                    <a:moveTo>
                      <a:pt x="1661" y="0"/>
                    </a:moveTo>
                    <a:lnTo>
                      <a:pt x="1490" y="10"/>
                    </a:lnTo>
                    <a:lnTo>
                      <a:pt x="1329" y="38"/>
                    </a:lnTo>
                    <a:lnTo>
                      <a:pt x="1167" y="95"/>
                    </a:lnTo>
                    <a:lnTo>
                      <a:pt x="1015" y="161"/>
                    </a:lnTo>
                    <a:lnTo>
                      <a:pt x="873" y="237"/>
                    </a:lnTo>
                    <a:lnTo>
                      <a:pt x="731" y="342"/>
                    </a:lnTo>
                    <a:lnTo>
                      <a:pt x="608" y="455"/>
                    </a:lnTo>
                    <a:lnTo>
                      <a:pt x="484" y="579"/>
                    </a:lnTo>
                    <a:lnTo>
                      <a:pt x="380" y="721"/>
                    </a:lnTo>
                    <a:lnTo>
                      <a:pt x="285" y="873"/>
                    </a:lnTo>
                    <a:lnTo>
                      <a:pt x="200" y="1044"/>
                    </a:lnTo>
                    <a:lnTo>
                      <a:pt x="124" y="1214"/>
                    </a:lnTo>
                    <a:lnTo>
                      <a:pt x="67" y="1395"/>
                    </a:lnTo>
                    <a:lnTo>
                      <a:pt x="29" y="1584"/>
                    </a:lnTo>
                    <a:lnTo>
                      <a:pt x="0" y="1784"/>
                    </a:lnTo>
                    <a:lnTo>
                      <a:pt x="0" y="1983"/>
                    </a:lnTo>
                    <a:lnTo>
                      <a:pt x="0" y="2192"/>
                    </a:lnTo>
                    <a:lnTo>
                      <a:pt x="29" y="2381"/>
                    </a:lnTo>
                    <a:lnTo>
                      <a:pt x="67" y="2571"/>
                    </a:lnTo>
                    <a:lnTo>
                      <a:pt x="124" y="2761"/>
                    </a:lnTo>
                    <a:lnTo>
                      <a:pt x="200" y="2931"/>
                    </a:lnTo>
                    <a:lnTo>
                      <a:pt x="285" y="3093"/>
                    </a:lnTo>
                    <a:lnTo>
                      <a:pt x="380" y="3245"/>
                    </a:lnTo>
                    <a:lnTo>
                      <a:pt x="484" y="3387"/>
                    </a:lnTo>
                    <a:lnTo>
                      <a:pt x="608" y="3510"/>
                    </a:lnTo>
                    <a:lnTo>
                      <a:pt x="731" y="3633"/>
                    </a:lnTo>
                    <a:lnTo>
                      <a:pt x="873" y="3728"/>
                    </a:lnTo>
                    <a:lnTo>
                      <a:pt x="1015" y="3814"/>
                    </a:lnTo>
                    <a:lnTo>
                      <a:pt x="1167" y="3880"/>
                    </a:lnTo>
                    <a:lnTo>
                      <a:pt x="1329" y="3928"/>
                    </a:lnTo>
                    <a:lnTo>
                      <a:pt x="1490" y="3956"/>
                    </a:lnTo>
                    <a:lnTo>
                      <a:pt x="1661" y="3966"/>
                    </a:lnTo>
                    <a:lnTo>
                      <a:pt x="1831" y="3956"/>
                    </a:lnTo>
                    <a:lnTo>
                      <a:pt x="2002" y="3928"/>
                    </a:lnTo>
                    <a:lnTo>
                      <a:pt x="2163" y="3880"/>
                    </a:lnTo>
                    <a:lnTo>
                      <a:pt x="2315" y="3814"/>
                    </a:lnTo>
                    <a:lnTo>
                      <a:pt x="2457" y="3728"/>
                    </a:lnTo>
                    <a:lnTo>
                      <a:pt x="2600" y="3633"/>
                    </a:lnTo>
                    <a:lnTo>
                      <a:pt x="2723" y="3510"/>
                    </a:lnTo>
                    <a:lnTo>
                      <a:pt x="2846" y="3387"/>
                    </a:lnTo>
                    <a:lnTo>
                      <a:pt x="2951" y="3245"/>
                    </a:lnTo>
                    <a:lnTo>
                      <a:pt x="3046" y="3093"/>
                    </a:lnTo>
                    <a:lnTo>
                      <a:pt x="3131" y="2931"/>
                    </a:lnTo>
                    <a:lnTo>
                      <a:pt x="3197" y="2761"/>
                    </a:lnTo>
                    <a:lnTo>
                      <a:pt x="3254" y="2571"/>
                    </a:lnTo>
                    <a:lnTo>
                      <a:pt x="3302" y="2381"/>
                    </a:lnTo>
                    <a:lnTo>
                      <a:pt x="3321" y="2192"/>
                    </a:lnTo>
                    <a:lnTo>
                      <a:pt x="3330" y="1983"/>
                    </a:lnTo>
                    <a:lnTo>
                      <a:pt x="3321" y="1784"/>
                    </a:lnTo>
                    <a:lnTo>
                      <a:pt x="3302" y="1584"/>
                    </a:lnTo>
                    <a:lnTo>
                      <a:pt x="3254" y="1395"/>
                    </a:lnTo>
                    <a:lnTo>
                      <a:pt x="3197" y="1214"/>
                    </a:lnTo>
                    <a:lnTo>
                      <a:pt x="3131" y="1044"/>
                    </a:lnTo>
                    <a:lnTo>
                      <a:pt x="3046" y="873"/>
                    </a:lnTo>
                    <a:lnTo>
                      <a:pt x="2951" y="721"/>
                    </a:lnTo>
                    <a:lnTo>
                      <a:pt x="2846" y="579"/>
                    </a:lnTo>
                    <a:lnTo>
                      <a:pt x="2723" y="455"/>
                    </a:lnTo>
                    <a:lnTo>
                      <a:pt x="2600" y="342"/>
                    </a:lnTo>
                    <a:lnTo>
                      <a:pt x="2457" y="237"/>
                    </a:lnTo>
                    <a:lnTo>
                      <a:pt x="2315" y="161"/>
                    </a:lnTo>
                    <a:lnTo>
                      <a:pt x="2163" y="95"/>
                    </a:lnTo>
                    <a:lnTo>
                      <a:pt x="2002" y="38"/>
                    </a:lnTo>
                    <a:lnTo>
                      <a:pt x="1831" y="10"/>
                    </a:lnTo>
                    <a:lnTo>
                      <a:pt x="16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5"/>
              <p:cNvSpPr/>
              <p:nvPr/>
            </p:nvSpPr>
            <p:spPr>
              <a:xfrm>
                <a:off x="6192039" y="2367052"/>
                <a:ext cx="137512" cy="163240"/>
              </a:xfrm>
              <a:custGeom>
                <a:avLst/>
                <a:gdLst/>
                <a:ahLst/>
                <a:cxnLst/>
                <a:rect l="l" t="t" r="r" b="b"/>
                <a:pathLst>
                  <a:path w="2790" h="3312" extrusionOk="0">
                    <a:moveTo>
                      <a:pt x="1395" y="1"/>
                    </a:moveTo>
                    <a:lnTo>
                      <a:pt x="1252" y="10"/>
                    </a:lnTo>
                    <a:lnTo>
                      <a:pt x="1110" y="29"/>
                    </a:lnTo>
                    <a:lnTo>
                      <a:pt x="977" y="77"/>
                    </a:lnTo>
                    <a:lnTo>
                      <a:pt x="854" y="124"/>
                    </a:lnTo>
                    <a:lnTo>
                      <a:pt x="731" y="200"/>
                    </a:lnTo>
                    <a:lnTo>
                      <a:pt x="617" y="285"/>
                    </a:lnTo>
                    <a:lnTo>
                      <a:pt x="503" y="380"/>
                    </a:lnTo>
                    <a:lnTo>
                      <a:pt x="408" y="485"/>
                    </a:lnTo>
                    <a:lnTo>
                      <a:pt x="313" y="598"/>
                    </a:lnTo>
                    <a:lnTo>
                      <a:pt x="237" y="731"/>
                    </a:lnTo>
                    <a:lnTo>
                      <a:pt x="171" y="864"/>
                    </a:lnTo>
                    <a:lnTo>
                      <a:pt x="104" y="1006"/>
                    </a:lnTo>
                    <a:lnTo>
                      <a:pt x="66" y="1158"/>
                    </a:lnTo>
                    <a:lnTo>
                      <a:pt x="29" y="1319"/>
                    </a:lnTo>
                    <a:lnTo>
                      <a:pt x="10" y="1481"/>
                    </a:lnTo>
                    <a:lnTo>
                      <a:pt x="0" y="1652"/>
                    </a:lnTo>
                    <a:lnTo>
                      <a:pt x="10" y="1822"/>
                    </a:lnTo>
                    <a:lnTo>
                      <a:pt x="29" y="1984"/>
                    </a:lnTo>
                    <a:lnTo>
                      <a:pt x="66" y="2145"/>
                    </a:lnTo>
                    <a:lnTo>
                      <a:pt x="104" y="2297"/>
                    </a:lnTo>
                    <a:lnTo>
                      <a:pt x="171" y="2439"/>
                    </a:lnTo>
                    <a:lnTo>
                      <a:pt x="237" y="2581"/>
                    </a:lnTo>
                    <a:lnTo>
                      <a:pt x="313" y="2705"/>
                    </a:lnTo>
                    <a:lnTo>
                      <a:pt x="408" y="2828"/>
                    </a:lnTo>
                    <a:lnTo>
                      <a:pt x="503" y="2932"/>
                    </a:lnTo>
                    <a:lnTo>
                      <a:pt x="617" y="3027"/>
                    </a:lnTo>
                    <a:lnTo>
                      <a:pt x="731" y="3112"/>
                    </a:lnTo>
                    <a:lnTo>
                      <a:pt x="854" y="3179"/>
                    </a:lnTo>
                    <a:lnTo>
                      <a:pt x="977" y="3236"/>
                    </a:lnTo>
                    <a:lnTo>
                      <a:pt x="1110" y="3274"/>
                    </a:lnTo>
                    <a:lnTo>
                      <a:pt x="1252" y="3302"/>
                    </a:lnTo>
                    <a:lnTo>
                      <a:pt x="1395" y="3312"/>
                    </a:lnTo>
                    <a:lnTo>
                      <a:pt x="1537" y="3302"/>
                    </a:lnTo>
                    <a:lnTo>
                      <a:pt x="1670" y="3274"/>
                    </a:lnTo>
                    <a:lnTo>
                      <a:pt x="1802" y="3236"/>
                    </a:lnTo>
                    <a:lnTo>
                      <a:pt x="1935" y="3179"/>
                    </a:lnTo>
                    <a:lnTo>
                      <a:pt x="2059" y="3112"/>
                    </a:lnTo>
                    <a:lnTo>
                      <a:pt x="2172" y="3027"/>
                    </a:lnTo>
                    <a:lnTo>
                      <a:pt x="2277" y="2932"/>
                    </a:lnTo>
                    <a:lnTo>
                      <a:pt x="2381" y="2828"/>
                    </a:lnTo>
                    <a:lnTo>
                      <a:pt x="2467" y="2705"/>
                    </a:lnTo>
                    <a:lnTo>
                      <a:pt x="2542" y="2581"/>
                    </a:lnTo>
                    <a:lnTo>
                      <a:pt x="2618" y="2439"/>
                    </a:lnTo>
                    <a:lnTo>
                      <a:pt x="2675" y="2297"/>
                    </a:lnTo>
                    <a:lnTo>
                      <a:pt x="2723" y="2145"/>
                    </a:lnTo>
                    <a:lnTo>
                      <a:pt x="2761" y="1984"/>
                    </a:lnTo>
                    <a:lnTo>
                      <a:pt x="2780" y="1822"/>
                    </a:lnTo>
                    <a:lnTo>
                      <a:pt x="2789" y="1652"/>
                    </a:lnTo>
                    <a:lnTo>
                      <a:pt x="2780" y="1481"/>
                    </a:lnTo>
                    <a:lnTo>
                      <a:pt x="2761" y="1319"/>
                    </a:lnTo>
                    <a:lnTo>
                      <a:pt x="2723" y="1158"/>
                    </a:lnTo>
                    <a:lnTo>
                      <a:pt x="2675" y="1006"/>
                    </a:lnTo>
                    <a:lnTo>
                      <a:pt x="2618" y="864"/>
                    </a:lnTo>
                    <a:lnTo>
                      <a:pt x="2542" y="731"/>
                    </a:lnTo>
                    <a:lnTo>
                      <a:pt x="2467" y="598"/>
                    </a:lnTo>
                    <a:lnTo>
                      <a:pt x="2381" y="485"/>
                    </a:lnTo>
                    <a:lnTo>
                      <a:pt x="2277" y="380"/>
                    </a:lnTo>
                    <a:lnTo>
                      <a:pt x="2172" y="285"/>
                    </a:lnTo>
                    <a:lnTo>
                      <a:pt x="2059" y="200"/>
                    </a:lnTo>
                    <a:lnTo>
                      <a:pt x="1935" y="124"/>
                    </a:lnTo>
                    <a:lnTo>
                      <a:pt x="1802" y="77"/>
                    </a:lnTo>
                    <a:lnTo>
                      <a:pt x="1670" y="29"/>
                    </a:lnTo>
                    <a:lnTo>
                      <a:pt x="1537" y="10"/>
                    </a:lnTo>
                    <a:lnTo>
                      <a:pt x="139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" name="Google Shape;57;p15"/>
            <p:cNvGrpSpPr/>
            <p:nvPr/>
          </p:nvGrpSpPr>
          <p:grpSpPr>
            <a:xfrm>
              <a:off x="5695888" y="928318"/>
              <a:ext cx="2990703" cy="3803333"/>
              <a:chOff x="1750275" y="238125"/>
              <a:chExt cx="4119425" cy="5238750"/>
            </a:xfrm>
          </p:grpSpPr>
          <p:sp>
            <p:nvSpPr>
              <p:cNvPr id="58" name="Google Shape;58;p15"/>
              <p:cNvSpPr/>
              <p:nvPr/>
            </p:nvSpPr>
            <p:spPr>
              <a:xfrm>
                <a:off x="1750275" y="4998825"/>
                <a:ext cx="4119425" cy="478050"/>
              </a:xfrm>
              <a:custGeom>
                <a:avLst/>
                <a:gdLst/>
                <a:ahLst/>
                <a:cxnLst/>
                <a:rect l="l" t="t" r="r" b="b"/>
                <a:pathLst>
                  <a:path w="164777" h="19122" extrusionOk="0">
                    <a:moveTo>
                      <a:pt x="82389" y="0"/>
                    </a:moveTo>
                    <a:lnTo>
                      <a:pt x="80256" y="10"/>
                    </a:lnTo>
                    <a:lnTo>
                      <a:pt x="78144" y="21"/>
                    </a:lnTo>
                    <a:lnTo>
                      <a:pt x="76052" y="31"/>
                    </a:lnTo>
                    <a:lnTo>
                      <a:pt x="73960" y="51"/>
                    </a:lnTo>
                    <a:lnTo>
                      <a:pt x="71898" y="81"/>
                    </a:lnTo>
                    <a:lnTo>
                      <a:pt x="69836" y="112"/>
                    </a:lnTo>
                    <a:lnTo>
                      <a:pt x="67805" y="152"/>
                    </a:lnTo>
                    <a:lnTo>
                      <a:pt x="65783" y="202"/>
                    </a:lnTo>
                    <a:lnTo>
                      <a:pt x="63782" y="253"/>
                    </a:lnTo>
                    <a:lnTo>
                      <a:pt x="61801" y="304"/>
                    </a:lnTo>
                    <a:lnTo>
                      <a:pt x="59831" y="364"/>
                    </a:lnTo>
                    <a:lnTo>
                      <a:pt x="57890" y="435"/>
                    </a:lnTo>
                    <a:lnTo>
                      <a:pt x="55960" y="506"/>
                    </a:lnTo>
                    <a:lnTo>
                      <a:pt x="54060" y="587"/>
                    </a:lnTo>
                    <a:lnTo>
                      <a:pt x="52180" y="667"/>
                    </a:lnTo>
                    <a:lnTo>
                      <a:pt x="50320" y="758"/>
                    </a:lnTo>
                    <a:lnTo>
                      <a:pt x="48481" y="849"/>
                    </a:lnTo>
                    <a:lnTo>
                      <a:pt x="46672" y="950"/>
                    </a:lnTo>
                    <a:lnTo>
                      <a:pt x="44883" y="1051"/>
                    </a:lnTo>
                    <a:lnTo>
                      <a:pt x="43114" y="1152"/>
                    </a:lnTo>
                    <a:lnTo>
                      <a:pt x="41376" y="1274"/>
                    </a:lnTo>
                    <a:lnTo>
                      <a:pt x="39668" y="1385"/>
                    </a:lnTo>
                    <a:lnTo>
                      <a:pt x="37980" y="1506"/>
                    </a:lnTo>
                    <a:lnTo>
                      <a:pt x="36323" y="1638"/>
                    </a:lnTo>
                    <a:lnTo>
                      <a:pt x="34696" y="1769"/>
                    </a:lnTo>
                    <a:lnTo>
                      <a:pt x="33089" y="1900"/>
                    </a:lnTo>
                    <a:lnTo>
                      <a:pt x="31522" y="2042"/>
                    </a:lnTo>
                    <a:lnTo>
                      <a:pt x="29986" y="2183"/>
                    </a:lnTo>
                    <a:lnTo>
                      <a:pt x="28470" y="2335"/>
                    </a:lnTo>
                    <a:lnTo>
                      <a:pt x="26995" y="2487"/>
                    </a:lnTo>
                    <a:lnTo>
                      <a:pt x="25549" y="2638"/>
                    </a:lnTo>
                    <a:lnTo>
                      <a:pt x="24134" y="2800"/>
                    </a:lnTo>
                    <a:lnTo>
                      <a:pt x="22750" y="2972"/>
                    </a:lnTo>
                    <a:lnTo>
                      <a:pt x="21406" y="3133"/>
                    </a:lnTo>
                    <a:lnTo>
                      <a:pt x="20092" y="3305"/>
                    </a:lnTo>
                    <a:lnTo>
                      <a:pt x="18808" y="3487"/>
                    </a:lnTo>
                    <a:lnTo>
                      <a:pt x="17575" y="3659"/>
                    </a:lnTo>
                    <a:lnTo>
                      <a:pt x="16362" y="3841"/>
                    </a:lnTo>
                    <a:lnTo>
                      <a:pt x="15200" y="4033"/>
                    </a:lnTo>
                    <a:lnTo>
                      <a:pt x="14068" y="4215"/>
                    </a:lnTo>
                    <a:lnTo>
                      <a:pt x="12977" y="4407"/>
                    </a:lnTo>
                    <a:lnTo>
                      <a:pt x="11926" y="4609"/>
                    </a:lnTo>
                    <a:lnTo>
                      <a:pt x="10915" y="4801"/>
                    </a:lnTo>
                    <a:lnTo>
                      <a:pt x="9945" y="5003"/>
                    </a:lnTo>
                    <a:lnTo>
                      <a:pt x="9015" y="5215"/>
                    </a:lnTo>
                    <a:lnTo>
                      <a:pt x="8126" y="5417"/>
                    </a:lnTo>
                    <a:lnTo>
                      <a:pt x="7277" y="5630"/>
                    </a:lnTo>
                    <a:lnTo>
                      <a:pt x="6478" y="5842"/>
                    </a:lnTo>
                    <a:lnTo>
                      <a:pt x="5710" y="6054"/>
                    </a:lnTo>
                    <a:lnTo>
                      <a:pt x="5003" y="6277"/>
                    </a:lnTo>
                    <a:lnTo>
                      <a:pt x="4326" y="6499"/>
                    </a:lnTo>
                    <a:lnTo>
                      <a:pt x="3709" y="6721"/>
                    </a:lnTo>
                    <a:lnTo>
                      <a:pt x="3123" y="6944"/>
                    </a:lnTo>
                    <a:lnTo>
                      <a:pt x="2597" y="7176"/>
                    </a:lnTo>
                    <a:lnTo>
                      <a:pt x="2112" y="7408"/>
                    </a:lnTo>
                    <a:lnTo>
                      <a:pt x="1890" y="7520"/>
                    </a:lnTo>
                    <a:lnTo>
                      <a:pt x="1678" y="7641"/>
                    </a:lnTo>
                    <a:lnTo>
                      <a:pt x="1476" y="7752"/>
                    </a:lnTo>
                    <a:lnTo>
                      <a:pt x="1284" y="7873"/>
                    </a:lnTo>
                    <a:lnTo>
                      <a:pt x="1112" y="7985"/>
                    </a:lnTo>
                    <a:lnTo>
                      <a:pt x="950" y="8106"/>
                    </a:lnTo>
                    <a:lnTo>
                      <a:pt x="798" y="8227"/>
                    </a:lnTo>
                    <a:lnTo>
                      <a:pt x="667" y="8348"/>
                    </a:lnTo>
                    <a:lnTo>
                      <a:pt x="536" y="8470"/>
                    </a:lnTo>
                    <a:lnTo>
                      <a:pt x="424" y="8581"/>
                    </a:lnTo>
                    <a:lnTo>
                      <a:pt x="323" y="8702"/>
                    </a:lnTo>
                    <a:lnTo>
                      <a:pt x="243" y="8823"/>
                    </a:lnTo>
                    <a:lnTo>
                      <a:pt x="172" y="8945"/>
                    </a:lnTo>
                    <a:lnTo>
                      <a:pt x="111" y="9066"/>
                    </a:lnTo>
                    <a:lnTo>
                      <a:pt x="61" y="9197"/>
                    </a:lnTo>
                    <a:lnTo>
                      <a:pt x="30" y="9319"/>
                    </a:lnTo>
                    <a:lnTo>
                      <a:pt x="10" y="9440"/>
                    </a:lnTo>
                    <a:lnTo>
                      <a:pt x="0" y="9561"/>
                    </a:lnTo>
                    <a:lnTo>
                      <a:pt x="10" y="9682"/>
                    </a:lnTo>
                    <a:lnTo>
                      <a:pt x="30" y="9814"/>
                    </a:lnTo>
                    <a:lnTo>
                      <a:pt x="61" y="9935"/>
                    </a:lnTo>
                    <a:lnTo>
                      <a:pt x="111" y="10056"/>
                    </a:lnTo>
                    <a:lnTo>
                      <a:pt x="172" y="10178"/>
                    </a:lnTo>
                    <a:lnTo>
                      <a:pt x="243" y="10299"/>
                    </a:lnTo>
                    <a:lnTo>
                      <a:pt x="323" y="10420"/>
                    </a:lnTo>
                    <a:lnTo>
                      <a:pt x="424" y="10542"/>
                    </a:lnTo>
                    <a:lnTo>
                      <a:pt x="536" y="10663"/>
                    </a:lnTo>
                    <a:lnTo>
                      <a:pt x="667" y="10784"/>
                    </a:lnTo>
                    <a:lnTo>
                      <a:pt x="798" y="10895"/>
                    </a:lnTo>
                    <a:lnTo>
                      <a:pt x="950" y="11017"/>
                    </a:lnTo>
                    <a:lnTo>
                      <a:pt x="1112" y="11138"/>
                    </a:lnTo>
                    <a:lnTo>
                      <a:pt x="1284" y="11259"/>
                    </a:lnTo>
                    <a:lnTo>
                      <a:pt x="1476" y="11370"/>
                    </a:lnTo>
                    <a:lnTo>
                      <a:pt x="1678" y="11492"/>
                    </a:lnTo>
                    <a:lnTo>
                      <a:pt x="1890" y="11603"/>
                    </a:lnTo>
                    <a:lnTo>
                      <a:pt x="2112" y="11724"/>
                    </a:lnTo>
                    <a:lnTo>
                      <a:pt x="2597" y="11946"/>
                    </a:lnTo>
                    <a:lnTo>
                      <a:pt x="3123" y="12179"/>
                    </a:lnTo>
                    <a:lnTo>
                      <a:pt x="3709" y="12401"/>
                    </a:lnTo>
                    <a:lnTo>
                      <a:pt x="4326" y="12623"/>
                    </a:lnTo>
                    <a:lnTo>
                      <a:pt x="5003" y="12846"/>
                    </a:lnTo>
                    <a:lnTo>
                      <a:pt x="5710" y="13068"/>
                    </a:lnTo>
                    <a:lnTo>
                      <a:pt x="6478" y="13280"/>
                    </a:lnTo>
                    <a:lnTo>
                      <a:pt x="7277" y="13493"/>
                    </a:lnTo>
                    <a:lnTo>
                      <a:pt x="8126" y="13705"/>
                    </a:lnTo>
                    <a:lnTo>
                      <a:pt x="9015" y="13917"/>
                    </a:lnTo>
                    <a:lnTo>
                      <a:pt x="9945" y="14119"/>
                    </a:lnTo>
                    <a:lnTo>
                      <a:pt x="10915" y="14321"/>
                    </a:lnTo>
                    <a:lnTo>
                      <a:pt x="11926" y="14524"/>
                    </a:lnTo>
                    <a:lnTo>
                      <a:pt x="12977" y="14716"/>
                    </a:lnTo>
                    <a:lnTo>
                      <a:pt x="14068" y="14908"/>
                    </a:lnTo>
                    <a:lnTo>
                      <a:pt x="15200" y="15100"/>
                    </a:lnTo>
                    <a:lnTo>
                      <a:pt x="16362" y="15282"/>
                    </a:lnTo>
                    <a:lnTo>
                      <a:pt x="17575" y="15463"/>
                    </a:lnTo>
                    <a:lnTo>
                      <a:pt x="18808" y="15645"/>
                    </a:lnTo>
                    <a:lnTo>
                      <a:pt x="20092" y="15817"/>
                    </a:lnTo>
                    <a:lnTo>
                      <a:pt x="21406" y="15989"/>
                    </a:lnTo>
                    <a:lnTo>
                      <a:pt x="22750" y="16161"/>
                    </a:lnTo>
                    <a:lnTo>
                      <a:pt x="24134" y="16322"/>
                    </a:lnTo>
                    <a:lnTo>
                      <a:pt x="25549" y="16484"/>
                    </a:lnTo>
                    <a:lnTo>
                      <a:pt x="26995" y="16636"/>
                    </a:lnTo>
                    <a:lnTo>
                      <a:pt x="28470" y="16787"/>
                    </a:lnTo>
                    <a:lnTo>
                      <a:pt x="29986" y="16939"/>
                    </a:lnTo>
                    <a:lnTo>
                      <a:pt x="31522" y="17080"/>
                    </a:lnTo>
                    <a:lnTo>
                      <a:pt x="33089" y="17222"/>
                    </a:lnTo>
                    <a:lnTo>
                      <a:pt x="34696" y="17353"/>
                    </a:lnTo>
                    <a:lnTo>
                      <a:pt x="36323" y="17485"/>
                    </a:lnTo>
                    <a:lnTo>
                      <a:pt x="37980" y="17616"/>
                    </a:lnTo>
                    <a:lnTo>
                      <a:pt x="39668" y="17737"/>
                    </a:lnTo>
                    <a:lnTo>
                      <a:pt x="41376" y="17859"/>
                    </a:lnTo>
                    <a:lnTo>
                      <a:pt x="43114" y="17970"/>
                    </a:lnTo>
                    <a:lnTo>
                      <a:pt x="44883" y="18071"/>
                    </a:lnTo>
                    <a:lnTo>
                      <a:pt x="46672" y="18182"/>
                    </a:lnTo>
                    <a:lnTo>
                      <a:pt x="48481" y="18273"/>
                    </a:lnTo>
                    <a:lnTo>
                      <a:pt x="50320" y="18374"/>
                    </a:lnTo>
                    <a:lnTo>
                      <a:pt x="52180" y="18455"/>
                    </a:lnTo>
                    <a:lnTo>
                      <a:pt x="54060" y="18546"/>
                    </a:lnTo>
                    <a:lnTo>
                      <a:pt x="55960" y="18617"/>
                    </a:lnTo>
                    <a:lnTo>
                      <a:pt x="57890" y="18687"/>
                    </a:lnTo>
                    <a:lnTo>
                      <a:pt x="59831" y="18758"/>
                    </a:lnTo>
                    <a:lnTo>
                      <a:pt x="61801" y="18819"/>
                    </a:lnTo>
                    <a:lnTo>
                      <a:pt x="63782" y="18879"/>
                    </a:lnTo>
                    <a:lnTo>
                      <a:pt x="65783" y="18930"/>
                    </a:lnTo>
                    <a:lnTo>
                      <a:pt x="67805" y="18970"/>
                    </a:lnTo>
                    <a:lnTo>
                      <a:pt x="69836" y="19011"/>
                    </a:lnTo>
                    <a:lnTo>
                      <a:pt x="71898" y="19041"/>
                    </a:lnTo>
                    <a:lnTo>
                      <a:pt x="73960" y="19071"/>
                    </a:lnTo>
                    <a:lnTo>
                      <a:pt x="76052" y="19092"/>
                    </a:lnTo>
                    <a:lnTo>
                      <a:pt x="78144" y="19112"/>
                    </a:lnTo>
                    <a:lnTo>
                      <a:pt x="80256" y="19122"/>
                    </a:lnTo>
                    <a:lnTo>
                      <a:pt x="84511" y="19122"/>
                    </a:lnTo>
                    <a:lnTo>
                      <a:pt x="86623" y="19112"/>
                    </a:lnTo>
                    <a:lnTo>
                      <a:pt x="88725" y="19092"/>
                    </a:lnTo>
                    <a:lnTo>
                      <a:pt x="90807" y="19071"/>
                    </a:lnTo>
                    <a:lnTo>
                      <a:pt x="92879" y="19041"/>
                    </a:lnTo>
                    <a:lnTo>
                      <a:pt x="94931" y="19011"/>
                    </a:lnTo>
                    <a:lnTo>
                      <a:pt x="96972" y="18970"/>
                    </a:lnTo>
                    <a:lnTo>
                      <a:pt x="98994" y="18930"/>
                    </a:lnTo>
                    <a:lnTo>
                      <a:pt x="100995" y="18879"/>
                    </a:lnTo>
                    <a:lnTo>
                      <a:pt x="102976" y="18819"/>
                    </a:lnTo>
                    <a:lnTo>
                      <a:pt x="104936" y="18758"/>
                    </a:lnTo>
                    <a:lnTo>
                      <a:pt x="106887" y="18687"/>
                    </a:lnTo>
                    <a:lnTo>
                      <a:pt x="108807" y="18617"/>
                    </a:lnTo>
                    <a:lnTo>
                      <a:pt x="110717" y="18546"/>
                    </a:lnTo>
                    <a:lnTo>
                      <a:pt x="112597" y="18455"/>
                    </a:lnTo>
                    <a:lnTo>
                      <a:pt x="114457" y="18374"/>
                    </a:lnTo>
                    <a:lnTo>
                      <a:pt x="116296" y="18273"/>
                    </a:lnTo>
                    <a:lnTo>
                      <a:pt x="118105" y="18182"/>
                    </a:lnTo>
                    <a:lnTo>
                      <a:pt x="119894" y="18071"/>
                    </a:lnTo>
                    <a:lnTo>
                      <a:pt x="121652" y="17970"/>
                    </a:lnTo>
                    <a:lnTo>
                      <a:pt x="123391" y="17859"/>
                    </a:lnTo>
                    <a:lnTo>
                      <a:pt x="125109" y="17737"/>
                    </a:lnTo>
                    <a:lnTo>
                      <a:pt x="126787" y="17616"/>
                    </a:lnTo>
                    <a:lnTo>
                      <a:pt x="128454" y="17485"/>
                    </a:lnTo>
                    <a:lnTo>
                      <a:pt x="130081" y="17353"/>
                    </a:lnTo>
                    <a:lnTo>
                      <a:pt x="131678" y="17222"/>
                    </a:lnTo>
                    <a:lnTo>
                      <a:pt x="133255" y="17080"/>
                    </a:lnTo>
                    <a:lnTo>
                      <a:pt x="134791" y="16939"/>
                    </a:lnTo>
                    <a:lnTo>
                      <a:pt x="136297" y="16787"/>
                    </a:lnTo>
                    <a:lnTo>
                      <a:pt x="137782" y="16636"/>
                    </a:lnTo>
                    <a:lnTo>
                      <a:pt x="139228" y="16484"/>
                    </a:lnTo>
                    <a:lnTo>
                      <a:pt x="140643" y="16322"/>
                    </a:lnTo>
                    <a:lnTo>
                      <a:pt x="142027" y="16161"/>
                    </a:lnTo>
                    <a:lnTo>
                      <a:pt x="143371" y="15989"/>
                    </a:lnTo>
                    <a:lnTo>
                      <a:pt x="144685" y="15817"/>
                    </a:lnTo>
                    <a:lnTo>
                      <a:pt x="145959" y="15645"/>
                    </a:lnTo>
                    <a:lnTo>
                      <a:pt x="147202" y="15463"/>
                    </a:lnTo>
                    <a:lnTo>
                      <a:pt x="148404" y="15282"/>
                    </a:lnTo>
                    <a:lnTo>
                      <a:pt x="149577" y="15100"/>
                    </a:lnTo>
                    <a:lnTo>
                      <a:pt x="150699" y="14908"/>
                    </a:lnTo>
                    <a:lnTo>
                      <a:pt x="151790" y="14716"/>
                    </a:lnTo>
                    <a:lnTo>
                      <a:pt x="152841" y="14524"/>
                    </a:lnTo>
                    <a:lnTo>
                      <a:pt x="153862" y="14321"/>
                    </a:lnTo>
                    <a:lnTo>
                      <a:pt x="154832" y="14119"/>
                    </a:lnTo>
                    <a:lnTo>
                      <a:pt x="155762" y="13917"/>
                    </a:lnTo>
                    <a:lnTo>
                      <a:pt x="156651" y="13705"/>
                    </a:lnTo>
                    <a:lnTo>
                      <a:pt x="157490" y="13493"/>
                    </a:lnTo>
                    <a:lnTo>
                      <a:pt x="158299" y="13280"/>
                    </a:lnTo>
                    <a:lnTo>
                      <a:pt x="159057" y="13068"/>
                    </a:lnTo>
                    <a:lnTo>
                      <a:pt x="159774" y="12846"/>
                    </a:lnTo>
                    <a:lnTo>
                      <a:pt x="160441" y="12623"/>
                    </a:lnTo>
                    <a:lnTo>
                      <a:pt x="161068" y="12401"/>
                    </a:lnTo>
                    <a:lnTo>
                      <a:pt x="161644" y="12179"/>
                    </a:lnTo>
                    <a:lnTo>
                      <a:pt x="162180" y="11946"/>
                    </a:lnTo>
                    <a:lnTo>
                      <a:pt x="162665" y="11724"/>
                    </a:lnTo>
                    <a:lnTo>
                      <a:pt x="162887" y="11603"/>
                    </a:lnTo>
                    <a:lnTo>
                      <a:pt x="163099" y="11492"/>
                    </a:lnTo>
                    <a:lnTo>
                      <a:pt x="163301" y="11370"/>
                    </a:lnTo>
                    <a:lnTo>
                      <a:pt x="163483" y="11259"/>
                    </a:lnTo>
                    <a:lnTo>
                      <a:pt x="163665" y="11138"/>
                    </a:lnTo>
                    <a:lnTo>
                      <a:pt x="163827" y="11017"/>
                    </a:lnTo>
                    <a:lnTo>
                      <a:pt x="163968" y="10895"/>
                    </a:lnTo>
                    <a:lnTo>
                      <a:pt x="164110" y="10784"/>
                    </a:lnTo>
                    <a:lnTo>
                      <a:pt x="164231" y="10663"/>
                    </a:lnTo>
                    <a:lnTo>
                      <a:pt x="164342" y="10542"/>
                    </a:lnTo>
                    <a:lnTo>
                      <a:pt x="164443" y="10420"/>
                    </a:lnTo>
                    <a:lnTo>
                      <a:pt x="164534" y="10299"/>
                    </a:lnTo>
                    <a:lnTo>
                      <a:pt x="164605" y="10178"/>
                    </a:lnTo>
                    <a:lnTo>
                      <a:pt x="164666" y="10056"/>
                    </a:lnTo>
                    <a:lnTo>
                      <a:pt x="164716" y="9935"/>
                    </a:lnTo>
                    <a:lnTo>
                      <a:pt x="164747" y="9814"/>
                    </a:lnTo>
                    <a:lnTo>
                      <a:pt x="164767" y="9682"/>
                    </a:lnTo>
                    <a:lnTo>
                      <a:pt x="164777" y="9561"/>
                    </a:lnTo>
                    <a:lnTo>
                      <a:pt x="164767" y="9440"/>
                    </a:lnTo>
                    <a:lnTo>
                      <a:pt x="164747" y="9319"/>
                    </a:lnTo>
                    <a:lnTo>
                      <a:pt x="164716" y="9197"/>
                    </a:lnTo>
                    <a:lnTo>
                      <a:pt x="164666" y="9066"/>
                    </a:lnTo>
                    <a:lnTo>
                      <a:pt x="164605" y="8945"/>
                    </a:lnTo>
                    <a:lnTo>
                      <a:pt x="164534" y="8823"/>
                    </a:lnTo>
                    <a:lnTo>
                      <a:pt x="164443" y="8702"/>
                    </a:lnTo>
                    <a:lnTo>
                      <a:pt x="164342" y="8581"/>
                    </a:lnTo>
                    <a:lnTo>
                      <a:pt x="164231" y="8470"/>
                    </a:lnTo>
                    <a:lnTo>
                      <a:pt x="164110" y="8348"/>
                    </a:lnTo>
                    <a:lnTo>
                      <a:pt x="163968" y="8227"/>
                    </a:lnTo>
                    <a:lnTo>
                      <a:pt x="163827" y="8106"/>
                    </a:lnTo>
                    <a:lnTo>
                      <a:pt x="163665" y="7985"/>
                    </a:lnTo>
                    <a:lnTo>
                      <a:pt x="163483" y="7873"/>
                    </a:lnTo>
                    <a:lnTo>
                      <a:pt x="163301" y="7752"/>
                    </a:lnTo>
                    <a:lnTo>
                      <a:pt x="163099" y="7641"/>
                    </a:lnTo>
                    <a:lnTo>
                      <a:pt x="162887" y="7520"/>
                    </a:lnTo>
                    <a:lnTo>
                      <a:pt x="162665" y="7408"/>
                    </a:lnTo>
                    <a:lnTo>
                      <a:pt x="162180" y="7176"/>
                    </a:lnTo>
                    <a:lnTo>
                      <a:pt x="161644" y="6944"/>
                    </a:lnTo>
                    <a:lnTo>
                      <a:pt x="161068" y="6721"/>
                    </a:lnTo>
                    <a:lnTo>
                      <a:pt x="160441" y="6499"/>
                    </a:lnTo>
                    <a:lnTo>
                      <a:pt x="159774" y="6277"/>
                    </a:lnTo>
                    <a:lnTo>
                      <a:pt x="159057" y="6054"/>
                    </a:lnTo>
                    <a:lnTo>
                      <a:pt x="158299" y="5842"/>
                    </a:lnTo>
                    <a:lnTo>
                      <a:pt x="157490" y="5630"/>
                    </a:lnTo>
                    <a:lnTo>
                      <a:pt x="156651" y="5417"/>
                    </a:lnTo>
                    <a:lnTo>
                      <a:pt x="155762" y="5215"/>
                    </a:lnTo>
                    <a:lnTo>
                      <a:pt x="154832" y="5003"/>
                    </a:lnTo>
                    <a:lnTo>
                      <a:pt x="153862" y="4801"/>
                    </a:lnTo>
                    <a:lnTo>
                      <a:pt x="152841" y="4609"/>
                    </a:lnTo>
                    <a:lnTo>
                      <a:pt x="151790" y="4407"/>
                    </a:lnTo>
                    <a:lnTo>
                      <a:pt x="150699" y="4215"/>
                    </a:lnTo>
                    <a:lnTo>
                      <a:pt x="149577" y="4033"/>
                    </a:lnTo>
                    <a:lnTo>
                      <a:pt x="148404" y="3841"/>
                    </a:lnTo>
                    <a:lnTo>
                      <a:pt x="147202" y="3659"/>
                    </a:lnTo>
                    <a:lnTo>
                      <a:pt x="145959" y="3487"/>
                    </a:lnTo>
                    <a:lnTo>
                      <a:pt x="144685" y="3305"/>
                    </a:lnTo>
                    <a:lnTo>
                      <a:pt x="143371" y="3133"/>
                    </a:lnTo>
                    <a:lnTo>
                      <a:pt x="142027" y="2972"/>
                    </a:lnTo>
                    <a:lnTo>
                      <a:pt x="140643" y="2800"/>
                    </a:lnTo>
                    <a:lnTo>
                      <a:pt x="139228" y="2638"/>
                    </a:lnTo>
                    <a:lnTo>
                      <a:pt x="137782" y="2487"/>
                    </a:lnTo>
                    <a:lnTo>
                      <a:pt x="136297" y="2335"/>
                    </a:lnTo>
                    <a:lnTo>
                      <a:pt x="134791" y="2183"/>
                    </a:lnTo>
                    <a:lnTo>
                      <a:pt x="133255" y="2042"/>
                    </a:lnTo>
                    <a:lnTo>
                      <a:pt x="131678" y="1900"/>
                    </a:lnTo>
                    <a:lnTo>
                      <a:pt x="130081" y="1769"/>
                    </a:lnTo>
                    <a:lnTo>
                      <a:pt x="128454" y="1638"/>
                    </a:lnTo>
                    <a:lnTo>
                      <a:pt x="126787" y="1506"/>
                    </a:lnTo>
                    <a:lnTo>
                      <a:pt x="125109" y="1385"/>
                    </a:lnTo>
                    <a:lnTo>
                      <a:pt x="123391" y="1274"/>
                    </a:lnTo>
                    <a:lnTo>
                      <a:pt x="121652" y="1152"/>
                    </a:lnTo>
                    <a:lnTo>
                      <a:pt x="119894" y="1051"/>
                    </a:lnTo>
                    <a:lnTo>
                      <a:pt x="118105" y="950"/>
                    </a:lnTo>
                    <a:lnTo>
                      <a:pt x="116296" y="849"/>
                    </a:lnTo>
                    <a:lnTo>
                      <a:pt x="114457" y="758"/>
                    </a:lnTo>
                    <a:lnTo>
                      <a:pt x="112597" y="667"/>
                    </a:lnTo>
                    <a:lnTo>
                      <a:pt x="110717" y="587"/>
                    </a:lnTo>
                    <a:lnTo>
                      <a:pt x="108807" y="506"/>
                    </a:lnTo>
                    <a:lnTo>
                      <a:pt x="106887" y="435"/>
                    </a:lnTo>
                    <a:lnTo>
                      <a:pt x="104936" y="364"/>
                    </a:lnTo>
                    <a:lnTo>
                      <a:pt x="102976" y="304"/>
                    </a:lnTo>
                    <a:lnTo>
                      <a:pt x="100995" y="253"/>
                    </a:lnTo>
                    <a:lnTo>
                      <a:pt x="98994" y="202"/>
                    </a:lnTo>
                    <a:lnTo>
                      <a:pt x="96972" y="152"/>
                    </a:lnTo>
                    <a:lnTo>
                      <a:pt x="94931" y="112"/>
                    </a:lnTo>
                    <a:lnTo>
                      <a:pt x="92879" y="81"/>
                    </a:lnTo>
                    <a:lnTo>
                      <a:pt x="90807" y="51"/>
                    </a:lnTo>
                    <a:lnTo>
                      <a:pt x="88725" y="31"/>
                    </a:lnTo>
                    <a:lnTo>
                      <a:pt x="86623" y="21"/>
                    </a:lnTo>
                    <a:lnTo>
                      <a:pt x="84511" y="10"/>
                    </a:lnTo>
                    <a:lnTo>
                      <a:pt x="82389" y="0"/>
                    </a:lnTo>
                    <a:close/>
                  </a:path>
                </a:pathLst>
              </a:custGeom>
              <a:solidFill>
                <a:srgbClr val="8AE1CC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2101200" y="3529575"/>
                <a:ext cx="538200" cy="1110225"/>
              </a:xfrm>
              <a:custGeom>
                <a:avLst/>
                <a:gdLst/>
                <a:ahLst/>
                <a:cxnLst/>
                <a:rect l="l" t="t" r="r" b="b"/>
                <a:pathLst>
                  <a:path w="21528" h="44409" extrusionOk="0">
                    <a:moveTo>
                      <a:pt x="4933" y="36041"/>
                    </a:moveTo>
                    <a:lnTo>
                      <a:pt x="4933" y="36041"/>
                    </a:lnTo>
                    <a:lnTo>
                      <a:pt x="4610" y="35505"/>
                    </a:lnTo>
                    <a:lnTo>
                      <a:pt x="4296" y="34959"/>
                    </a:lnTo>
                    <a:lnTo>
                      <a:pt x="4003" y="34393"/>
                    </a:lnTo>
                    <a:lnTo>
                      <a:pt x="3710" y="33827"/>
                    </a:lnTo>
                    <a:lnTo>
                      <a:pt x="3437" y="33241"/>
                    </a:lnTo>
                    <a:lnTo>
                      <a:pt x="3174" y="32655"/>
                    </a:lnTo>
                    <a:lnTo>
                      <a:pt x="2932" y="32059"/>
                    </a:lnTo>
                    <a:lnTo>
                      <a:pt x="2689" y="31452"/>
                    </a:lnTo>
                    <a:lnTo>
                      <a:pt x="2467" y="30836"/>
                    </a:lnTo>
                    <a:lnTo>
                      <a:pt x="2245" y="30209"/>
                    </a:lnTo>
                    <a:lnTo>
                      <a:pt x="2043" y="29583"/>
                    </a:lnTo>
                    <a:lnTo>
                      <a:pt x="1850" y="28946"/>
                    </a:lnTo>
                    <a:lnTo>
                      <a:pt x="1669" y="28299"/>
                    </a:lnTo>
                    <a:lnTo>
                      <a:pt x="1487" y="27652"/>
                    </a:lnTo>
                    <a:lnTo>
                      <a:pt x="1325" y="26995"/>
                    </a:lnTo>
                    <a:lnTo>
                      <a:pt x="1173" y="26348"/>
                    </a:lnTo>
                    <a:lnTo>
                      <a:pt x="1032" y="25681"/>
                    </a:lnTo>
                    <a:lnTo>
                      <a:pt x="900" y="25024"/>
                    </a:lnTo>
                    <a:lnTo>
                      <a:pt x="779" y="24357"/>
                    </a:lnTo>
                    <a:lnTo>
                      <a:pt x="668" y="23690"/>
                    </a:lnTo>
                    <a:lnTo>
                      <a:pt x="567" y="23023"/>
                    </a:lnTo>
                    <a:lnTo>
                      <a:pt x="466" y="22356"/>
                    </a:lnTo>
                    <a:lnTo>
                      <a:pt x="385" y="21689"/>
                    </a:lnTo>
                    <a:lnTo>
                      <a:pt x="304" y="21022"/>
                    </a:lnTo>
                    <a:lnTo>
                      <a:pt x="244" y="20355"/>
                    </a:lnTo>
                    <a:lnTo>
                      <a:pt x="183" y="19688"/>
                    </a:lnTo>
                    <a:lnTo>
                      <a:pt x="132" y="19031"/>
                    </a:lnTo>
                    <a:lnTo>
                      <a:pt x="92" y="18364"/>
                    </a:lnTo>
                    <a:lnTo>
                      <a:pt x="62" y="17707"/>
                    </a:lnTo>
                    <a:lnTo>
                      <a:pt x="31" y="17060"/>
                    </a:lnTo>
                    <a:lnTo>
                      <a:pt x="11" y="16414"/>
                    </a:lnTo>
                    <a:lnTo>
                      <a:pt x="1" y="15767"/>
                    </a:lnTo>
                    <a:lnTo>
                      <a:pt x="1" y="15130"/>
                    </a:lnTo>
                    <a:lnTo>
                      <a:pt x="11" y="14503"/>
                    </a:lnTo>
                    <a:lnTo>
                      <a:pt x="21" y="13877"/>
                    </a:lnTo>
                    <a:lnTo>
                      <a:pt x="41" y="13260"/>
                    </a:lnTo>
                    <a:lnTo>
                      <a:pt x="72" y="12654"/>
                    </a:lnTo>
                    <a:lnTo>
                      <a:pt x="102" y="12048"/>
                    </a:lnTo>
                    <a:lnTo>
                      <a:pt x="142" y="11461"/>
                    </a:lnTo>
                    <a:lnTo>
                      <a:pt x="193" y="10875"/>
                    </a:lnTo>
                    <a:lnTo>
                      <a:pt x="244" y="10309"/>
                    </a:lnTo>
                    <a:lnTo>
                      <a:pt x="304" y="9743"/>
                    </a:lnTo>
                    <a:lnTo>
                      <a:pt x="375" y="9198"/>
                    </a:lnTo>
                    <a:lnTo>
                      <a:pt x="446" y="8662"/>
                    </a:lnTo>
                    <a:lnTo>
                      <a:pt x="527" y="8136"/>
                    </a:lnTo>
                    <a:lnTo>
                      <a:pt x="607" y="7621"/>
                    </a:lnTo>
                    <a:lnTo>
                      <a:pt x="698" y="7116"/>
                    </a:lnTo>
                    <a:lnTo>
                      <a:pt x="789" y="6641"/>
                    </a:lnTo>
                    <a:lnTo>
                      <a:pt x="890" y="6166"/>
                    </a:lnTo>
                    <a:lnTo>
                      <a:pt x="1002" y="5711"/>
                    </a:lnTo>
                    <a:lnTo>
                      <a:pt x="1113" y="5276"/>
                    </a:lnTo>
                    <a:lnTo>
                      <a:pt x="1224" y="4852"/>
                    </a:lnTo>
                    <a:lnTo>
                      <a:pt x="1345" y="4447"/>
                    </a:lnTo>
                    <a:lnTo>
                      <a:pt x="1466" y="4053"/>
                    </a:lnTo>
                    <a:lnTo>
                      <a:pt x="1598" y="3689"/>
                    </a:lnTo>
                    <a:lnTo>
                      <a:pt x="1729" y="3336"/>
                    </a:lnTo>
                    <a:lnTo>
                      <a:pt x="1861" y="3002"/>
                    </a:lnTo>
                    <a:lnTo>
                      <a:pt x="2002" y="2689"/>
                    </a:lnTo>
                    <a:lnTo>
                      <a:pt x="2144" y="2396"/>
                    </a:lnTo>
                    <a:lnTo>
                      <a:pt x="2295" y="2123"/>
                    </a:lnTo>
                    <a:lnTo>
                      <a:pt x="2447" y="1880"/>
                    </a:lnTo>
                    <a:lnTo>
                      <a:pt x="2598" y="1648"/>
                    </a:lnTo>
                    <a:lnTo>
                      <a:pt x="2750" y="1446"/>
                    </a:lnTo>
                    <a:lnTo>
                      <a:pt x="2912" y="1264"/>
                    </a:lnTo>
                    <a:lnTo>
                      <a:pt x="2912" y="1264"/>
                    </a:lnTo>
                    <a:lnTo>
                      <a:pt x="3225" y="951"/>
                    </a:lnTo>
                    <a:lnTo>
                      <a:pt x="3498" y="678"/>
                    </a:lnTo>
                    <a:lnTo>
                      <a:pt x="3761" y="455"/>
                    </a:lnTo>
                    <a:lnTo>
                      <a:pt x="3993" y="284"/>
                    </a:lnTo>
                    <a:lnTo>
                      <a:pt x="4094" y="203"/>
                    </a:lnTo>
                    <a:lnTo>
                      <a:pt x="4205" y="142"/>
                    </a:lnTo>
                    <a:lnTo>
                      <a:pt x="4296" y="91"/>
                    </a:lnTo>
                    <a:lnTo>
                      <a:pt x="4387" y="51"/>
                    </a:lnTo>
                    <a:lnTo>
                      <a:pt x="4478" y="21"/>
                    </a:lnTo>
                    <a:lnTo>
                      <a:pt x="4559" y="1"/>
                    </a:lnTo>
                    <a:lnTo>
                      <a:pt x="4630" y="1"/>
                    </a:lnTo>
                    <a:lnTo>
                      <a:pt x="4701" y="1"/>
                    </a:lnTo>
                    <a:lnTo>
                      <a:pt x="4771" y="11"/>
                    </a:lnTo>
                    <a:lnTo>
                      <a:pt x="4832" y="21"/>
                    </a:lnTo>
                    <a:lnTo>
                      <a:pt x="4893" y="51"/>
                    </a:lnTo>
                    <a:lnTo>
                      <a:pt x="4943" y="91"/>
                    </a:lnTo>
                    <a:lnTo>
                      <a:pt x="4994" y="142"/>
                    </a:lnTo>
                    <a:lnTo>
                      <a:pt x="5034" y="203"/>
                    </a:lnTo>
                    <a:lnTo>
                      <a:pt x="5074" y="263"/>
                    </a:lnTo>
                    <a:lnTo>
                      <a:pt x="5115" y="334"/>
                    </a:lnTo>
                    <a:lnTo>
                      <a:pt x="5145" y="425"/>
                    </a:lnTo>
                    <a:lnTo>
                      <a:pt x="5176" y="516"/>
                    </a:lnTo>
                    <a:lnTo>
                      <a:pt x="5236" y="718"/>
                    </a:lnTo>
                    <a:lnTo>
                      <a:pt x="5277" y="961"/>
                    </a:lnTo>
                    <a:lnTo>
                      <a:pt x="5297" y="1234"/>
                    </a:lnTo>
                    <a:lnTo>
                      <a:pt x="5317" y="1537"/>
                    </a:lnTo>
                    <a:lnTo>
                      <a:pt x="5327" y="1860"/>
                    </a:lnTo>
                    <a:lnTo>
                      <a:pt x="5337" y="2214"/>
                    </a:lnTo>
                    <a:lnTo>
                      <a:pt x="5327" y="2598"/>
                    </a:lnTo>
                    <a:lnTo>
                      <a:pt x="5307" y="3437"/>
                    </a:lnTo>
                    <a:lnTo>
                      <a:pt x="5277" y="4367"/>
                    </a:lnTo>
                    <a:lnTo>
                      <a:pt x="5236" y="5387"/>
                    </a:lnTo>
                    <a:lnTo>
                      <a:pt x="5206" y="6469"/>
                    </a:lnTo>
                    <a:lnTo>
                      <a:pt x="5186" y="7621"/>
                    </a:lnTo>
                    <a:lnTo>
                      <a:pt x="5186" y="8207"/>
                    </a:lnTo>
                    <a:lnTo>
                      <a:pt x="5196" y="8813"/>
                    </a:lnTo>
                    <a:lnTo>
                      <a:pt x="5206" y="9440"/>
                    </a:lnTo>
                    <a:lnTo>
                      <a:pt x="5226" y="10067"/>
                    </a:lnTo>
                    <a:lnTo>
                      <a:pt x="5256" y="10703"/>
                    </a:lnTo>
                    <a:lnTo>
                      <a:pt x="5307" y="11340"/>
                    </a:lnTo>
                    <a:lnTo>
                      <a:pt x="5357" y="11997"/>
                    </a:lnTo>
                    <a:lnTo>
                      <a:pt x="5428" y="12644"/>
                    </a:lnTo>
                    <a:lnTo>
                      <a:pt x="5509" y="13311"/>
                    </a:lnTo>
                    <a:lnTo>
                      <a:pt x="5610" y="13968"/>
                    </a:lnTo>
                    <a:lnTo>
                      <a:pt x="5731" y="14635"/>
                    </a:lnTo>
                    <a:lnTo>
                      <a:pt x="5863" y="15302"/>
                    </a:lnTo>
                    <a:lnTo>
                      <a:pt x="6014" y="15959"/>
                    </a:lnTo>
                    <a:lnTo>
                      <a:pt x="6186" y="16626"/>
                    </a:lnTo>
                    <a:lnTo>
                      <a:pt x="6388" y="17283"/>
                    </a:lnTo>
                    <a:lnTo>
                      <a:pt x="6601" y="17940"/>
                    </a:lnTo>
                    <a:lnTo>
                      <a:pt x="6722" y="18263"/>
                    </a:lnTo>
                    <a:lnTo>
                      <a:pt x="6843" y="18587"/>
                    </a:lnTo>
                    <a:lnTo>
                      <a:pt x="6964" y="18910"/>
                    </a:lnTo>
                    <a:lnTo>
                      <a:pt x="7106" y="19233"/>
                    </a:lnTo>
                    <a:lnTo>
                      <a:pt x="7247" y="19557"/>
                    </a:lnTo>
                    <a:lnTo>
                      <a:pt x="7399" y="19870"/>
                    </a:lnTo>
                    <a:lnTo>
                      <a:pt x="7551" y="20183"/>
                    </a:lnTo>
                    <a:lnTo>
                      <a:pt x="7712" y="20497"/>
                    </a:lnTo>
                    <a:lnTo>
                      <a:pt x="7874" y="20810"/>
                    </a:lnTo>
                    <a:lnTo>
                      <a:pt x="8056" y="21113"/>
                    </a:lnTo>
                    <a:lnTo>
                      <a:pt x="8238" y="21416"/>
                    </a:lnTo>
                    <a:lnTo>
                      <a:pt x="8430" y="21720"/>
                    </a:lnTo>
                    <a:lnTo>
                      <a:pt x="8622" y="22013"/>
                    </a:lnTo>
                    <a:lnTo>
                      <a:pt x="8834" y="22316"/>
                    </a:lnTo>
                    <a:lnTo>
                      <a:pt x="9046" y="22599"/>
                    </a:lnTo>
                    <a:lnTo>
                      <a:pt x="9269" y="22892"/>
                    </a:lnTo>
                    <a:lnTo>
                      <a:pt x="9491" y="23175"/>
                    </a:lnTo>
                    <a:lnTo>
                      <a:pt x="9734" y="23458"/>
                    </a:lnTo>
                    <a:lnTo>
                      <a:pt x="9976" y="23731"/>
                    </a:lnTo>
                    <a:lnTo>
                      <a:pt x="10229" y="24004"/>
                    </a:lnTo>
                    <a:lnTo>
                      <a:pt x="10492" y="24277"/>
                    </a:lnTo>
                    <a:lnTo>
                      <a:pt x="10764" y="24539"/>
                    </a:lnTo>
                    <a:lnTo>
                      <a:pt x="11047" y="24802"/>
                    </a:lnTo>
                    <a:lnTo>
                      <a:pt x="11330" y="25055"/>
                    </a:lnTo>
                    <a:lnTo>
                      <a:pt x="11634" y="25307"/>
                    </a:lnTo>
                    <a:lnTo>
                      <a:pt x="11937" y="25550"/>
                    </a:lnTo>
                    <a:lnTo>
                      <a:pt x="12260" y="25793"/>
                    </a:lnTo>
                    <a:lnTo>
                      <a:pt x="12584" y="26025"/>
                    </a:lnTo>
                    <a:lnTo>
                      <a:pt x="12917" y="26247"/>
                    </a:lnTo>
                    <a:lnTo>
                      <a:pt x="13271" y="26480"/>
                    </a:lnTo>
                    <a:lnTo>
                      <a:pt x="13625" y="26692"/>
                    </a:lnTo>
                    <a:lnTo>
                      <a:pt x="13988" y="26904"/>
                    </a:lnTo>
                    <a:lnTo>
                      <a:pt x="14362" y="27106"/>
                    </a:lnTo>
                    <a:lnTo>
                      <a:pt x="14757" y="27309"/>
                    </a:lnTo>
                    <a:lnTo>
                      <a:pt x="15151" y="27501"/>
                    </a:lnTo>
                    <a:lnTo>
                      <a:pt x="15555" y="27693"/>
                    </a:lnTo>
                    <a:lnTo>
                      <a:pt x="15555" y="27693"/>
                    </a:lnTo>
                    <a:lnTo>
                      <a:pt x="15868" y="27834"/>
                    </a:lnTo>
                    <a:lnTo>
                      <a:pt x="16161" y="27976"/>
                    </a:lnTo>
                    <a:lnTo>
                      <a:pt x="16454" y="28137"/>
                    </a:lnTo>
                    <a:lnTo>
                      <a:pt x="16727" y="28289"/>
                    </a:lnTo>
                    <a:lnTo>
                      <a:pt x="17000" y="28461"/>
                    </a:lnTo>
                    <a:lnTo>
                      <a:pt x="17263" y="28632"/>
                    </a:lnTo>
                    <a:lnTo>
                      <a:pt x="17516" y="28804"/>
                    </a:lnTo>
                    <a:lnTo>
                      <a:pt x="17768" y="28986"/>
                    </a:lnTo>
                    <a:lnTo>
                      <a:pt x="18001" y="29168"/>
                    </a:lnTo>
                    <a:lnTo>
                      <a:pt x="18233" y="29360"/>
                    </a:lnTo>
                    <a:lnTo>
                      <a:pt x="18445" y="29552"/>
                    </a:lnTo>
                    <a:lnTo>
                      <a:pt x="18658" y="29754"/>
                    </a:lnTo>
                    <a:lnTo>
                      <a:pt x="18870" y="29956"/>
                    </a:lnTo>
                    <a:lnTo>
                      <a:pt x="19062" y="30159"/>
                    </a:lnTo>
                    <a:lnTo>
                      <a:pt x="19254" y="30371"/>
                    </a:lnTo>
                    <a:lnTo>
                      <a:pt x="19426" y="30583"/>
                    </a:lnTo>
                    <a:lnTo>
                      <a:pt x="19598" y="30805"/>
                    </a:lnTo>
                    <a:lnTo>
                      <a:pt x="19769" y="31028"/>
                    </a:lnTo>
                    <a:lnTo>
                      <a:pt x="19921" y="31250"/>
                    </a:lnTo>
                    <a:lnTo>
                      <a:pt x="20073" y="31472"/>
                    </a:lnTo>
                    <a:lnTo>
                      <a:pt x="20214" y="31705"/>
                    </a:lnTo>
                    <a:lnTo>
                      <a:pt x="20345" y="31937"/>
                    </a:lnTo>
                    <a:lnTo>
                      <a:pt x="20467" y="32170"/>
                    </a:lnTo>
                    <a:lnTo>
                      <a:pt x="20588" y="32412"/>
                    </a:lnTo>
                    <a:lnTo>
                      <a:pt x="20699" y="32655"/>
                    </a:lnTo>
                    <a:lnTo>
                      <a:pt x="20800" y="32887"/>
                    </a:lnTo>
                    <a:lnTo>
                      <a:pt x="20901" y="33140"/>
                    </a:lnTo>
                    <a:lnTo>
                      <a:pt x="20992" y="33383"/>
                    </a:lnTo>
                    <a:lnTo>
                      <a:pt x="21073" y="33625"/>
                    </a:lnTo>
                    <a:lnTo>
                      <a:pt x="21144" y="33878"/>
                    </a:lnTo>
                    <a:lnTo>
                      <a:pt x="21215" y="34120"/>
                    </a:lnTo>
                    <a:lnTo>
                      <a:pt x="21275" y="34373"/>
                    </a:lnTo>
                    <a:lnTo>
                      <a:pt x="21336" y="34626"/>
                    </a:lnTo>
                    <a:lnTo>
                      <a:pt x="21376" y="34868"/>
                    </a:lnTo>
                    <a:lnTo>
                      <a:pt x="21417" y="35121"/>
                    </a:lnTo>
                    <a:lnTo>
                      <a:pt x="21457" y="35374"/>
                    </a:lnTo>
                    <a:lnTo>
                      <a:pt x="21487" y="35626"/>
                    </a:lnTo>
                    <a:lnTo>
                      <a:pt x="21508" y="35879"/>
                    </a:lnTo>
                    <a:lnTo>
                      <a:pt x="21518" y="36121"/>
                    </a:lnTo>
                    <a:lnTo>
                      <a:pt x="21528" y="36374"/>
                    </a:lnTo>
                    <a:lnTo>
                      <a:pt x="21528" y="36627"/>
                    </a:lnTo>
                    <a:lnTo>
                      <a:pt x="21528" y="36869"/>
                    </a:lnTo>
                    <a:lnTo>
                      <a:pt x="21518" y="37122"/>
                    </a:lnTo>
                    <a:lnTo>
                      <a:pt x="21498" y="37365"/>
                    </a:lnTo>
                    <a:lnTo>
                      <a:pt x="21477" y="37617"/>
                    </a:lnTo>
                    <a:lnTo>
                      <a:pt x="21447" y="37860"/>
                    </a:lnTo>
                    <a:lnTo>
                      <a:pt x="21417" y="38102"/>
                    </a:lnTo>
                    <a:lnTo>
                      <a:pt x="21376" y="38335"/>
                    </a:lnTo>
                    <a:lnTo>
                      <a:pt x="21326" y="38577"/>
                    </a:lnTo>
                    <a:lnTo>
                      <a:pt x="21275" y="38810"/>
                    </a:lnTo>
                    <a:lnTo>
                      <a:pt x="21215" y="39042"/>
                    </a:lnTo>
                    <a:lnTo>
                      <a:pt x="21154" y="39275"/>
                    </a:lnTo>
                    <a:lnTo>
                      <a:pt x="21083" y="39497"/>
                    </a:lnTo>
                    <a:lnTo>
                      <a:pt x="21012" y="39730"/>
                    </a:lnTo>
                    <a:lnTo>
                      <a:pt x="20932" y="39952"/>
                    </a:lnTo>
                    <a:lnTo>
                      <a:pt x="20841" y="40164"/>
                    </a:lnTo>
                    <a:lnTo>
                      <a:pt x="20760" y="40376"/>
                    </a:lnTo>
                    <a:lnTo>
                      <a:pt x="20659" y="40589"/>
                    </a:lnTo>
                    <a:lnTo>
                      <a:pt x="20558" y="40801"/>
                    </a:lnTo>
                    <a:lnTo>
                      <a:pt x="20457" y="41003"/>
                    </a:lnTo>
                    <a:lnTo>
                      <a:pt x="20345" y="41205"/>
                    </a:lnTo>
                    <a:lnTo>
                      <a:pt x="20224" y="41397"/>
                    </a:lnTo>
                    <a:lnTo>
                      <a:pt x="20103" y="41589"/>
                    </a:lnTo>
                    <a:lnTo>
                      <a:pt x="19982" y="41771"/>
                    </a:lnTo>
                    <a:lnTo>
                      <a:pt x="19850" y="41953"/>
                    </a:lnTo>
                    <a:lnTo>
                      <a:pt x="19719" y="42135"/>
                    </a:lnTo>
                    <a:lnTo>
                      <a:pt x="19577" y="42307"/>
                    </a:lnTo>
                    <a:lnTo>
                      <a:pt x="19436" y="42468"/>
                    </a:lnTo>
                    <a:lnTo>
                      <a:pt x="19284" y="42630"/>
                    </a:lnTo>
                    <a:lnTo>
                      <a:pt x="19133" y="42782"/>
                    </a:lnTo>
                    <a:lnTo>
                      <a:pt x="18971" y="42933"/>
                    </a:lnTo>
                    <a:lnTo>
                      <a:pt x="18809" y="43075"/>
                    </a:lnTo>
                    <a:lnTo>
                      <a:pt x="18648" y="43206"/>
                    </a:lnTo>
                    <a:lnTo>
                      <a:pt x="18476" y="43338"/>
                    </a:lnTo>
                    <a:lnTo>
                      <a:pt x="18304" y="43459"/>
                    </a:lnTo>
                    <a:lnTo>
                      <a:pt x="18122" y="43580"/>
                    </a:lnTo>
                    <a:lnTo>
                      <a:pt x="17940" y="43691"/>
                    </a:lnTo>
                    <a:lnTo>
                      <a:pt x="17758" y="43792"/>
                    </a:lnTo>
                    <a:lnTo>
                      <a:pt x="17566" y="43883"/>
                    </a:lnTo>
                    <a:lnTo>
                      <a:pt x="17374" y="43974"/>
                    </a:lnTo>
                    <a:lnTo>
                      <a:pt x="17172" y="44055"/>
                    </a:lnTo>
                    <a:lnTo>
                      <a:pt x="16970" y="44126"/>
                    </a:lnTo>
                    <a:lnTo>
                      <a:pt x="16768" y="44187"/>
                    </a:lnTo>
                    <a:lnTo>
                      <a:pt x="16555" y="44247"/>
                    </a:lnTo>
                    <a:lnTo>
                      <a:pt x="16353" y="44298"/>
                    </a:lnTo>
                    <a:lnTo>
                      <a:pt x="16131" y="44338"/>
                    </a:lnTo>
                    <a:lnTo>
                      <a:pt x="15919" y="44368"/>
                    </a:lnTo>
                    <a:lnTo>
                      <a:pt x="15696" y="44389"/>
                    </a:lnTo>
                    <a:lnTo>
                      <a:pt x="15474" y="44399"/>
                    </a:lnTo>
                    <a:lnTo>
                      <a:pt x="15242" y="44409"/>
                    </a:lnTo>
                    <a:lnTo>
                      <a:pt x="15009" y="44399"/>
                    </a:lnTo>
                    <a:lnTo>
                      <a:pt x="14777" y="44379"/>
                    </a:lnTo>
                    <a:lnTo>
                      <a:pt x="14544" y="44358"/>
                    </a:lnTo>
                    <a:lnTo>
                      <a:pt x="14302" y="44328"/>
                    </a:lnTo>
                    <a:lnTo>
                      <a:pt x="14059" y="44277"/>
                    </a:lnTo>
                    <a:lnTo>
                      <a:pt x="13817" y="44227"/>
                    </a:lnTo>
                    <a:lnTo>
                      <a:pt x="13564" y="44156"/>
                    </a:lnTo>
                    <a:lnTo>
                      <a:pt x="13311" y="44085"/>
                    </a:lnTo>
                    <a:lnTo>
                      <a:pt x="13059" y="43995"/>
                    </a:lnTo>
                    <a:lnTo>
                      <a:pt x="12806" y="43904"/>
                    </a:lnTo>
                    <a:lnTo>
                      <a:pt x="12553" y="43792"/>
                    </a:lnTo>
                    <a:lnTo>
                      <a:pt x="12291" y="43671"/>
                    </a:lnTo>
                    <a:lnTo>
                      <a:pt x="12028" y="43540"/>
                    </a:lnTo>
                    <a:lnTo>
                      <a:pt x="11765" y="43398"/>
                    </a:lnTo>
                    <a:lnTo>
                      <a:pt x="11492" y="43247"/>
                    </a:lnTo>
                    <a:lnTo>
                      <a:pt x="11229" y="43075"/>
                    </a:lnTo>
                    <a:lnTo>
                      <a:pt x="10956" y="42903"/>
                    </a:lnTo>
                    <a:lnTo>
                      <a:pt x="10684" y="42711"/>
                    </a:lnTo>
                    <a:lnTo>
                      <a:pt x="10411" y="42499"/>
                    </a:lnTo>
                    <a:lnTo>
                      <a:pt x="10138" y="42286"/>
                    </a:lnTo>
                    <a:lnTo>
                      <a:pt x="9855" y="42054"/>
                    </a:lnTo>
                    <a:lnTo>
                      <a:pt x="9572" y="41822"/>
                    </a:lnTo>
                    <a:lnTo>
                      <a:pt x="9299" y="41559"/>
                    </a:lnTo>
                    <a:lnTo>
                      <a:pt x="9016" y="41296"/>
                    </a:lnTo>
                    <a:lnTo>
                      <a:pt x="8733" y="41013"/>
                    </a:lnTo>
                    <a:lnTo>
                      <a:pt x="8440" y="40720"/>
                    </a:lnTo>
                    <a:lnTo>
                      <a:pt x="8157" y="40407"/>
                    </a:lnTo>
                    <a:lnTo>
                      <a:pt x="7864" y="40083"/>
                    </a:lnTo>
                    <a:lnTo>
                      <a:pt x="7581" y="39750"/>
                    </a:lnTo>
                    <a:lnTo>
                      <a:pt x="7288" y="39396"/>
                    </a:lnTo>
                    <a:lnTo>
                      <a:pt x="6995" y="39032"/>
                    </a:lnTo>
                    <a:lnTo>
                      <a:pt x="6702" y="38648"/>
                    </a:lnTo>
                    <a:lnTo>
                      <a:pt x="6409" y="38254"/>
                    </a:lnTo>
                    <a:lnTo>
                      <a:pt x="6115" y="37840"/>
                    </a:lnTo>
                    <a:lnTo>
                      <a:pt x="5822" y="37415"/>
                    </a:lnTo>
                    <a:lnTo>
                      <a:pt x="5519" y="36970"/>
                    </a:lnTo>
                    <a:lnTo>
                      <a:pt x="5226" y="36516"/>
                    </a:lnTo>
                    <a:lnTo>
                      <a:pt x="4933" y="36041"/>
                    </a:lnTo>
                    <a:lnTo>
                      <a:pt x="4933" y="3604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2328350" y="1412500"/>
                <a:ext cx="2622175" cy="3615400"/>
              </a:xfrm>
              <a:custGeom>
                <a:avLst/>
                <a:gdLst/>
                <a:ahLst/>
                <a:cxnLst/>
                <a:rect l="l" t="t" r="r" b="b"/>
                <a:pathLst>
                  <a:path w="104887" h="144616" extrusionOk="0">
                    <a:moveTo>
                      <a:pt x="97994" y="53909"/>
                    </a:moveTo>
                    <a:lnTo>
                      <a:pt x="97994" y="53909"/>
                    </a:lnTo>
                    <a:lnTo>
                      <a:pt x="97408" y="56011"/>
                    </a:lnTo>
                    <a:lnTo>
                      <a:pt x="96882" y="57820"/>
                    </a:lnTo>
                    <a:lnTo>
                      <a:pt x="96417" y="59356"/>
                    </a:lnTo>
                    <a:lnTo>
                      <a:pt x="96003" y="60640"/>
                    </a:lnTo>
                    <a:lnTo>
                      <a:pt x="95659" y="61681"/>
                    </a:lnTo>
                    <a:lnTo>
                      <a:pt x="95356" y="62510"/>
                    </a:lnTo>
                    <a:lnTo>
                      <a:pt x="95113" y="63146"/>
                    </a:lnTo>
                    <a:lnTo>
                      <a:pt x="94931" y="63611"/>
                    </a:lnTo>
                    <a:lnTo>
                      <a:pt x="94790" y="63914"/>
                    </a:lnTo>
                    <a:lnTo>
                      <a:pt x="94699" y="64086"/>
                    </a:lnTo>
                    <a:lnTo>
                      <a:pt x="94669" y="64127"/>
                    </a:lnTo>
                    <a:lnTo>
                      <a:pt x="94659" y="64137"/>
                    </a:lnTo>
                    <a:lnTo>
                      <a:pt x="94648" y="64137"/>
                    </a:lnTo>
                    <a:lnTo>
                      <a:pt x="94659" y="64107"/>
                    </a:lnTo>
                    <a:lnTo>
                      <a:pt x="94699" y="63995"/>
                    </a:lnTo>
                    <a:lnTo>
                      <a:pt x="94790" y="63824"/>
                    </a:lnTo>
                    <a:lnTo>
                      <a:pt x="94921" y="63621"/>
                    </a:lnTo>
                    <a:lnTo>
                      <a:pt x="95002" y="63520"/>
                    </a:lnTo>
                    <a:lnTo>
                      <a:pt x="95093" y="63409"/>
                    </a:lnTo>
                    <a:lnTo>
                      <a:pt x="95194" y="63308"/>
                    </a:lnTo>
                    <a:lnTo>
                      <a:pt x="95305" y="63207"/>
                    </a:lnTo>
                    <a:lnTo>
                      <a:pt x="95427" y="63106"/>
                    </a:lnTo>
                    <a:lnTo>
                      <a:pt x="95558" y="63025"/>
                    </a:lnTo>
                    <a:lnTo>
                      <a:pt x="95689" y="62944"/>
                    </a:lnTo>
                    <a:lnTo>
                      <a:pt x="95841" y="62894"/>
                    </a:lnTo>
                    <a:lnTo>
                      <a:pt x="95993" y="62843"/>
                    </a:lnTo>
                    <a:lnTo>
                      <a:pt x="96154" y="62823"/>
                    </a:lnTo>
                    <a:lnTo>
                      <a:pt x="96326" y="62823"/>
                    </a:lnTo>
                    <a:lnTo>
                      <a:pt x="96417" y="62823"/>
                    </a:lnTo>
                    <a:lnTo>
                      <a:pt x="96508" y="62843"/>
                    </a:lnTo>
                    <a:lnTo>
                      <a:pt x="96599" y="62863"/>
                    </a:lnTo>
                    <a:lnTo>
                      <a:pt x="96690" y="62894"/>
                    </a:lnTo>
                    <a:lnTo>
                      <a:pt x="96791" y="62924"/>
                    </a:lnTo>
                    <a:lnTo>
                      <a:pt x="96882" y="62964"/>
                    </a:lnTo>
                    <a:lnTo>
                      <a:pt x="96983" y="63015"/>
                    </a:lnTo>
                    <a:lnTo>
                      <a:pt x="97084" y="63076"/>
                    </a:lnTo>
                    <a:lnTo>
                      <a:pt x="97185" y="63146"/>
                    </a:lnTo>
                    <a:lnTo>
                      <a:pt x="97296" y="63227"/>
                    </a:lnTo>
                    <a:lnTo>
                      <a:pt x="97397" y="63308"/>
                    </a:lnTo>
                    <a:lnTo>
                      <a:pt x="97509" y="63399"/>
                    </a:lnTo>
                    <a:lnTo>
                      <a:pt x="97620" y="63510"/>
                    </a:lnTo>
                    <a:lnTo>
                      <a:pt x="97731" y="63621"/>
                    </a:lnTo>
                    <a:lnTo>
                      <a:pt x="97963" y="63884"/>
                    </a:lnTo>
                    <a:lnTo>
                      <a:pt x="98196" y="64197"/>
                    </a:lnTo>
                    <a:lnTo>
                      <a:pt x="98438" y="64551"/>
                    </a:lnTo>
                    <a:lnTo>
                      <a:pt x="98691" y="64945"/>
                    </a:lnTo>
                    <a:lnTo>
                      <a:pt x="98944" y="65400"/>
                    </a:lnTo>
                    <a:lnTo>
                      <a:pt x="99207" y="65916"/>
                    </a:lnTo>
                    <a:lnTo>
                      <a:pt x="99469" y="66482"/>
                    </a:lnTo>
                    <a:lnTo>
                      <a:pt x="99742" y="67108"/>
                    </a:lnTo>
                    <a:lnTo>
                      <a:pt x="100015" y="67795"/>
                    </a:lnTo>
                    <a:lnTo>
                      <a:pt x="100298" y="68543"/>
                    </a:lnTo>
                    <a:lnTo>
                      <a:pt x="100581" y="69362"/>
                    </a:lnTo>
                    <a:lnTo>
                      <a:pt x="100864" y="70251"/>
                    </a:lnTo>
                    <a:lnTo>
                      <a:pt x="101167" y="71211"/>
                    </a:lnTo>
                    <a:lnTo>
                      <a:pt x="101460" y="72252"/>
                    </a:lnTo>
                    <a:lnTo>
                      <a:pt x="101764" y="73364"/>
                    </a:lnTo>
                    <a:lnTo>
                      <a:pt x="102067" y="74557"/>
                    </a:lnTo>
                    <a:lnTo>
                      <a:pt x="102067" y="74557"/>
                    </a:lnTo>
                    <a:lnTo>
                      <a:pt x="102370" y="75800"/>
                    </a:lnTo>
                    <a:lnTo>
                      <a:pt x="102653" y="77053"/>
                    </a:lnTo>
                    <a:lnTo>
                      <a:pt x="102926" y="78306"/>
                    </a:lnTo>
                    <a:lnTo>
                      <a:pt x="103189" y="79580"/>
                    </a:lnTo>
                    <a:lnTo>
                      <a:pt x="103421" y="80863"/>
                    </a:lnTo>
                    <a:lnTo>
                      <a:pt x="103643" y="82157"/>
                    </a:lnTo>
                    <a:lnTo>
                      <a:pt x="103856" y="83451"/>
                    </a:lnTo>
                    <a:lnTo>
                      <a:pt x="104037" y="84754"/>
                    </a:lnTo>
                    <a:lnTo>
                      <a:pt x="104209" y="86068"/>
                    </a:lnTo>
                    <a:lnTo>
                      <a:pt x="104361" y="87382"/>
                    </a:lnTo>
                    <a:lnTo>
                      <a:pt x="104492" y="88696"/>
                    </a:lnTo>
                    <a:lnTo>
                      <a:pt x="104614" y="90020"/>
                    </a:lnTo>
                    <a:lnTo>
                      <a:pt x="104705" y="91344"/>
                    </a:lnTo>
                    <a:lnTo>
                      <a:pt x="104785" y="92678"/>
                    </a:lnTo>
                    <a:lnTo>
                      <a:pt x="104836" y="94002"/>
                    </a:lnTo>
                    <a:lnTo>
                      <a:pt x="104876" y="95326"/>
                    </a:lnTo>
                    <a:lnTo>
                      <a:pt x="104886" y="96650"/>
                    </a:lnTo>
                    <a:lnTo>
                      <a:pt x="104876" y="97974"/>
                    </a:lnTo>
                    <a:lnTo>
                      <a:pt x="104846" y="99298"/>
                    </a:lnTo>
                    <a:lnTo>
                      <a:pt x="104795" y="100612"/>
                    </a:lnTo>
                    <a:lnTo>
                      <a:pt x="104725" y="101925"/>
                    </a:lnTo>
                    <a:lnTo>
                      <a:pt x="104624" y="103229"/>
                    </a:lnTo>
                    <a:lnTo>
                      <a:pt x="104502" y="104533"/>
                    </a:lnTo>
                    <a:lnTo>
                      <a:pt x="104442" y="105180"/>
                    </a:lnTo>
                    <a:lnTo>
                      <a:pt x="104361" y="105827"/>
                    </a:lnTo>
                    <a:lnTo>
                      <a:pt x="104280" y="106473"/>
                    </a:lnTo>
                    <a:lnTo>
                      <a:pt x="104189" y="107120"/>
                    </a:lnTo>
                    <a:lnTo>
                      <a:pt x="104098" y="107757"/>
                    </a:lnTo>
                    <a:lnTo>
                      <a:pt x="103997" y="108394"/>
                    </a:lnTo>
                    <a:lnTo>
                      <a:pt x="103896" y="109030"/>
                    </a:lnTo>
                    <a:lnTo>
                      <a:pt x="103785" y="109657"/>
                    </a:lnTo>
                    <a:lnTo>
                      <a:pt x="103664" y="110294"/>
                    </a:lnTo>
                    <a:lnTo>
                      <a:pt x="103542" y="110920"/>
                    </a:lnTo>
                    <a:lnTo>
                      <a:pt x="103411" y="111537"/>
                    </a:lnTo>
                    <a:lnTo>
                      <a:pt x="103269" y="112163"/>
                    </a:lnTo>
                    <a:lnTo>
                      <a:pt x="103128" y="112780"/>
                    </a:lnTo>
                    <a:lnTo>
                      <a:pt x="102976" y="113396"/>
                    </a:lnTo>
                    <a:lnTo>
                      <a:pt x="102815" y="114013"/>
                    </a:lnTo>
                    <a:lnTo>
                      <a:pt x="102653" y="114619"/>
                    </a:lnTo>
                    <a:lnTo>
                      <a:pt x="102481" y="115226"/>
                    </a:lnTo>
                    <a:lnTo>
                      <a:pt x="102299" y="115822"/>
                    </a:lnTo>
                    <a:lnTo>
                      <a:pt x="102117" y="116418"/>
                    </a:lnTo>
                    <a:lnTo>
                      <a:pt x="101925" y="117015"/>
                    </a:lnTo>
                    <a:lnTo>
                      <a:pt x="101723" y="117601"/>
                    </a:lnTo>
                    <a:lnTo>
                      <a:pt x="101521" y="118187"/>
                    </a:lnTo>
                    <a:lnTo>
                      <a:pt x="101309" y="118773"/>
                    </a:lnTo>
                    <a:lnTo>
                      <a:pt x="101086" y="119349"/>
                    </a:lnTo>
                    <a:lnTo>
                      <a:pt x="100854" y="119925"/>
                    </a:lnTo>
                    <a:lnTo>
                      <a:pt x="100621" y="120491"/>
                    </a:lnTo>
                    <a:lnTo>
                      <a:pt x="100379" y="121057"/>
                    </a:lnTo>
                    <a:lnTo>
                      <a:pt x="100126" y="121613"/>
                    </a:lnTo>
                    <a:lnTo>
                      <a:pt x="99874" y="122169"/>
                    </a:lnTo>
                    <a:lnTo>
                      <a:pt x="99611" y="122715"/>
                    </a:lnTo>
                    <a:lnTo>
                      <a:pt x="99338" y="123260"/>
                    </a:lnTo>
                    <a:lnTo>
                      <a:pt x="99055" y="123806"/>
                    </a:lnTo>
                    <a:lnTo>
                      <a:pt x="98772" y="124342"/>
                    </a:lnTo>
                    <a:lnTo>
                      <a:pt x="98479" y="124867"/>
                    </a:lnTo>
                    <a:lnTo>
                      <a:pt x="98176" y="125393"/>
                    </a:lnTo>
                    <a:lnTo>
                      <a:pt x="97862" y="125908"/>
                    </a:lnTo>
                    <a:lnTo>
                      <a:pt x="97549" y="126424"/>
                    </a:lnTo>
                    <a:lnTo>
                      <a:pt x="97216" y="126929"/>
                    </a:lnTo>
                    <a:lnTo>
                      <a:pt x="96882" y="127434"/>
                    </a:lnTo>
                    <a:lnTo>
                      <a:pt x="96549" y="127930"/>
                    </a:lnTo>
                    <a:lnTo>
                      <a:pt x="96195" y="128415"/>
                    </a:lnTo>
                    <a:lnTo>
                      <a:pt x="95841" y="128900"/>
                    </a:lnTo>
                    <a:lnTo>
                      <a:pt x="95467" y="129375"/>
                    </a:lnTo>
                    <a:lnTo>
                      <a:pt x="95093" y="129840"/>
                    </a:lnTo>
                    <a:lnTo>
                      <a:pt x="94719" y="130305"/>
                    </a:lnTo>
                    <a:lnTo>
                      <a:pt x="94325" y="130759"/>
                    </a:lnTo>
                    <a:lnTo>
                      <a:pt x="93931" y="131214"/>
                    </a:lnTo>
                    <a:lnTo>
                      <a:pt x="93517" y="131659"/>
                    </a:lnTo>
                    <a:lnTo>
                      <a:pt x="93102" y="132094"/>
                    </a:lnTo>
                    <a:lnTo>
                      <a:pt x="92678" y="132518"/>
                    </a:lnTo>
                    <a:lnTo>
                      <a:pt x="92253" y="132942"/>
                    </a:lnTo>
                    <a:lnTo>
                      <a:pt x="91809" y="133357"/>
                    </a:lnTo>
                    <a:lnTo>
                      <a:pt x="91354" y="133771"/>
                    </a:lnTo>
                    <a:lnTo>
                      <a:pt x="90899" y="134165"/>
                    </a:lnTo>
                    <a:lnTo>
                      <a:pt x="90434" y="134560"/>
                    </a:lnTo>
                    <a:lnTo>
                      <a:pt x="89959" y="134944"/>
                    </a:lnTo>
                    <a:lnTo>
                      <a:pt x="89474" y="135328"/>
                    </a:lnTo>
                    <a:lnTo>
                      <a:pt x="88979" y="135691"/>
                    </a:lnTo>
                    <a:lnTo>
                      <a:pt x="88473" y="136055"/>
                    </a:lnTo>
                    <a:lnTo>
                      <a:pt x="87968" y="136409"/>
                    </a:lnTo>
                    <a:lnTo>
                      <a:pt x="87443" y="136753"/>
                    </a:lnTo>
                    <a:lnTo>
                      <a:pt x="86917" y="137086"/>
                    </a:lnTo>
                    <a:lnTo>
                      <a:pt x="86381" y="137420"/>
                    </a:lnTo>
                    <a:lnTo>
                      <a:pt x="85825" y="137733"/>
                    </a:lnTo>
                    <a:lnTo>
                      <a:pt x="85270" y="138046"/>
                    </a:lnTo>
                    <a:lnTo>
                      <a:pt x="84704" y="138350"/>
                    </a:lnTo>
                    <a:lnTo>
                      <a:pt x="84128" y="138643"/>
                    </a:lnTo>
                    <a:lnTo>
                      <a:pt x="83552" y="138926"/>
                    </a:lnTo>
                    <a:lnTo>
                      <a:pt x="82955" y="139198"/>
                    </a:lnTo>
                    <a:lnTo>
                      <a:pt x="82349" y="139471"/>
                    </a:lnTo>
                    <a:lnTo>
                      <a:pt x="81732" y="139724"/>
                    </a:lnTo>
                    <a:lnTo>
                      <a:pt x="81116" y="139977"/>
                    </a:lnTo>
                    <a:lnTo>
                      <a:pt x="80479" y="140209"/>
                    </a:lnTo>
                    <a:lnTo>
                      <a:pt x="79842" y="140442"/>
                    </a:lnTo>
                    <a:lnTo>
                      <a:pt x="79185" y="140654"/>
                    </a:lnTo>
                    <a:lnTo>
                      <a:pt x="78529" y="140866"/>
                    </a:lnTo>
                    <a:lnTo>
                      <a:pt x="77851" y="141068"/>
                    </a:lnTo>
                    <a:lnTo>
                      <a:pt x="77174" y="141250"/>
                    </a:lnTo>
                    <a:lnTo>
                      <a:pt x="76477" y="141432"/>
                    </a:lnTo>
                    <a:lnTo>
                      <a:pt x="75780" y="141604"/>
                    </a:lnTo>
                    <a:lnTo>
                      <a:pt x="75072" y="141755"/>
                    </a:lnTo>
                    <a:lnTo>
                      <a:pt x="74344" y="141907"/>
                    </a:lnTo>
                    <a:lnTo>
                      <a:pt x="74344" y="141907"/>
                    </a:lnTo>
                    <a:lnTo>
                      <a:pt x="73415" y="142079"/>
                    </a:lnTo>
                    <a:lnTo>
                      <a:pt x="72485" y="142251"/>
                    </a:lnTo>
                    <a:lnTo>
                      <a:pt x="71565" y="142422"/>
                    </a:lnTo>
                    <a:lnTo>
                      <a:pt x="70635" y="142574"/>
                    </a:lnTo>
                    <a:lnTo>
                      <a:pt x="69706" y="142726"/>
                    </a:lnTo>
                    <a:lnTo>
                      <a:pt x="68786" y="142877"/>
                    </a:lnTo>
                    <a:lnTo>
                      <a:pt x="67856" y="143019"/>
                    </a:lnTo>
                    <a:lnTo>
                      <a:pt x="66936" y="143150"/>
                    </a:lnTo>
                    <a:lnTo>
                      <a:pt x="65087" y="143393"/>
                    </a:lnTo>
                    <a:lnTo>
                      <a:pt x="63258" y="143615"/>
                    </a:lnTo>
                    <a:lnTo>
                      <a:pt x="61418" y="143817"/>
                    </a:lnTo>
                    <a:lnTo>
                      <a:pt x="59599" y="143989"/>
                    </a:lnTo>
                    <a:lnTo>
                      <a:pt x="57780" y="144141"/>
                    </a:lnTo>
                    <a:lnTo>
                      <a:pt x="55961" y="144272"/>
                    </a:lnTo>
                    <a:lnTo>
                      <a:pt x="54162" y="144383"/>
                    </a:lnTo>
                    <a:lnTo>
                      <a:pt x="52363" y="144464"/>
                    </a:lnTo>
                    <a:lnTo>
                      <a:pt x="50584" y="144535"/>
                    </a:lnTo>
                    <a:lnTo>
                      <a:pt x="48805" y="144575"/>
                    </a:lnTo>
                    <a:lnTo>
                      <a:pt x="47037" y="144605"/>
                    </a:lnTo>
                    <a:lnTo>
                      <a:pt x="45288" y="144616"/>
                    </a:lnTo>
                    <a:lnTo>
                      <a:pt x="43540" y="144605"/>
                    </a:lnTo>
                    <a:lnTo>
                      <a:pt x="41812" y="144575"/>
                    </a:lnTo>
                    <a:lnTo>
                      <a:pt x="40093" y="144525"/>
                    </a:lnTo>
                    <a:lnTo>
                      <a:pt x="38385" y="144464"/>
                    </a:lnTo>
                    <a:lnTo>
                      <a:pt x="36687" y="144383"/>
                    </a:lnTo>
                    <a:lnTo>
                      <a:pt x="35010" y="144282"/>
                    </a:lnTo>
                    <a:lnTo>
                      <a:pt x="33352" y="144171"/>
                    </a:lnTo>
                    <a:lnTo>
                      <a:pt x="31705" y="144050"/>
                    </a:lnTo>
                    <a:lnTo>
                      <a:pt x="30068" y="143908"/>
                    </a:lnTo>
                    <a:lnTo>
                      <a:pt x="28451" y="143757"/>
                    </a:lnTo>
                    <a:lnTo>
                      <a:pt x="26854" y="143585"/>
                    </a:lnTo>
                    <a:lnTo>
                      <a:pt x="25277" y="143413"/>
                    </a:lnTo>
                    <a:lnTo>
                      <a:pt x="23711" y="143221"/>
                    </a:lnTo>
                    <a:lnTo>
                      <a:pt x="22175" y="143009"/>
                    </a:lnTo>
                    <a:lnTo>
                      <a:pt x="20648" y="142796"/>
                    </a:lnTo>
                    <a:lnTo>
                      <a:pt x="19143" y="142574"/>
                    </a:lnTo>
                    <a:lnTo>
                      <a:pt x="19143" y="142574"/>
                    </a:lnTo>
                    <a:lnTo>
                      <a:pt x="18577" y="142483"/>
                    </a:lnTo>
                    <a:lnTo>
                      <a:pt x="18021" y="142382"/>
                    </a:lnTo>
                    <a:lnTo>
                      <a:pt x="17475" y="142281"/>
                    </a:lnTo>
                    <a:lnTo>
                      <a:pt x="16939" y="142170"/>
                    </a:lnTo>
                    <a:lnTo>
                      <a:pt x="16414" y="142049"/>
                    </a:lnTo>
                    <a:lnTo>
                      <a:pt x="15888" y="141917"/>
                    </a:lnTo>
                    <a:lnTo>
                      <a:pt x="15383" y="141786"/>
                    </a:lnTo>
                    <a:lnTo>
                      <a:pt x="14878" y="141644"/>
                    </a:lnTo>
                    <a:lnTo>
                      <a:pt x="14382" y="141493"/>
                    </a:lnTo>
                    <a:lnTo>
                      <a:pt x="13907" y="141341"/>
                    </a:lnTo>
                    <a:lnTo>
                      <a:pt x="13432" y="141179"/>
                    </a:lnTo>
                    <a:lnTo>
                      <a:pt x="12957" y="141018"/>
                    </a:lnTo>
                    <a:lnTo>
                      <a:pt x="12503" y="140836"/>
                    </a:lnTo>
                    <a:lnTo>
                      <a:pt x="12058" y="140664"/>
                    </a:lnTo>
                    <a:lnTo>
                      <a:pt x="11613" y="140472"/>
                    </a:lnTo>
                    <a:lnTo>
                      <a:pt x="11179" y="140280"/>
                    </a:lnTo>
                    <a:lnTo>
                      <a:pt x="10764" y="140078"/>
                    </a:lnTo>
                    <a:lnTo>
                      <a:pt x="10350" y="139876"/>
                    </a:lnTo>
                    <a:lnTo>
                      <a:pt x="9935" y="139663"/>
                    </a:lnTo>
                    <a:lnTo>
                      <a:pt x="9541" y="139451"/>
                    </a:lnTo>
                    <a:lnTo>
                      <a:pt x="9157" y="139229"/>
                    </a:lnTo>
                    <a:lnTo>
                      <a:pt x="8773" y="138996"/>
                    </a:lnTo>
                    <a:lnTo>
                      <a:pt x="8399" y="138764"/>
                    </a:lnTo>
                    <a:lnTo>
                      <a:pt x="8035" y="138521"/>
                    </a:lnTo>
                    <a:lnTo>
                      <a:pt x="7682" y="138279"/>
                    </a:lnTo>
                    <a:lnTo>
                      <a:pt x="7338" y="138026"/>
                    </a:lnTo>
                    <a:lnTo>
                      <a:pt x="6994" y="137773"/>
                    </a:lnTo>
                    <a:lnTo>
                      <a:pt x="6671" y="137511"/>
                    </a:lnTo>
                    <a:lnTo>
                      <a:pt x="6348" y="137248"/>
                    </a:lnTo>
                    <a:lnTo>
                      <a:pt x="6034" y="136975"/>
                    </a:lnTo>
                    <a:lnTo>
                      <a:pt x="5731" y="136692"/>
                    </a:lnTo>
                    <a:lnTo>
                      <a:pt x="5428" y="136419"/>
                    </a:lnTo>
                    <a:lnTo>
                      <a:pt x="5145" y="136126"/>
                    </a:lnTo>
                    <a:lnTo>
                      <a:pt x="4862" y="135843"/>
                    </a:lnTo>
                    <a:lnTo>
                      <a:pt x="4589" y="135540"/>
                    </a:lnTo>
                    <a:lnTo>
                      <a:pt x="4326" y="135247"/>
                    </a:lnTo>
                    <a:lnTo>
                      <a:pt x="4074" y="134933"/>
                    </a:lnTo>
                    <a:lnTo>
                      <a:pt x="3821" y="134630"/>
                    </a:lnTo>
                    <a:lnTo>
                      <a:pt x="3578" y="134317"/>
                    </a:lnTo>
                    <a:lnTo>
                      <a:pt x="3346" y="134004"/>
                    </a:lnTo>
                    <a:lnTo>
                      <a:pt x="3124" y="133680"/>
                    </a:lnTo>
                    <a:lnTo>
                      <a:pt x="2911" y="133347"/>
                    </a:lnTo>
                    <a:lnTo>
                      <a:pt x="2699" y="133023"/>
                    </a:lnTo>
                    <a:lnTo>
                      <a:pt x="2497" y="132690"/>
                    </a:lnTo>
                    <a:lnTo>
                      <a:pt x="2305" y="132346"/>
                    </a:lnTo>
                    <a:lnTo>
                      <a:pt x="2123" y="132013"/>
                    </a:lnTo>
                    <a:lnTo>
                      <a:pt x="1951" y="131659"/>
                    </a:lnTo>
                    <a:lnTo>
                      <a:pt x="1780" y="131315"/>
                    </a:lnTo>
                    <a:lnTo>
                      <a:pt x="1618" y="130962"/>
                    </a:lnTo>
                    <a:lnTo>
                      <a:pt x="1466" y="130608"/>
                    </a:lnTo>
                    <a:lnTo>
                      <a:pt x="1325" y="130244"/>
                    </a:lnTo>
                    <a:lnTo>
                      <a:pt x="1183" y="129890"/>
                    </a:lnTo>
                    <a:lnTo>
                      <a:pt x="1052" y="129516"/>
                    </a:lnTo>
                    <a:lnTo>
                      <a:pt x="931" y="129153"/>
                    </a:lnTo>
                    <a:lnTo>
                      <a:pt x="819" y="128779"/>
                    </a:lnTo>
                    <a:lnTo>
                      <a:pt x="708" y="128405"/>
                    </a:lnTo>
                    <a:lnTo>
                      <a:pt x="607" y="128031"/>
                    </a:lnTo>
                    <a:lnTo>
                      <a:pt x="516" y="127647"/>
                    </a:lnTo>
                    <a:lnTo>
                      <a:pt x="435" y="127263"/>
                    </a:lnTo>
                    <a:lnTo>
                      <a:pt x="354" y="126879"/>
                    </a:lnTo>
                    <a:lnTo>
                      <a:pt x="284" y="126494"/>
                    </a:lnTo>
                    <a:lnTo>
                      <a:pt x="223" y="126100"/>
                    </a:lnTo>
                    <a:lnTo>
                      <a:pt x="173" y="125706"/>
                    </a:lnTo>
                    <a:lnTo>
                      <a:pt x="122" y="125312"/>
                    </a:lnTo>
                    <a:lnTo>
                      <a:pt x="82" y="124918"/>
                    </a:lnTo>
                    <a:lnTo>
                      <a:pt x="51" y="124514"/>
                    </a:lnTo>
                    <a:lnTo>
                      <a:pt x="31" y="124109"/>
                    </a:lnTo>
                    <a:lnTo>
                      <a:pt x="11" y="123705"/>
                    </a:lnTo>
                    <a:lnTo>
                      <a:pt x="1" y="123301"/>
                    </a:lnTo>
                    <a:lnTo>
                      <a:pt x="1" y="122897"/>
                    </a:lnTo>
                    <a:lnTo>
                      <a:pt x="1" y="122482"/>
                    </a:lnTo>
                    <a:lnTo>
                      <a:pt x="11" y="122078"/>
                    </a:lnTo>
                    <a:lnTo>
                      <a:pt x="31" y="121664"/>
                    </a:lnTo>
                    <a:lnTo>
                      <a:pt x="51" y="121249"/>
                    </a:lnTo>
                    <a:lnTo>
                      <a:pt x="92" y="120835"/>
                    </a:lnTo>
                    <a:lnTo>
                      <a:pt x="132" y="120420"/>
                    </a:lnTo>
                    <a:lnTo>
                      <a:pt x="173" y="119996"/>
                    </a:lnTo>
                    <a:lnTo>
                      <a:pt x="223" y="119582"/>
                    </a:lnTo>
                    <a:lnTo>
                      <a:pt x="284" y="119157"/>
                    </a:lnTo>
                    <a:lnTo>
                      <a:pt x="354" y="118743"/>
                    </a:lnTo>
                    <a:lnTo>
                      <a:pt x="435" y="118318"/>
                    </a:lnTo>
                    <a:lnTo>
                      <a:pt x="516" y="117894"/>
                    </a:lnTo>
                    <a:lnTo>
                      <a:pt x="597" y="117469"/>
                    </a:lnTo>
                    <a:lnTo>
                      <a:pt x="698" y="117045"/>
                    </a:lnTo>
                    <a:lnTo>
                      <a:pt x="799" y="116620"/>
                    </a:lnTo>
                    <a:lnTo>
                      <a:pt x="910" y="116196"/>
                    </a:lnTo>
                    <a:lnTo>
                      <a:pt x="1022" y="115771"/>
                    </a:lnTo>
                    <a:lnTo>
                      <a:pt x="1143" y="115347"/>
                    </a:lnTo>
                    <a:lnTo>
                      <a:pt x="1274" y="114922"/>
                    </a:lnTo>
                    <a:lnTo>
                      <a:pt x="1416" y="114488"/>
                    </a:lnTo>
                    <a:lnTo>
                      <a:pt x="1557" y="114063"/>
                    </a:lnTo>
                    <a:lnTo>
                      <a:pt x="1709" y="113639"/>
                    </a:lnTo>
                    <a:lnTo>
                      <a:pt x="1860" y="113214"/>
                    </a:lnTo>
                    <a:lnTo>
                      <a:pt x="2022" y="112790"/>
                    </a:lnTo>
                    <a:lnTo>
                      <a:pt x="2194" y="112355"/>
                    </a:lnTo>
                    <a:lnTo>
                      <a:pt x="2366" y="111931"/>
                    </a:lnTo>
                    <a:lnTo>
                      <a:pt x="2548" y="111506"/>
                    </a:lnTo>
                    <a:lnTo>
                      <a:pt x="2740" y="111082"/>
                    </a:lnTo>
                    <a:lnTo>
                      <a:pt x="2932" y="110657"/>
                    </a:lnTo>
                    <a:lnTo>
                      <a:pt x="3134" y="110233"/>
                    </a:lnTo>
                    <a:lnTo>
                      <a:pt x="3346" y="109809"/>
                    </a:lnTo>
                    <a:lnTo>
                      <a:pt x="3558" y="109384"/>
                    </a:lnTo>
                    <a:lnTo>
                      <a:pt x="3781" y="108970"/>
                    </a:lnTo>
                    <a:lnTo>
                      <a:pt x="4013" y="108545"/>
                    </a:lnTo>
                    <a:lnTo>
                      <a:pt x="4488" y="107706"/>
                    </a:lnTo>
                    <a:lnTo>
                      <a:pt x="4983" y="106878"/>
                    </a:lnTo>
                    <a:lnTo>
                      <a:pt x="5509" y="106049"/>
                    </a:lnTo>
                    <a:lnTo>
                      <a:pt x="6055" y="105230"/>
                    </a:lnTo>
                    <a:lnTo>
                      <a:pt x="6631" y="104412"/>
                    </a:lnTo>
                    <a:lnTo>
                      <a:pt x="7227" y="103603"/>
                    </a:lnTo>
                    <a:lnTo>
                      <a:pt x="7843" y="102805"/>
                    </a:lnTo>
                    <a:lnTo>
                      <a:pt x="8490" y="102016"/>
                    </a:lnTo>
                    <a:lnTo>
                      <a:pt x="9167" y="101228"/>
                    </a:lnTo>
                    <a:lnTo>
                      <a:pt x="9511" y="100844"/>
                    </a:lnTo>
                    <a:lnTo>
                      <a:pt x="9855" y="100460"/>
                    </a:lnTo>
                    <a:lnTo>
                      <a:pt x="10208" y="100076"/>
                    </a:lnTo>
                    <a:lnTo>
                      <a:pt x="10572" y="99702"/>
                    </a:lnTo>
                    <a:lnTo>
                      <a:pt x="10936" y="99328"/>
                    </a:lnTo>
                    <a:lnTo>
                      <a:pt x="11310" y="98954"/>
                    </a:lnTo>
                    <a:lnTo>
                      <a:pt x="11310" y="98954"/>
                    </a:lnTo>
                    <a:lnTo>
                      <a:pt x="12119" y="98166"/>
                    </a:lnTo>
                    <a:lnTo>
                      <a:pt x="12907" y="97418"/>
                    </a:lnTo>
                    <a:lnTo>
                      <a:pt x="13685" y="96700"/>
                    </a:lnTo>
                    <a:lnTo>
                      <a:pt x="14463" y="96013"/>
                    </a:lnTo>
                    <a:lnTo>
                      <a:pt x="15221" y="95366"/>
                    </a:lnTo>
                    <a:lnTo>
                      <a:pt x="15969" y="94750"/>
                    </a:lnTo>
                    <a:lnTo>
                      <a:pt x="16707" y="94164"/>
                    </a:lnTo>
                    <a:lnTo>
                      <a:pt x="17435" y="93598"/>
                    </a:lnTo>
                    <a:lnTo>
                      <a:pt x="18152" y="93062"/>
                    </a:lnTo>
                    <a:lnTo>
                      <a:pt x="18860" y="92557"/>
                    </a:lnTo>
                    <a:lnTo>
                      <a:pt x="19557" y="92082"/>
                    </a:lnTo>
                    <a:lnTo>
                      <a:pt x="20244" y="91617"/>
                    </a:lnTo>
                    <a:lnTo>
                      <a:pt x="20931" y="91192"/>
                    </a:lnTo>
                    <a:lnTo>
                      <a:pt x="21598" y="90778"/>
                    </a:lnTo>
                    <a:lnTo>
                      <a:pt x="22265" y="90384"/>
                    </a:lnTo>
                    <a:lnTo>
                      <a:pt x="22922" y="90010"/>
                    </a:lnTo>
                    <a:lnTo>
                      <a:pt x="23569" y="89666"/>
                    </a:lnTo>
                    <a:lnTo>
                      <a:pt x="24216" y="89322"/>
                    </a:lnTo>
                    <a:lnTo>
                      <a:pt x="24853" y="89009"/>
                    </a:lnTo>
                    <a:lnTo>
                      <a:pt x="25489" y="88706"/>
                    </a:lnTo>
                    <a:lnTo>
                      <a:pt x="26116" y="88413"/>
                    </a:lnTo>
                    <a:lnTo>
                      <a:pt x="26733" y="88140"/>
                    </a:lnTo>
                    <a:lnTo>
                      <a:pt x="27349" y="87877"/>
                    </a:lnTo>
                    <a:lnTo>
                      <a:pt x="27955" y="87625"/>
                    </a:lnTo>
                    <a:lnTo>
                      <a:pt x="28562" y="87382"/>
                    </a:lnTo>
                    <a:lnTo>
                      <a:pt x="29158" y="87139"/>
                    </a:lnTo>
                    <a:lnTo>
                      <a:pt x="30351" y="86695"/>
                    </a:lnTo>
                    <a:lnTo>
                      <a:pt x="31523" y="86260"/>
                    </a:lnTo>
                    <a:lnTo>
                      <a:pt x="32695" y="85846"/>
                    </a:lnTo>
                    <a:lnTo>
                      <a:pt x="33848" y="85431"/>
                    </a:lnTo>
                    <a:lnTo>
                      <a:pt x="35010" y="85007"/>
                    </a:lnTo>
                    <a:lnTo>
                      <a:pt x="36152" y="84562"/>
                    </a:lnTo>
                    <a:lnTo>
                      <a:pt x="36728" y="84340"/>
                    </a:lnTo>
                    <a:lnTo>
                      <a:pt x="37304" y="84107"/>
                    </a:lnTo>
                    <a:lnTo>
                      <a:pt x="37880" y="83855"/>
                    </a:lnTo>
                    <a:lnTo>
                      <a:pt x="38456" y="83602"/>
                    </a:lnTo>
                    <a:lnTo>
                      <a:pt x="39042" y="83339"/>
                    </a:lnTo>
                    <a:lnTo>
                      <a:pt x="39618" y="83066"/>
                    </a:lnTo>
                    <a:lnTo>
                      <a:pt x="40205" y="82773"/>
                    </a:lnTo>
                    <a:lnTo>
                      <a:pt x="40791" y="82470"/>
                    </a:lnTo>
                    <a:lnTo>
                      <a:pt x="41377" y="82157"/>
                    </a:lnTo>
                    <a:lnTo>
                      <a:pt x="41963" y="81823"/>
                    </a:lnTo>
                    <a:lnTo>
                      <a:pt x="42559" y="81470"/>
                    </a:lnTo>
                    <a:lnTo>
                      <a:pt x="43156" y="81096"/>
                    </a:lnTo>
                    <a:lnTo>
                      <a:pt x="43752" y="80712"/>
                    </a:lnTo>
                    <a:lnTo>
                      <a:pt x="44358" y="80297"/>
                    </a:lnTo>
                    <a:lnTo>
                      <a:pt x="44975" y="79863"/>
                    </a:lnTo>
                    <a:lnTo>
                      <a:pt x="45591" y="79408"/>
                    </a:lnTo>
                    <a:lnTo>
                      <a:pt x="46208" y="78923"/>
                    </a:lnTo>
                    <a:lnTo>
                      <a:pt x="46834" y="78417"/>
                    </a:lnTo>
                    <a:lnTo>
                      <a:pt x="47461" y="77892"/>
                    </a:lnTo>
                    <a:lnTo>
                      <a:pt x="48098" y="77326"/>
                    </a:lnTo>
                    <a:lnTo>
                      <a:pt x="48745" y="76740"/>
                    </a:lnTo>
                    <a:lnTo>
                      <a:pt x="49402" y="76123"/>
                    </a:lnTo>
                    <a:lnTo>
                      <a:pt x="50058" y="75476"/>
                    </a:lnTo>
                    <a:lnTo>
                      <a:pt x="50725" y="74789"/>
                    </a:lnTo>
                    <a:lnTo>
                      <a:pt x="51403" y="74072"/>
                    </a:lnTo>
                    <a:lnTo>
                      <a:pt x="52080" y="73324"/>
                    </a:lnTo>
                    <a:lnTo>
                      <a:pt x="52080" y="73324"/>
                    </a:lnTo>
                    <a:lnTo>
                      <a:pt x="52939" y="72384"/>
                    </a:lnTo>
                    <a:lnTo>
                      <a:pt x="53737" y="71505"/>
                    </a:lnTo>
                    <a:lnTo>
                      <a:pt x="55172" y="69928"/>
                    </a:lnTo>
                    <a:lnTo>
                      <a:pt x="55819" y="69210"/>
                    </a:lnTo>
                    <a:lnTo>
                      <a:pt x="56415" y="68523"/>
                    </a:lnTo>
                    <a:lnTo>
                      <a:pt x="56688" y="68190"/>
                    </a:lnTo>
                    <a:lnTo>
                      <a:pt x="56951" y="67856"/>
                    </a:lnTo>
                    <a:lnTo>
                      <a:pt x="57214" y="67523"/>
                    </a:lnTo>
                    <a:lnTo>
                      <a:pt x="57456" y="67199"/>
                    </a:lnTo>
                    <a:lnTo>
                      <a:pt x="57689" y="66876"/>
                    </a:lnTo>
                    <a:lnTo>
                      <a:pt x="57901" y="66552"/>
                    </a:lnTo>
                    <a:lnTo>
                      <a:pt x="58113" y="66219"/>
                    </a:lnTo>
                    <a:lnTo>
                      <a:pt x="58315" y="65885"/>
                    </a:lnTo>
                    <a:lnTo>
                      <a:pt x="58497" y="65552"/>
                    </a:lnTo>
                    <a:lnTo>
                      <a:pt x="58679" y="65208"/>
                    </a:lnTo>
                    <a:lnTo>
                      <a:pt x="58841" y="64865"/>
                    </a:lnTo>
                    <a:lnTo>
                      <a:pt x="59003" y="64511"/>
                    </a:lnTo>
                    <a:lnTo>
                      <a:pt x="59144" y="64147"/>
                    </a:lnTo>
                    <a:lnTo>
                      <a:pt x="59276" y="63773"/>
                    </a:lnTo>
                    <a:lnTo>
                      <a:pt x="59407" y="63379"/>
                    </a:lnTo>
                    <a:lnTo>
                      <a:pt x="59518" y="62985"/>
                    </a:lnTo>
                    <a:lnTo>
                      <a:pt x="59629" y="62570"/>
                    </a:lnTo>
                    <a:lnTo>
                      <a:pt x="59720" y="62136"/>
                    </a:lnTo>
                    <a:lnTo>
                      <a:pt x="59811" y="61691"/>
                    </a:lnTo>
                    <a:lnTo>
                      <a:pt x="59892" y="61226"/>
                    </a:lnTo>
                    <a:lnTo>
                      <a:pt x="59953" y="60741"/>
                    </a:lnTo>
                    <a:lnTo>
                      <a:pt x="60013" y="60236"/>
                    </a:lnTo>
                    <a:lnTo>
                      <a:pt x="60064" y="59710"/>
                    </a:lnTo>
                    <a:lnTo>
                      <a:pt x="60114" y="59164"/>
                    </a:lnTo>
                    <a:lnTo>
                      <a:pt x="60145" y="58598"/>
                    </a:lnTo>
                    <a:lnTo>
                      <a:pt x="60175" y="58002"/>
                    </a:lnTo>
                    <a:lnTo>
                      <a:pt x="60185" y="57376"/>
                    </a:lnTo>
                    <a:lnTo>
                      <a:pt x="60195" y="56719"/>
                    </a:lnTo>
                    <a:lnTo>
                      <a:pt x="60205" y="56041"/>
                    </a:lnTo>
                    <a:lnTo>
                      <a:pt x="60195" y="55334"/>
                    </a:lnTo>
                    <a:lnTo>
                      <a:pt x="60185" y="54596"/>
                    </a:lnTo>
                    <a:lnTo>
                      <a:pt x="60165" y="53818"/>
                    </a:lnTo>
                    <a:lnTo>
                      <a:pt x="60104" y="52171"/>
                    </a:lnTo>
                    <a:lnTo>
                      <a:pt x="60013" y="50372"/>
                    </a:lnTo>
                    <a:lnTo>
                      <a:pt x="59892" y="48421"/>
                    </a:lnTo>
                    <a:lnTo>
                      <a:pt x="59751" y="46309"/>
                    </a:lnTo>
                    <a:lnTo>
                      <a:pt x="59589" y="44015"/>
                    </a:lnTo>
                    <a:lnTo>
                      <a:pt x="59407" y="41539"/>
                    </a:lnTo>
                    <a:lnTo>
                      <a:pt x="58962" y="36000"/>
                    </a:lnTo>
                    <a:lnTo>
                      <a:pt x="58447" y="29603"/>
                    </a:lnTo>
                    <a:lnTo>
                      <a:pt x="58447" y="29603"/>
                    </a:lnTo>
                    <a:lnTo>
                      <a:pt x="58417" y="29178"/>
                    </a:lnTo>
                    <a:lnTo>
                      <a:pt x="58396" y="28754"/>
                    </a:lnTo>
                    <a:lnTo>
                      <a:pt x="58366" y="27905"/>
                    </a:lnTo>
                    <a:lnTo>
                      <a:pt x="58356" y="27066"/>
                    </a:lnTo>
                    <a:lnTo>
                      <a:pt x="58376" y="26247"/>
                    </a:lnTo>
                    <a:lnTo>
                      <a:pt x="58417" y="25429"/>
                    </a:lnTo>
                    <a:lnTo>
                      <a:pt x="58477" y="24620"/>
                    </a:lnTo>
                    <a:lnTo>
                      <a:pt x="58558" y="23822"/>
                    </a:lnTo>
                    <a:lnTo>
                      <a:pt x="58669" y="23033"/>
                    </a:lnTo>
                    <a:lnTo>
                      <a:pt x="58801" y="22255"/>
                    </a:lnTo>
                    <a:lnTo>
                      <a:pt x="58952" y="21487"/>
                    </a:lnTo>
                    <a:lnTo>
                      <a:pt x="59124" y="20729"/>
                    </a:lnTo>
                    <a:lnTo>
                      <a:pt x="59316" y="19981"/>
                    </a:lnTo>
                    <a:lnTo>
                      <a:pt x="59518" y="19243"/>
                    </a:lnTo>
                    <a:lnTo>
                      <a:pt x="59751" y="18516"/>
                    </a:lnTo>
                    <a:lnTo>
                      <a:pt x="60003" y="17798"/>
                    </a:lnTo>
                    <a:lnTo>
                      <a:pt x="60266" y="17101"/>
                    </a:lnTo>
                    <a:lnTo>
                      <a:pt x="60559" y="16403"/>
                    </a:lnTo>
                    <a:lnTo>
                      <a:pt x="60862" y="15726"/>
                    </a:lnTo>
                    <a:lnTo>
                      <a:pt x="61176" y="15049"/>
                    </a:lnTo>
                    <a:lnTo>
                      <a:pt x="61519" y="14392"/>
                    </a:lnTo>
                    <a:lnTo>
                      <a:pt x="61863" y="13745"/>
                    </a:lnTo>
                    <a:lnTo>
                      <a:pt x="62237" y="13119"/>
                    </a:lnTo>
                    <a:lnTo>
                      <a:pt x="62621" y="12492"/>
                    </a:lnTo>
                    <a:lnTo>
                      <a:pt x="63015" y="11886"/>
                    </a:lnTo>
                    <a:lnTo>
                      <a:pt x="63429" y="11289"/>
                    </a:lnTo>
                    <a:lnTo>
                      <a:pt x="63854" y="10713"/>
                    </a:lnTo>
                    <a:lnTo>
                      <a:pt x="64299" y="10137"/>
                    </a:lnTo>
                    <a:lnTo>
                      <a:pt x="64753" y="9581"/>
                    </a:lnTo>
                    <a:lnTo>
                      <a:pt x="65218" y="9046"/>
                    </a:lnTo>
                    <a:lnTo>
                      <a:pt x="65693" y="8520"/>
                    </a:lnTo>
                    <a:lnTo>
                      <a:pt x="66178" y="8005"/>
                    </a:lnTo>
                    <a:lnTo>
                      <a:pt x="66684" y="7500"/>
                    </a:lnTo>
                    <a:lnTo>
                      <a:pt x="67199" y="7014"/>
                    </a:lnTo>
                    <a:lnTo>
                      <a:pt x="67715" y="6549"/>
                    </a:lnTo>
                    <a:lnTo>
                      <a:pt x="68250" y="6085"/>
                    </a:lnTo>
                    <a:lnTo>
                      <a:pt x="68786" y="5650"/>
                    </a:lnTo>
                    <a:lnTo>
                      <a:pt x="69342" y="5215"/>
                    </a:lnTo>
                    <a:lnTo>
                      <a:pt x="69898" y="4811"/>
                    </a:lnTo>
                    <a:lnTo>
                      <a:pt x="70464" y="4417"/>
                    </a:lnTo>
                    <a:lnTo>
                      <a:pt x="71040" y="4033"/>
                    </a:lnTo>
                    <a:lnTo>
                      <a:pt x="71616" y="3669"/>
                    </a:lnTo>
                    <a:lnTo>
                      <a:pt x="72202" y="3325"/>
                    </a:lnTo>
                    <a:lnTo>
                      <a:pt x="72798" y="2992"/>
                    </a:lnTo>
                    <a:lnTo>
                      <a:pt x="73394" y="2679"/>
                    </a:lnTo>
                    <a:lnTo>
                      <a:pt x="74001" y="2375"/>
                    </a:lnTo>
                    <a:lnTo>
                      <a:pt x="74607" y="2092"/>
                    </a:lnTo>
                    <a:lnTo>
                      <a:pt x="75224" y="1830"/>
                    </a:lnTo>
                    <a:lnTo>
                      <a:pt x="75840" y="1577"/>
                    </a:lnTo>
                    <a:lnTo>
                      <a:pt x="76467" y="1345"/>
                    </a:lnTo>
                    <a:lnTo>
                      <a:pt x="77083" y="1132"/>
                    </a:lnTo>
                    <a:lnTo>
                      <a:pt x="77710" y="940"/>
                    </a:lnTo>
                    <a:lnTo>
                      <a:pt x="78347" y="769"/>
                    </a:lnTo>
                    <a:lnTo>
                      <a:pt x="78973" y="607"/>
                    </a:lnTo>
                    <a:lnTo>
                      <a:pt x="79610" y="465"/>
                    </a:lnTo>
                    <a:lnTo>
                      <a:pt x="80237" y="344"/>
                    </a:lnTo>
                    <a:lnTo>
                      <a:pt x="80873" y="233"/>
                    </a:lnTo>
                    <a:lnTo>
                      <a:pt x="81500" y="152"/>
                    </a:lnTo>
                    <a:lnTo>
                      <a:pt x="82137" y="81"/>
                    </a:lnTo>
                    <a:lnTo>
                      <a:pt x="82763" y="41"/>
                    </a:lnTo>
                    <a:lnTo>
                      <a:pt x="83400" y="11"/>
                    </a:lnTo>
                    <a:lnTo>
                      <a:pt x="84027" y="0"/>
                    </a:lnTo>
                    <a:lnTo>
                      <a:pt x="84653" y="11"/>
                    </a:lnTo>
                    <a:lnTo>
                      <a:pt x="85270" y="51"/>
                    </a:lnTo>
                    <a:lnTo>
                      <a:pt x="85896" y="101"/>
                    </a:lnTo>
                    <a:lnTo>
                      <a:pt x="86513" y="172"/>
                    </a:lnTo>
                    <a:lnTo>
                      <a:pt x="87119" y="263"/>
                    </a:lnTo>
                    <a:lnTo>
                      <a:pt x="87726" y="374"/>
                    </a:lnTo>
                    <a:lnTo>
                      <a:pt x="88332" y="516"/>
                    </a:lnTo>
                    <a:lnTo>
                      <a:pt x="88928" y="667"/>
                    </a:lnTo>
                    <a:lnTo>
                      <a:pt x="89514" y="849"/>
                    </a:lnTo>
                    <a:lnTo>
                      <a:pt x="90101" y="1041"/>
                    </a:lnTo>
                    <a:lnTo>
                      <a:pt x="90677" y="1264"/>
                    </a:lnTo>
                    <a:lnTo>
                      <a:pt x="91243" y="1506"/>
                    </a:lnTo>
                    <a:lnTo>
                      <a:pt x="91809" y="1769"/>
                    </a:lnTo>
                    <a:lnTo>
                      <a:pt x="92354" y="2052"/>
                    </a:lnTo>
                    <a:lnTo>
                      <a:pt x="92900" y="2365"/>
                    </a:lnTo>
                    <a:lnTo>
                      <a:pt x="93173" y="2527"/>
                    </a:lnTo>
                    <a:lnTo>
                      <a:pt x="93436" y="2699"/>
                    </a:lnTo>
                    <a:lnTo>
                      <a:pt x="93698" y="2871"/>
                    </a:lnTo>
                    <a:lnTo>
                      <a:pt x="93961" y="3053"/>
                    </a:lnTo>
                    <a:lnTo>
                      <a:pt x="94224" y="3235"/>
                    </a:lnTo>
                    <a:lnTo>
                      <a:pt x="94477" y="3427"/>
                    </a:lnTo>
                    <a:lnTo>
                      <a:pt x="94729" y="3619"/>
                    </a:lnTo>
                    <a:lnTo>
                      <a:pt x="94982" y="3821"/>
                    </a:lnTo>
                    <a:lnTo>
                      <a:pt x="95235" y="4033"/>
                    </a:lnTo>
                    <a:lnTo>
                      <a:pt x="95477" y="4245"/>
                    </a:lnTo>
                    <a:lnTo>
                      <a:pt x="95720" y="4468"/>
                    </a:lnTo>
                    <a:lnTo>
                      <a:pt x="95962" y="4700"/>
                    </a:lnTo>
                    <a:lnTo>
                      <a:pt x="96195" y="4932"/>
                    </a:lnTo>
                    <a:lnTo>
                      <a:pt x="96437" y="5165"/>
                    </a:lnTo>
                    <a:lnTo>
                      <a:pt x="96660" y="5407"/>
                    </a:lnTo>
                    <a:lnTo>
                      <a:pt x="96892" y="5660"/>
                    </a:lnTo>
                    <a:lnTo>
                      <a:pt x="97114" y="5913"/>
                    </a:lnTo>
                    <a:lnTo>
                      <a:pt x="97337" y="6176"/>
                    </a:lnTo>
                    <a:lnTo>
                      <a:pt x="97559" y="6448"/>
                    </a:lnTo>
                    <a:lnTo>
                      <a:pt x="97771" y="6721"/>
                    </a:lnTo>
                    <a:lnTo>
                      <a:pt x="97984" y="7004"/>
                    </a:lnTo>
                    <a:lnTo>
                      <a:pt x="98186" y="7287"/>
                    </a:lnTo>
                    <a:lnTo>
                      <a:pt x="98388" y="7580"/>
                    </a:lnTo>
                    <a:lnTo>
                      <a:pt x="98590" y="7884"/>
                    </a:lnTo>
                    <a:lnTo>
                      <a:pt x="98792" y="8187"/>
                    </a:lnTo>
                    <a:lnTo>
                      <a:pt x="98984" y="8500"/>
                    </a:lnTo>
                    <a:lnTo>
                      <a:pt x="99176" y="8813"/>
                    </a:lnTo>
                    <a:lnTo>
                      <a:pt x="99358" y="9137"/>
                    </a:lnTo>
                    <a:lnTo>
                      <a:pt x="99540" y="9470"/>
                    </a:lnTo>
                    <a:lnTo>
                      <a:pt x="99722" y="9804"/>
                    </a:lnTo>
                    <a:lnTo>
                      <a:pt x="99894" y="10147"/>
                    </a:lnTo>
                    <a:lnTo>
                      <a:pt x="100066" y="10501"/>
                    </a:lnTo>
                    <a:lnTo>
                      <a:pt x="100227" y="10855"/>
                    </a:lnTo>
                    <a:lnTo>
                      <a:pt x="100389" y="11219"/>
                    </a:lnTo>
                    <a:lnTo>
                      <a:pt x="100541" y="11583"/>
                    </a:lnTo>
                    <a:lnTo>
                      <a:pt x="100702" y="11957"/>
                    </a:lnTo>
                    <a:lnTo>
                      <a:pt x="100844" y="12341"/>
                    </a:lnTo>
                    <a:lnTo>
                      <a:pt x="100995" y="12725"/>
                    </a:lnTo>
                    <a:lnTo>
                      <a:pt x="101127" y="13119"/>
                    </a:lnTo>
                    <a:lnTo>
                      <a:pt x="101268" y="13523"/>
                    </a:lnTo>
                    <a:lnTo>
                      <a:pt x="101400" y="13927"/>
                    </a:lnTo>
                    <a:lnTo>
                      <a:pt x="101521" y="14342"/>
                    </a:lnTo>
                    <a:lnTo>
                      <a:pt x="101642" y="14766"/>
                    </a:lnTo>
                    <a:lnTo>
                      <a:pt x="101764" y="15191"/>
                    </a:lnTo>
                    <a:lnTo>
                      <a:pt x="101875" y="15625"/>
                    </a:lnTo>
                    <a:lnTo>
                      <a:pt x="101976" y="16070"/>
                    </a:lnTo>
                    <a:lnTo>
                      <a:pt x="102087" y="16515"/>
                    </a:lnTo>
                    <a:lnTo>
                      <a:pt x="102178" y="16969"/>
                    </a:lnTo>
                    <a:lnTo>
                      <a:pt x="102269" y="17434"/>
                    </a:lnTo>
                    <a:lnTo>
                      <a:pt x="102360" y="17899"/>
                    </a:lnTo>
                    <a:lnTo>
                      <a:pt x="102441" y="18374"/>
                    </a:lnTo>
                    <a:lnTo>
                      <a:pt x="102521" y="18859"/>
                    </a:lnTo>
                    <a:lnTo>
                      <a:pt x="102592" y="19344"/>
                    </a:lnTo>
                    <a:lnTo>
                      <a:pt x="102653" y="19840"/>
                    </a:lnTo>
                    <a:lnTo>
                      <a:pt x="102714" y="20345"/>
                    </a:lnTo>
                    <a:lnTo>
                      <a:pt x="102774" y="20850"/>
                    </a:lnTo>
                    <a:lnTo>
                      <a:pt x="102825" y="21366"/>
                    </a:lnTo>
                    <a:lnTo>
                      <a:pt x="102865" y="21891"/>
                    </a:lnTo>
                    <a:lnTo>
                      <a:pt x="102906" y="22427"/>
                    </a:lnTo>
                    <a:lnTo>
                      <a:pt x="102946" y="22963"/>
                    </a:lnTo>
                    <a:lnTo>
                      <a:pt x="102966" y="23508"/>
                    </a:lnTo>
                    <a:lnTo>
                      <a:pt x="102996" y="24054"/>
                    </a:lnTo>
                    <a:lnTo>
                      <a:pt x="103017" y="25176"/>
                    </a:lnTo>
                    <a:lnTo>
                      <a:pt x="103027" y="26328"/>
                    </a:lnTo>
                    <a:lnTo>
                      <a:pt x="102996" y="27511"/>
                    </a:lnTo>
                    <a:lnTo>
                      <a:pt x="102956" y="28723"/>
                    </a:lnTo>
                    <a:lnTo>
                      <a:pt x="102885" y="29966"/>
                    </a:lnTo>
                    <a:lnTo>
                      <a:pt x="102784" y="31230"/>
                    </a:lnTo>
                    <a:lnTo>
                      <a:pt x="102663" y="32534"/>
                    </a:lnTo>
                    <a:lnTo>
                      <a:pt x="102521" y="33857"/>
                    </a:lnTo>
                    <a:lnTo>
                      <a:pt x="102340" y="35212"/>
                    </a:lnTo>
                    <a:lnTo>
                      <a:pt x="102137" y="36606"/>
                    </a:lnTo>
                    <a:lnTo>
                      <a:pt x="101915" y="38021"/>
                    </a:lnTo>
                    <a:lnTo>
                      <a:pt x="101652" y="39467"/>
                    </a:lnTo>
                    <a:lnTo>
                      <a:pt x="101369" y="40952"/>
                    </a:lnTo>
                    <a:lnTo>
                      <a:pt x="101056" y="42458"/>
                    </a:lnTo>
                    <a:lnTo>
                      <a:pt x="100702" y="44005"/>
                    </a:lnTo>
                    <a:lnTo>
                      <a:pt x="100328" y="45571"/>
                    </a:lnTo>
                    <a:lnTo>
                      <a:pt x="99924" y="47178"/>
                    </a:lnTo>
                    <a:lnTo>
                      <a:pt x="99490" y="48815"/>
                    </a:lnTo>
                    <a:lnTo>
                      <a:pt x="99025" y="50473"/>
                    </a:lnTo>
                    <a:lnTo>
                      <a:pt x="98519" y="52181"/>
                    </a:lnTo>
                    <a:lnTo>
                      <a:pt x="97994" y="53909"/>
                    </a:lnTo>
                    <a:lnTo>
                      <a:pt x="97994" y="53909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4457300" y="3631650"/>
                <a:ext cx="514700" cy="1582225"/>
              </a:xfrm>
              <a:custGeom>
                <a:avLst/>
                <a:gdLst/>
                <a:ahLst/>
                <a:cxnLst/>
                <a:rect l="l" t="t" r="r" b="b"/>
                <a:pathLst>
                  <a:path w="20588" h="63289" extrusionOk="0">
                    <a:moveTo>
                      <a:pt x="1951" y="8763"/>
                    </a:moveTo>
                    <a:lnTo>
                      <a:pt x="1951" y="8763"/>
                    </a:lnTo>
                    <a:lnTo>
                      <a:pt x="2143" y="9572"/>
                    </a:lnTo>
                    <a:lnTo>
                      <a:pt x="2315" y="10370"/>
                    </a:lnTo>
                    <a:lnTo>
                      <a:pt x="2487" y="11168"/>
                    </a:lnTo>
                    <a:lnTo>
                      <a:pt x="2638" y="11957"/>
                    </a:lnTo>
                    <a:lnTo>
                      <a:pt x="2780" y="12745"/>
                    </a:lnTo>
                    <a:lnTo>
                      <a:pt x="2911" y="13523"/>
                    </a:lnTo>
                    <a:lnTo>
                      <a:pt x="3043" y="14301"/>
                    </a:lnTo>
                    <a:lnTo>
                      <a:pt x="3154" y="15070"/>
                    </a:lnTo>
                    <a:lnTo>
                      <a:pt x="3255" y="15838"/>
                    </a:lnTo>
                    <a:lnTo>
                      <a:pt x="3346" y="16596"/>
                    </a:lnTo>
                    <a:lnTo>
                      <a:pt x="3437" y="17354"/>
                    </a:lnTo>
                    <a:lnTo>
                      <a:pt x="3507" y="18101"/>
                    </a:lnTo>
                    <a:lnTo>
                      <a:pt x="3578" y="18849"/>
                    </a:lnTo>
                    <a:lnTo>
                      <a:pt x="3629" y="19587"/>
                    </a:lnTo>
                    <a:lnTo>
                      <a:pt x="3679" y="20325"/>
                    </a:lnTo>
                    <a:lnTo>
                      <a:pt x="3720" y="21053"/>
                    </a:lnTo>
                    <a:lnTo>
                      <a:pt x="3750" y="21770"/>
                    </a:lnTo>
                    <a:lnTo>
                      <a:pt x="3780" y="22488"/>
                    </a:lnTo>
                    <a:lnTo>
                      <a:pt x="3790" y="23205"/>
                    </a:lnTo>
                    <a:lnTo>
                      <a:pt x="3801" y="23913"/>
                    </a:lnTo>
                    <a:lnTo>
                      <a:pt x="3801" y="24620"/>
                    </a:lnTo>
                    <a:lnTo>
                      <a:pt x="3801" y="25318"/>
                    </a:lnTo>
                    <a:lnTo>
                      <a:pt x="3790" y="26005"/>
                    </a:lnTo>
                    <a:lnTo>
                      <a:pt x="3770" y="26692"/>
                    </a:lnTo>
                    <a:lnTo>
                      <a:pt x="3750" y="27369"/>
                    </a:lnTo>
                    <a:lnTo>
                      <a:pt x="3720" y="28046"/>
                    </a:lnTo>
                    <a:lnTo>
                      <a:pt x="3649" y="29380"/>
                    </a:lnTo>
                    <a:lnTo>
                      <a:pt x="3548" y="30694"/>
                    </a:lnTo>
                    <a:lnTo>
                      <a:pt x="3437" y="31978"/>
                    </a:lnTo>
                    <a:lnTo>
                      <a:pt x="3305" y="33251"/>
                    </a:lnTo>
                    <a:lnTo>
                      <a:pt x="3154" y="34494"/>
                    </a:lnTo>
                    <a:lnTo>
                      <a:pt x="2992" y="35707"/>
                    </a:lnTo>
                    <a:lnTo>
                      <a:pt x="2820" y="36910"/>
                    </a:lnTo>
                    <a:lnTo>
                      <a:pt x="2638" y="38082"/>
                    </a:lnTo>
                    <a:lnTo>
                      <a:pt x="2456" y="39234"/>
                    </a:lnTo>
                    <a:lnTo>
                      <a:pt x="2264" y="40356"/>
                    </a:lnTo>
                    <a:lnTo>
                      <a:pt x="2062" y="41458"/>
                    </a:lnTo>
                    <a:lnTo>
                      <a:pt x="1668" y="43580"/>
                    </a:lnTo>
                    <a:lnTo>
                      <a:pt x="1284" y="45612"/>
                    </a:lnTo>
                    <a:lnTo>
                      <a:pt x="920" y="47542"/>
                    </a:lnTo>
                    <a:lnTo>
                      <a:pt x="758" y="48462"/>
                    </a:lnTo>
                    <a:lnTo>
                      <a:pt x="597" y="49361"/>
                    </a:lnTo>
                    <a:lnTo>
                      <a:pt x="455" y="50240"/>
                    </a:lnTo>
                    <a:lnTo>
                      <a:pt x="334" y="51089"/>
                    </a:lnTo>
                    <a:lnTo>
                      <a:pt x="223" y="51908"/>
                    </a:lnTo>
                    <a:lnTo>
                      <a:pt x="132" y="52696"/>
                    </a:lnTo>
                    <a:lnTo>
                      <a:pt x="61" y="53464"/>
                    </a:lnTo>
                    <a:lnTo>
                      <a:pt x="21" y="54202"/>
                    </a:lnTo>
                    <a:lnTo>
                      <a:pt x="11" y="54566"/>
                    </a:lnTo>
                    <a:lnTo>
                      <a:pt x="0" y="54920"/>
                    </a:lnTo>
                    <a:lnTo>
                      <a:pt x="0" y="55263"/>
                    </a:lnTo>
                    <a:lnTo>
                      <a:pt x="11" y="55607"/>
                    </a:lnTo>
                    <a:lnTo>
                      <a:pt x="21" y="55941"/>
                    </a:lnTo>
                    <a:lnTo>
                      <a:pt x="41" y="56264"/>
                    </a:lnTo>
                    <a:lnTo>
                      <a:pt x="71" y="56577"/>
                    </a:lnTo>
                    <a:lnTo>
                      <a:pt x="112" y="56891"/>
                    </a:lnTo>
                    <a:lnTo>
                      <a:pt x="152" y="57194"/>
                    </a:lnTo>
                    <a:lnTo>
                      <a:pt x="213" y="57487"/>
                    </a:lnTo>
                    <a:lnTo>
                      <a:pt x="273" y="57780"/>
                    </a:lnTo>
                    <a:lnTo>
                      <a:pt x="344" y="58063"/>
                    </a:lnTo>
                    <a:lnTo>
                      <a:pt x="425" y="58336"/>
                    </a:lnTo>
                    <a:lnTo>
                      <a:pt x="516" y="58609"/>
                    </a:lnTo>
                    <a:lnTo>
                      <a:pt x="617" y="58871"/>
                    </a:lnTo>
                    <a:lnTo>
                      <a:pt x="728" y="59124"/>
                    </a:lnTo>
                    <a:lnTo>
                      <a:pt x="849" y="59367"/>
                    </a:lnTo>
                    <a:lnTo>
                      <a:pt x="981" y="59609"/>
                    </a:lnTo>
                    <a:lnTo>
                      <a:pt x="1122" y="59842"/>
                    </a:lnTo>
                    <a:lnTo>
                      <a:pt x="1274" y="60064"/>
                    </a:lnTo>
                    <a:lnTo>
                      <a:pt x="1436" y="60286"/>
                    </a:lnTo>
                    <a:lnTo>
                      <a:pt x="1607" y="60499"/>
                    </a:lnTo>
                    <a:lnTo>
                      <a:pt x="1789" y="60701"/>
                    </a:lnTo>
                    <a:lnTo>
                      <a:pt x="1991" y="60893"/>
                    </a:lnTo>
                    <a:lnTo>
                      <a:pt x="2204" y="61085"/>
                    </a:lnTo>
                    <a:lnTo>
                      <a:pt x="2426" y="61257"/>
                    </a:lnTo>
                    <a:lnTo>
                      <a:pt x="2658" y="61439"/>
                    </a:lnTo>
                    <a:lnTo>
                      <a:pt x="2901" y="61600"/>
                    </a:lnTo>
                    <a:lnTo>
                      <a:pt x="3164" y="61762"/>
                    </a:lnTo>
                    <a:lnTo>
                      <a:pt x="3437" y="61903"/>
                    </a:lnTo>
                    <a:lnTo>
                      <a:pt x="3720" y="62055"/>
                    </a:lnTo>
                    <a:lnTo>
                      <a:pt x="4023" y="62186"/>
                    </a:lnTo>
                    <a:lnTo>
                      <a:pt x="4336" y="62318"/>
                    </a:lnTo>
                    <a:lnTo>
                      <a:pt x="4670" y="62429"/>
                    </a:lnTo>
                    <a:lnTo>
                      <a:pt x="5013" y="62540"/>
                    </a:lnTo>
                    <a:lnTo>
                      <a:pt x="5367" y="62651"/>
                    </a:lnTo>
                    <a:lnTo>
                      <a:pt x="5741" y="62742"/>
                    </a:lnTo>
                    <a:lnTo>
                      <a:pt x="6125" y="62833"/>
                    </a:lnTo>
                    <a:lnTo>
                      <a:pt x="6529" y="62914"/>
                    </a:lnTo>
                    <a:lnTo>
                      <a:pt x="6944" y="62985"/>
                    </a:lnTo>
                    <a:lnTo>
                      <a:pt x="7378" y="63056"/>
                    </a:lnTo>
                    <a:lnTo>
                      <a:pt x="7833" y="63106"/>
                    </a:lnTo>
                    <a:lnTo>
                      <a:pt x="8298" y="63157"/>
                    </a:lnTo>
                    <a:lnTo>
                      <a:pt x="8783" y="63197"/>
                    </a:lnTo>
                    <a:lnTo>
                      <a:pt x="9278" y="63238"/>
                    </a:lnTo>
                    <a:lnTo>
                      <a:pt x="9804" y="63258"/>
                    </a:lnTo>
                    <a:lnTo>
                      <a:pt x="10329" y="63278"/>
                    </a:lnTo>
                    <a:lnTo>
                      <a:pt x="10885" y="63288"/>
                    </a:lnTo>
                    <a:lnTo>
                      <a:pt x="11451" y="63288"/>
                    </a:lnTo>
                    <a:lnTo>
                      <a:pt x="12037" y="63278"/>
                    </a:lnTo>
                    <a:lnTo>
                      <a:pt x="12644" y="63268"/>
                    </a:lnTo>
                    <a:lnTo>
                      <a:pt x="13270" y="63248"/>
                    </a:lnTo>
                    <a:lnTo>
                      <a:pt x="13270" y="63248"/>
                    </a:lnTo>
                    <a:lnTo>
                      <a:pt x="14241" y="63197"/>
                    </a:lnTo>
                    <a:lnTo>
                      <a:pt x="15130" y="63126"/>
                    </a:lnTo>
                    <a:lnTo>
                      <a:pt x="15938" y="63045"/>
                    </a:lnTo>
                    <a:lnTo>
                      <a:pt x="16312" y="62995"/>
                    </a:lnTo>
                    <a:lnTo>
                      <a:pt x="16676" y="62944"/>
                    </a:lnTo>
                    <a:lnTo>
                      <a:pt x="17020" y="62884"/>
                    </a:lnTo>
                    <a:lnTo>
                      <a:pt x="17343" y="62823"/>
                    </a:lnTo>
                    <a:lnTo>
                      <a:pt x="17646" y="62763"/>
                    </a:lnTo>
                    <a:lnTo>
                      <a:pt x="17940" y="62692"/>
                    </a:lnTo>
                    <a:lnTo>
                      <a:pt x="18212" y="62621"/>
                    </a:lnTo>
                    <a:lnTo>
                      <a:pt x="18465" y="62540"/>
                    </a:lnTo>
                    <a:lnTo>
                      <a:pt x="18708" y="62459"/>
                    </a:lnTo>
                    <a:lnTo>
                      <a:pt x="18930" y="62368"/>
                    </a:lnTo>
                    <a:lnTo>
                      <a:pt x="19142" y="62277"/>
                    </a:lnTo>
                    <a:lnTo>
                      <a:pt x="19334" y="62176"/>
                    </a:lnTo>
                    <a:lnTo>
                      <a:pt x="19516" y="62075"/>
                    </a:lnTo>
                    <a:lnTo>
                      <a:pt x="19678" y="61964"/>
                    </a:lnTo>
                    <a:lnTo>
                      <a:pt x="19819" y="61853"/>
                    </a:lnTo>
                    <a:lnTo>
                      <a:pt x="19961" y="61732"/>
                    </a:lnTo>
                    <a:lnTo>
                      <a:pt x="20082" y="61610"/>
                    </a:lnTo>
                    <a:lnTo>
                      <a:pt x="20183" y="61489"/>
                    </a:lnTo>
                    <a:lnTo>
                      <a:pt x="20274" y="61358"/>
                    </a:lnTo>
                    <a:lnTo>
                      <a:pt x="20355" y="61216"/>
                    </a:lnTo>
                    <a:lnTo>
                      <a:pt x="20426" y="61075"/>
                    </a:lnTo>
                    <a:lnTo>
                      <a:pt x="20486" y="60923"/>
                    </a:lnTo>
                    <a:lnTo>
                      <a:pt x="20527" y="60772"/>
                    </a:lnTo>
                    <a:lnTo>
                      <a:pt x="20557" y="60610"/>
                    </a:lnTo>
                    <a:lnTo>
                      <a:pt x="20577" y="60448"/>
                    </a:lnTo>
                    <a:lnTo>
                      <a:pt x="20587" y="60276"/>
                    </a:lnTo>
                    <a:lnTo>
                      <a:pt x="20577" y="60094"/>
                    </a:lnTo>
                    <a:lnTo>
                      <a:pt x="20567" y="59912"/>
                    </a:lnTo>
                    <a:lnTo>
                      <a:pt x="20547" y="59731"/>
                    </a:lnTo>
                    <a:lnTo>
                      <a:pt x="20507" y="59528"/>
                    </a:lnTo>
                    <a:lnTo>
                      <a:pt x="20466" y="59336"/>
                    </a:lnTo>
                    <a:lnTo>
                      <a:pt x="20406" y="59124"/>
                    </a:lnTo>
                    <a:lnTo>
                      <a:pt x="20345" y="58912"/>
                    </a:lnTo>
                    <a:lnTo>
                      <a:pt x="20274" y="58700"/>
                    </a:lnTo>
                    <a:lnTo>
                      <a:pt x="20102" y="58245"/>
                    </a:lnTo>
                    <a:lnTo>
                      <a:pt x="19900" y="57770"/>
                    </a:lnTo>
                    <a:lnTo>
                      <a:pt x="19668" y="57265"/>
                    </a:lnTo>
                    <a:lnTo>
                      <a:pt x="19405" y="56729"/>
                    </a:lnTo>
                    <a:lnTo>
                      <a:pt x="19112" y="56173"/>
                    </a:lnTo>
                    <a:lnTo>
                      <a:pt x="18809" y="55597"/>
                    </a:lnTo>
                    <a:lnTo>
                      <a:pt x="18121" y="54354"/>
                    </a:lnTo>
                    <a:lnTo>
                      <a:pt x="17374" y="52989"/>
                    </a:lnTo>
                    <a:lnTo>
                      <a:pt x="16969" y="52272"/>
                    </a:lnTo>
                    <a:lnTo>
                      <a:pt x="16565" y="51524"/>
                    </a:lnTo>
                    <a:lnTo>
                      <a:pt x="16161" y="50736"/>
                    </a:lnTo>
                    <a:lnTo>
                      <a:pt x="15736" y="49927"/>
                    </a:lnTo>
                    <a:lnTo>
                      <a:pt x="15322" y="49088"/>
                    </a:lnTo>
                    <a:lnTo>
                      <a:pt x="14897" y="48219"/>
                    </a:lnTo>
                    <a:lnTo>
                      <a:pt x="14483" y="47310"/>
                    </a:lnTo>
                    <a:lnTo>
                      <a:pt x="14069" y="46380"/>
                    </a:lnTo>
                    <a:lnTo>
                      <a:pt x="13664" y="45409"/>
                    </a:lnTo>
                    <a:lnTo>
                      <a:pt x="13260" y="44409"/>
                    </a:lnTo>
                    <a:lnTo>
                      <a:pt x="12876" y="43378"/>
                    </a:lnTo>
                    <a:lnTo>
                      <a:pt x="12684" y="42842"/>
                    </a:lnTo>
                    <a:lnTo>
                      <a:pt x="12492" y="42307"/>
                    </a:lnTo>
                    <a:lnTo>
                      <a:pt x="12310" y="41761"/>
                    </a:lnTo>
                    <a:lnTo>
                      <a:pt x="12138" y="41205"/>
                    </a:lnTo>
                    <a:lnTo>
                      <a:pt x="11967" y="40639"/>
                    </a:lnTo>
                    <a:lnTo>
                      <a:pt x="11795" y="40073"/>
                    </a:lnTo>
                    <a:lnTo>
                      <a:pt x="11633" y="39487"/>
                    </a:lnTo>
                    <a:lnTo>
                      <a:pt x="11471" y="38901"/>
                    </a:lnTo>
                    <a:lnTo>
                      <a:pt x="11320" y="38305"/>
                    </a:lnTo>
                    <a:lnTo>
                      <a:pt x="11178" y="37688"/>
                    </a:lnTo>
                    <a:lnTo>
                      <a:pt x="11037" y="37072"/>
                    </a:lnTo>
                    <a:lnTo>
                      <a:pt x="10895" y="36445"/>
                    </a:lnTo>
                    <a:lnTo>
                      <a:pt x="10774" y="35818"/>
                    </a:lnTo>
                    <a:lnTo>
                      <a:pt x="10653" y="35172"/>
                    </a:lnTo>
                    <a:lnTo>
                      <a:pt x="10542" y="34515"/>
                    </a:lnTo>
                    <a:lnTo>
                      <a:pt x="10430" y="33858"/>
                    </a:lnTo>
                    <a:lnTo>
                      <a:pt x="10339" y="33181"/>
                    </a:lnTo>
                    <a:lnTo>
                      <a:pt x="10248" y="32503"/>
                    </a:lnTo>
                    <a:lnTo>
                      <a:pt x="10168" y="31816"/>
                    </a:lnTo>
                    <a:lnTo>
                      <a:pt x="10097" y="31109"/>
                    </a:lnTo>
                    <a:lnTo>
                      <a:pt x="10036" y="30401"/>
                    </a:lnTo>
                    <a:lnTo>
                      <a:pt x="9976" y="29684"/>
                    </a:lnTo>
                    <a:lnTo>
                      <a:pt x="9935" y="28956"/>
                    </a:lnTo>
                    <a:lnTo>
                      <a:pt x="9905" y="28218"/>
                    </a:lnTo>
                    <a:lnTo>
                      <a:pt x="9875" y="27470"/>
                    </a:lnTo>
                    <a:lnTo>
                      <a:pt x="9864" y="26712"/>
                    </a:lnTo>
                    <a:lnTo>
                      <a:pt x="9864" y="25944"/>
                    </a:lnTo>
                    <a:lnTo>
                      <a:pt x="9875" y="25166"/>
                    </a:lnTo>
                    <a:lnTo>
                      <a:pt x="9895" y="24378"/>
                    </a:lnTo>
                    <a:lnTo>
                      <a:pt x="9925" y="23579"/>
                    </a:lnTo>
                    <a:lnTo>
                      <a:pt x="9966" y="22771"/>
                    </a:lnTo>
                    <a:lnTo>
                      <a:pt x="10026" y="21952"/>
                    </a:lnTo>
                    <a:lnTo>
                      <a:pt x="10087" y="21123"/>
                    </a:lnTo>
                    <a:lnTo>
                      <a:pt x="10168" y="20285"/>
                    </a:lnTo>
                    <a:lnTo>
                      <a:pt x="10269" y="19436"/>
                    </a:lnTo>
                    <a:lnTo>
                      <a:pt x="10370" y="18577"/>
                    </a:lnTo>
                    <a:lnTo>
                      <a:pt x="10501" y="17707"/>
                    </a:lnTo>
                    <a:lnTo>
                      <a:pt x="10633" y="16828"/>
                    </a:lnTo>
                    <a:lnTo>
                      <a:pt x="10784" y="15939"/>
                    </a:lnTo>
                    <a:lnTo>
                      <a:pt x="10946" y="15039"/>
                    </a:lnTo>
                    <a:lnTo>
                      <a:pt x="11128" y="14130"/>
                    </a:lnTo>
                    <a:lnTo>
                      <a:pt x="11320" y="13200"/>
                    </a:lnTo>
                    <a:lnTo>
                      <a:pt x="11532" y="12270"/>
                    </a:lnTo>
                    <a:lnTo>
                      <a:pt x="11754" y="11330"/>
                    </a:lnTo>
                    <a:lnTo>
                      <a:pt x="11997" y="10370"/>
                    </a:lnTo>
                    <a:lnTo>
                      <a:pt x="12250" y="9410"/>
                    </a:lnTo>
                    <a:lnTo>
                      <a:pt x="12250" y="9410"/>
                    </a:lnTo>
                    <a:lnTo>
                      <a:pt x="12432" y="8712"/>
                    </a:lnTo>
                    <a:lnTo>
                      <a:pt x="12583" y="8045"/>
                    </a:lnTo>
                    <a:lnTo>
                      <a:pt x="12694" y="7419"/>
                    </a:lnTo>
                    <a:lnTo>
                      <a:pt x="12795" y="6812"/>
                    </a:lnTo>
                    <a:lnTo>
                      <a:pt x="12856" y="6236"/>
                    </a:lnTo>
                    <a:lnTo>
                      <a:pt x="12896" y="5691"/>
                    </a:lnTo>
                    <a:lnTo>
                      <a:pt x="12917" y="5175"/>
                    </a:lnTo>
                    <a:lnTo>
                      <a:pt x="12907" y="4680"/>
                    </a:lnTo>
                    <a:lnTo>
                      <a:pt x="12896" y="4447"/>
                    </a:lnTo>
                    <a:lnTo>
                      <a:pt x="12876" y="4215"/>
                    </a:lnTo>
                    <a:lnTo>
                      <a:pt x="12846" y="3993"/>
                    </a:lnTo>
                    <a:lnTo>
                      <a:pt x="12816" y="3780"/>
                    </a:lnTo>
                    <a:lnTo>
                      <a:pt x="12785" y="3568"/>
                    </a:lnTo>
                    <a:lnTo>
                      <a:pt x="12745" y="3366"/>
                    </a:lnTo>
                    <a:lnTo>
                      <a:pt x="12694" y="3174"/>
                    </a:lnTo>
                    <a:lnTo>
                      <a:pt x="12654" y="2982"/>
                    </a:lnTo>
                    <a:lnTo>
                      <a:pt x="12593" y="2800"/>
                    </a:lnTo>
                    <a:lnTo>
                      <a:pt x="12533" y="2618"/>
                    </a:lnTo>
                    <a:lnTo>
                      <a:pt x="12472" y="2446"/>
                    </a:lnTo>
                    <a:lnTo>
                      <a:pt x="12401" y="2285"/>
                    </a:lnTo>
                    <a:lnTo>
                      <a:pt x="12330" y="2123"/>
                    </a:lnTo>
                    <a:lnTo>
                      <a:pt x="12250" y="1971"/>
                    </a:lnTo>
                    <a:lnTo>
                      <a:pt x="12169" y="1830"/>
                    </a:lnTo>
                    <a:lnTo>
                      <a:pt x="12078" y="1688"/>
                    </a:lnTo>
                    <a:lnTo>
                      <a:pt x="11987" y="1557"/>
                    </a:lnTo>
                    <a:lnTo>
                      <a:pt x="11896" y="1426"/>
                    </a:lnTo>
                    <a:lnTo>
                      <a:pt x="11795" y="1304"/>
                    </a:lnTo>
                    <a:lnTo>
                      <a:pt x="11694" y="1183"/>
                    </a:lnTo>
                    <a:lnTo>
                      <a:pt x="11593" y="1072"/>
                    </a:lnTo>
                    <a:lnTo>
                      <a:pt x="11481" y="971"/>
                    </a:lnTo>
                    <a:lnTo>
                      <a:pt x="11370" y="870"/>
                    </a:lnTo>
                    <a:lnTo>
                      <a:pt x="11259" y="779"/>
                    </a:lnTo>
                    <a:lnTo>
                      <a:pt x="11138" y="688"/>
                    </a:lnTo>
                    <a:lnTo>
                      <a:pt x="11017" y="607"/>
                    </a:lnTo>
                    <a:lnTo>
                      <a:pt x="10895" y="526"/>
                    </a:lnTo>
                    <a:lnTo>
                      <a:pt x="10774" y="455"/>
                    </a:lnTo>
                    <a:lnTo>
                      <a:pt x="10511" y="334"/>
                    </a:lnTo>
                    <a:lnTo>
                      <a:pt x="10238" y="223"/>
                    </a:lnTo>
                    <a:lnTo>
                      <a:pt x="9955" y="142"/>
                    </a:lnTo>
                    <a:lnTo>
                      <a:pt x="9672" y="81"/>
                    </a:lnTo>
                    <a:lnTo>
                      <a:pt x="9379" y="31"/>
                    </a:lnTo>
                    <a:lnTo>
                      <a:pt x="9086" y="11"/>
                    </a:lnTo>
                    <a:lnTo>
                      <a:pt x="8773" y="1"/>
                    </a:lnTo>
                    <a:lnTo>
                      <a:pt x="8470" y="11"/>
                    </a:lnTo>
                    <a:lnTo>
                      <a:pt x="8156" y="41"/>
                    </a:lnTo>
                    <a:lnTo>
                      <a:pt x="7843" y="92"/>
                    </a:lnTo>
                    <a:lnTo>
                      <a:pt x="7530" y="162"/>
                    </a:lnTo>
                    <a:lnTo>
                      <a:pt x="7206" y="243"/>
                    </a:lnTo>
                    <a:lnTo>
                      <a:pt x="6893" y="344"/>
                    </a:lnTo>
                    <a:lnTo>
                      <a:pt x="6580" y="455"/>
                    </a:lnTo>
                    <a:lnTo>
                      <a:pt x="6267" y="597"/>
                    </a:lnTo>
                    <a:lnTo>
                      <a:pt x="5963" y="738"/>
                    </a:lnTo>
                    <a:lnTo>
                      <a:pt x="5650" y="900"/>
                    </a:lnTo>
                    <a:lnTo>
                      <a:pt x="5357" y="1082"/>
                    </a:lnTo>
                    <a:lnTo>
                      <a:pt x="5054" y="1274"/>
                    </a:lnTo>
                    <a:lnTo>
                      <a:pt x="4771" y="1486"/>
                    </a:lnTo>
                    <a:lnTo>
                      <a:pt x="4488" y="1699"/>
                    </a:lnTo>
                    <a:lnTo>
                      <a:pt x="4215" y="1931"/>
                    </a:lnTo>
                    <a:lnTo>
                      <a:pt x="3952" y="2184"/>
                    </a:lnTo>
                    <a:lnTo>
                      <a:pt x="3699" y="2436"/>
                    </a:lnTo>
                    <a:lnTo>
                      <a:pt x="3467" y="2709"/>
                    </a:lnTo>
                    <a:lnTo>
                      <a:pt x="3235" y="2992"/>
                    </a:lnTo>
                    <a:lnTo>
                      <a:pt x="3012" y="3285"/>
                    </a:lnTo>
                    <a:lnTo>
                      <a:pt x="2810" y="3588"/>
                    </a:lnTo>
                    <a:lnTo>
                      <a:pt x="2628" y="3902"/>
                    </a:lnTo>
                    <a:lnTo>
                      <a:pt x="2456" y="4235"/>
                    </a:lnTo>
                    <a:lnTo>
                      <a:pt x="2305" y="4569"/>
                    </a:lnTo>
                    <a:lnTo>
                      <a:pt x="2163" y="4912"/>
                    </a:lnTo>
                    <a:lnTo>
                      <a:pt x="2042" y="5256"/>
                    </a:lnTo>
                    <a:lnTo>
                      <a:pt x="1941" y="5620"/>
                    </a:lnTo>
                    <a:lnTo>
                      <a:pt x="1860" y="5994"/>
                    </a:lnTo>
                    <a:lnTo>
                      <a:pt x="1810" y="6368"/>
                    </a:lnTo>
                    <a:lnTo>
                      <a:pt x="1769" y="6752"/>
                    </a:lnTo>
                    <a:lnTo>
                      <a:pt x="1759" y="7146"/>
                    </a:lnTo>
                    <a:lnTo>
                      <a:pt x="1759" y="7338"/>
                    </a:lnTo>
                    <a:lnTo>
                      <a:pt x="1769" y="7540"/>
                    </a:lnTo>
                    <a:lnTo>
                      <a:pt x="1779" y="7742"/>
                    </a:lnTo>
                    <a:lnTo>
                      <a:pt x="1799" y="7944"/>
                    </a:lnTo>
                    <a:lnTo>
                      <a:pt x="1830" y="8147"/>
                    </a:lnTo>
                    <a:lnTo>
                      <a:pt x="1860" y="8349"/>
                    </a:lnTo>
                    <a:lnTo>
                      <a:pt x="1900" y="8561"/>
                    </a:lnTo>
                    <a:lnTo>
                      <a:pt x="1951" y="8763"/>
                    </a:lnTo>
                    <a:lnTo>
                      <a:pt x="1951" y="8763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3044150" y="3490425"/>
                <a:ext cx="1094575" cy="1723450"/>
              </a:xfrm>
              <a:custGeom>
                <a:avLst/>
                <a:gdLst/>
                <a:ahLst/>
                <a:cxnLst/>
                <a:rect l="l" t="t" r="r" b="b"/>
                <a:pathLst>
                  <a:path w="43783" h="68938" extrusionOk="0">
                    <a:moveTo>
                      <a:pt x="22205" y="7004"/>
                    </a:moveTo>
                    <a:lnTo>
                      <a:pt x="22205" y="7004"/>
                    </a:lnTo>
                    <a:lnTo>
                      <a:pt x="21649" y="7408"/>
                    </a:lnTo>
                    <a:lnTo>
                      <a:pt x="21113" y="7812"/>
                    </a:lnTo>
                    <a:lnTo>
                      <a:pt x="20588" y="8217"/>
                    </a:lnTo>
                    <a:lnTo>
                      <a:pt x="20082" y="8611"/>
                    </a:lnTo>
                    <a:lnTo>
                      <a:pt x="19587" y="9005"/>
                    </a:lnTo>
                    <a:lnTo>
                      <a:pt x="19112" y="9389"/>
                    </a:lnTo>
                    <a:lnTo>
                      <a:pt x="18657" y="9783"/>
                    </a:lnTo>
                    <a:lnTo>
                      <a:pt x="18213" y="10167"/>
                    </a:lnTo>
                    <a:lnTo>
                      <a:pt x="17788" y="10541"/>
                    </a:lnTo>
                    <a:lnTo>
                      <a:pt x="17374" y="10925"/>
                    </a:lnTo>
                    <a:lnTo>
                      <a:pt x="16980" y="11289"/>
                    </a:lnTo>
                    <a:lnTo>
                      <a:pt x="16596" y="11663"/>
                    </a:lnTo>
                    <a:lnTo>
                      <a:pt x="16222" y="12027"/>
                    </a:lnTo>
                    <a:lnTo>
                      <a:pt x="15868" y="12391"/>
                    </a:lnTo>
                    <a:lnTo>
                      <a:pt x="15534" y="12755"/>
                    </a:lnTo>
                    <a:lnTo>
                      <a:pt x="15201" y="13108"/>
                    </a:lnTo>
                    <a:lnTo>
                      <a:pt x="14888" y="13462"/>
                    </a:lnTo>
                    <a:lnTo>
                      <a:pt x="14594" y="13816"/>
                    </a:lnTo>
                    <a:lnTo>
                      <a:pt x="14301" y="14169"/>
                    </a:lnTo>
                    <a:lnTo>
                      <a:pt x="14028" y="14513"/>
                    </a:lnTo>
                    <a:lnTo>
                      <a:pt x="13766" y="14857"/>
                    </a:lnTo>
                    <a:lnTo>
                      <a:pt x="13513" y="15190"/>
                    </a:lnTo>
                    <a:lnTo>
                      <a:pt x="13281" y="15534"/>
                    </a:lnTo>
                    <a:lnTo>
                      <a:pt x="13058" y="15867"/>
                    </a:lnTo>
                    <a:lnTo>
                      <a:pt x="12836" y="16201"/>
                    </a:lnTo>
                    <a:lnTo>
                      <a:pt x="12634" y="16524"/>
                    </a:lnTo>
                    <a:lnTo>
                      <a:pt x="12442" y="16848"/>
                    </a:lnTo>
                    <a:lnTo>
                      <a:pt x="12260" y="17181"/>
                    </a:lnTo>
                    <a:lnTo>
                      <a:pt x="12088" y="17495"/>
                    </a:lnTo>
                    <a:lnTo>
                      <a:pt x="11926" y="17818"/>
                    </a:lnTo>
                    <a:lnTo>
                      <a:pt x="11775" y="18131"/>
                    </a:lnTo>
                    <a:lnTo>
                      <a:pt x="11633" y="18445"/>
                    </a:lnTo>
                    <a:lnTo>
                      <a:pt x="11502" y="18758"/>
                    </a:lnTo>
                    <a:lnTo>
                      <a:pt x="11381" y="19071"/>
                    </a:lnTo>
                    <a:lnTo>
                      <a:pt x="11269" y="19374"/>
                    </a:lnTo>
                    <a:lnTo>
                      <a:pt x="11168" y="19678"/>
                    </a:lnTo>
                    <a:lnTo>
                      <a:pt x="11067" y="19981"/>
                    </a:lnTo>
                    <a:lnTo>
                      <a:pt x="10976" y="20284"/>
                    </a:lnTo>
                    <a:lnTo>
                      <a:pt x="10906" y="20587"/>
                    </a:lnTo>
                    <a:lnTo>
                      <a:pt x="10825" y="20880"/>
                    </a:lnTo>
                    <a:lnTo>
                      <a:pt x="10764" y="21173"/>
                    </a:lnTo>
                    <a:lnTo>
                      <a:pt x="10703" y="21466"/>
                    </a:lnTo>
                    <a:lnTo>
                      <a:pt x="10663" y="21759"/>
                    </a:lnTo>
                    <a:lnTo>
                      <a:pt x="10612" y="22053"/>
                    </a:lnTo>
                    <a:lnTo>
                      <a:pt x="10582" y="22336"/>
                    </a:lnTo>
                    <a:lnTo>
                      <a:pt x="10552" y="22619"/>
                    </a:lnTo>
                    <a:lnTo>
                      <a:pt x="10501" y="23185"/>
                    </a:lnTo>
                    <a:lnTo>
                      <a:pt x="10491" y="23750"/>
                    </a:lnTo>
                    <a:lnTo>
                      <a:pt x="10491" y="24306"/>
                    </a:lnTo>
                    <a:lnTo>
                      <a:pt x="10501" y="24852"/>
                    </a:lnTo>
                    <a:lnTo>
                      <a:pt x="10542" y="25398"/>
                    </a:lnTo>
                    <a:lnTo>
                      <a:pt x="10592" y="25934"/>
                    </a:lnTo>
                    <a:lnTo>
                      <a:pt x="10653" y="26469"/>
                    </a:lnTo>
                    <a:lnTo>
                      <a:pt x="10734" y="26995"/>
                    </a:lnTo>
                    <a:lnTo>
                      <a:pt x="10815" y="27520"/>
                    </a:lnTo>
                    <a:lnTo>
                      <a:pt x="10997" y="28561"/>
                    </a:lnTo>
                    <a:lnTo>
                      <a:pt x="11189" y="29592"/>
                    </a:lnTo>
                    <a:lnTo>
                      <a:pt x="11381" y="30603"/>
                    </a:lnTo>
                    <a:lnTo>
                      <a:pt x="11472" y="31118"/>
                    </a:lnTo>
                    <a:lnTo>
                      <a:pt x="11552" y="31624"/>
                    </a:lnTo>
                    <a:lnTo>
                      <a:pt x="11623" y="32129"/>
                    </a:lnTo>
                    <a:lnTo>
                      <a:pt x="11694" y="32634"/>
                    </a:lnTo>
                    <a:lnTo>
                      <a:pt x="11744" y="33140"/>
                    </a:lnTo>
                    <a:lnTo>
                      <a:pt x="11775" y="33645"/>
                    </a:lnTo>
                    <a:lnTo>
                      <a:pt x="11795" y="34150"/>
                    </a:lnTo>
                    <a:lnTo>
                      <a:pt x="11795" y="34656"/>
                    </a:lnTo>
                    <a:lnTo>
                      <a:pt x="11775" y="35161"/>
                    </a:lnTo>
                    <a:lnTo>
                      <a:pt x="11734" y="35676"/>
                    </a:lnTo>
                    <a:lnTo>
                      <a:pt x="11704" y="35929"/>
                    </a:lnTo>
                    <a:lnTo>
                      <a:pt x="11674" y="36192"/>
                    </a:lnTo>
                    <a:lnTo>
                      <a:pt x="11623" y="36444"/>
                    </a:lnTo>
                    <a:lnTo>
                      <a:pt x="11573" y="36707"/>
                    </a:lnTo>
                    <a:lnTo>
                      <a:pt x="11522" y="36960"/>
                    </a:lnTo>
                    <a:lnTo>
                      <a:pt x="11451" y="37223"/>
                    </a:lnTo>
                    <a:lnTo>
                      <a:pt x="11381" y="37485"/>
                    </a:lnTo>
                    <a:lnTo>
                      <a:pt x="11300" y="37738"/>
                    </a:lnTo>
                    <a:lnTo>
                      <a:pt x="11219" y="38001"/>
                    </a:lnTo>
                    <a:lnTo>
                      <a:pt x="11118" y="38264"/>
                    </a:lnTo>
                    <a:lnTo>
                      <a:pt x="11017" y="38526"/>
                    </a:lnTo>
                    <a:lnTo>
                      <a:pt x="10906" y="38799"/>
                    </a:lnTo>
                    <a:lnTo>
                      <a:pt x="10784" y="39062"/>
                    </a:lnTo>
                    <a:lnTo>
                      <a:pt x="10653" y="39325"/>
                    </a:lnTo>
                    <a:lnTo>
                      <a:pt x="10511" y="39598"/>
                    </a:lnTo>
                    <a:lnTo>
                      <a:pt x="10360" y="39860"/>
                    </a:lnTo>
                    <a:lnTo>
                      <a:pt x="10198" y="40133"/>
                    </a:lnTo>
                    <a:lnTo>
                      <a:pt x="10026" y="40406"/>
                    </a:lnTo>
                    <a:lnTo>
                      <a:pt x="9844" y="40679"/>
                    </a:lnTo>
                    <a:lnTo>
                      <a:pt x="9652" y="40952"/>
                    </a:lnTo>
                    <a:lnTo>
                      <a:pt x="9450" y="41235"/>
                    </a:lnTo>
                    <a:lnTo>
                      <a:pt x="9238" y="41508"/>
                    </a:lnTo>
                    <a:lnTo>
                      <a:pt x="9006" y="41791"/>
                    </a:lnTo>
                    <a:lnTo>
                      <a:pt x="8773" y="42064"/>
                    </a:lnTo>
                    <a:lnTo>
                      <a:pt x="8520" y="42347"/>
                    </a:lnTo>
                    <a:lnTo>
                      <a:pt x="8258" y="42630"/>
                    </a:lnTo>
                    <a:lnTo>
                      <a:pt x="7985" y="42923"/>
                    </a:lnTo>
                    <a:lnTo>
                      <a:pt x="7702" y="43206"/>
                    </a:lnTo>
                    <a:lnTo>
                      <a:pt x="7399" y="43499"/>
                    </a:lnTo>
                    <a:lnTo>
                      <a:pt x="7085" y="43782"/>
                    </a:lnTo>
                    <a:lnTo>
                      <a:pt x="6762" y="44075"/>
                    </a:lnTo>
                    <a:lnTo>
                      <a:pt x="6418" y="44378"/>
                    </a:lnTo>
                    <a:lnTo>
                      <a:pt x="6418" y="44378"/>
                    </a:lnTo>
                    <a:lnTo>
                      <a:pt x="5852" y="44863"/>
                    </a:lnTo>
                    <a:lnTo>
                      <a:pt x="5327" y="45368"/>
                    </a:lnTo>
                    <a:lnTo>
                      <a:pt x="4821" y="45864"/>
                    </a:lnTo>
                    <a:lnTo>
                      <a:pt x="4336" y="46379"/>
                    </a:lnTo>
                    <a:lnTo>
                      <a:pt x="3881" y="46895"/>
                    </a:lnTo>
                    <a:lnTo>
                      <a:pt x="3457" y="47410"/>
                    </a:lnTo>
                    <a:lnTo>
                      <a:pt x="3053" y="47936"/>
                    </a:lnTo>
                    <a:lnTo>
                      <a:pt x="2679" y="48461"/>
                    </a:lnTo>
                    <a:lnTo>
                      <a:pt x="2325" y="48987"/>
                    </a:lnTo>
                    <a:lnTo>
                      <a:pt x="2002" y="49522"/>
                    </a:lnTo>
                    <a:lnTo>
                      <a:pt x="1709" y="50058"/>
                    </a:lnTo>
                    <a:lnTo>
                      <a:pt x="1436" y="50583"/>
                    </a:lnTo>
                    <a:lnTo>
                      <a:pt x="1183" y="51119"/>
                    </a:lnTo>
                    <a:lnTo>
                      <a:pt x="961" y="51665"/>
                    </a:lnTo>
                    <a:lnTo>
                      <a:pt x="759" y="52201"/>
                    </a:lnTo>
                    <a:lnTo>
                      <a:pt x="577" y="52736"/>
                    </a:lnTo>
                    <a:lnTo>
                      <a:pt x="425" y="53272"/>
                    </a:lnTo>
                    <a:lnTo>
                      <a:pt x="304" y="53807"/>
                    </a:lnTo>
                    <a:lnTo>
                      <a:pt x="193" y="54333"/>
                    </a:lnTo>
                    <a:lnTo>
                      <a:pt x="112" y="54869"/>
                    </a:lnTo>
                    <a:lnTo>
                      <a:pt x="51" y="55394"/>
                    </a:lnTo>
                    <a:lnTo>
                      <a:pt x="21" y="55920"/>
                    </a:lnTo>
                    <a:lnTo>
                      <a:pt x="1" y="56435"/>
                    </a:lnTo>
                    <a:lnTo>
                      <a:pt x="11" y="56961"/>
                    </a:lnTo>
                    <a:lnTo>
                      <a:pt x="41" y="57466"/>
                    </a:lnTo>
                    <a:lnTo>
                      <a:pt x="92" y="57971"/>
                    </a:lnTo>
                    <a:lnTo>
                      <a:pt x="172" y="58477"/>
                    </a:lnTo>
                    <a:lnTo>
                      <a:pt x="263" y="58972"/>
                    </a:lnTo>
                    <a:lnTo>
                      <a:pt x="385" y="59467"/>
                    </a:lnTo>
                    <a:lnTo>
                      <a:pt x="526" y="59942"/>
                    </a:lnTo>
                    <a:lnTo>
                      <a:pt x="688" y="60417"/>
                    </a:lnTo>
                    <a:lnTo>
                      <a:pt x="870" y="60892"/>
                    </a:lnTo>
                    <a:lnTo>
                      <a:pt x="1062" y="61347"/>
                    </a:lnTo>
                    <a:lnTo>
                      <a:pt x="1284" y="61802"/>
                    </a:lnTo>
                    <a:lnTo>
                      <a:pt x="1527" y="62236"/>
                    </a:lnTo>
                    <a:lnTo>
                      <a:pt x="1789" y="62671"/>
                    </a:lnTo>
                    <a:lnTo>
                      <a:pt x="2072" y="63085"/>
                    </a:lnTo>
                    <a:lnTo>
                      <a:pt x="2376" y="63500"/>
                    </a:lnTo>
                    <a:lnTo>
                      <a:pt x="2689" y="63904"/>
                    </a:lnTo>
                    <a:lnTo>
                      <a:pt x="3033" y="64288"/>
                    </a:lnTo>
                    <a:lnTo>
                      <a:pt x="3386" y="64662"/>
                    </a:lnTo>
                    <a:lnTo>
                      <a:pt x="3770" y="65026"/>
                    </a:lnTo>
                    <a:lnTo>
                      <a:pt x="4164" y="65380"/>
                    </a:lnTo>
                    <a:lnTo>
                      <a:pt x="4579" y="65713"/>
                    </a:lnTo>
                    <a:lnTo>
                      <a:pt x="5003" y="66036"/>
                    </a:lnTo>
                    <a:lnTo>
                      <a:pt x="5458" y="66340"/>
                    </a:lnTo>
                    <a:lnTo>
                      <a:pt x="5923" y="66633"/>
                    </a:lnTo>
                    <a:lnTo>
                      <a:pt x="6408" y="66916"/>
                    </a:lnTo>
                    <a:lnTo>
                      <a:pt x="6903" y="67179"/>
                    </a:lnTo>
                    <a:lnTo>
                      <a:pt x="7429" y="67421"/>
                    </a:lnTo>
                    <a:lnTo>
                      <a:pt x="7965" y="67654"/>
                    </a:lnTo>
                    <a:lnTo>
                      <a:pt x="8510" y="67866"/>
                    </a:lnTo>
                    <a:lnTo>
                      <a:pt x="9076" y="68058"/>
                    </a:lnTo>
                    <a:lnTo>
                      <a:pt x="9662" y="68240"/>
                    </a:lnTo>
                    <a:lnTo>
                      <a:pt x="10259" y="68391"/>
                    </a:lnTo>
                    <a:lnTo>
                      <a:pt x="10875" y="68533"/>
                    </a:lnTo>
                    <a:lnTo>
                      <a:pt x="11512" y="68654"/>
                    </a:lnTo>
                    <a:lnTo>
                      <a:pt x="12149" y="68755"/>
                    </a:lnTo>
                    <a:lnTo>
                      <a:pt x="12816" y="68826"/>
                    </a:lnTo>
                    <a:lnTo>
                      <a:pt x="13493" y="68887"/>
                    </a:lnTo>
                    <a:lnTo>
                      <a:pt x="14180" y="68927"/>
                    </a:lnTo>
                    <a:lnTo>
                      <a:pt x="14888" y="68937"/>
                    </a:lnTo>
                    <a:lnTo>
                      <a:pt x="15605" y="68927"/>
                    </a:lnTo>
                    <a:lnTo>
                      <a:pt x="16333" y="68897"/>
                    </a:lnTo>
                    <a:lnTo>
                      <a:pt x="16333" y="68897"/>
                    </a:lnTo>
                    <a:lnTo>
                      <a:pt x="16959" y="68856"/>
                    </a:lnTo>
                    <a:lnTo>
                      <a:pt x="17576" y="68796"/>
                    </a:lnTo>
                    <a:lnTo>
                      <a:pt x="18192" y="68725"/>
                    </a:lnTo>
                    <a:lnTo>
                      <a:pt x="18799" y="68624"/>
                    </a:lnTo>
                    <a:lnTo>
                      <a:pt x="19385" y="68513"/>
                    </a:lnTo>
                    <a:lnTo>
                      <a:pt x="19678" y="68452"/>
                    </a:lnTo>
                    <a:lnTo>
                      <a:pt x="19961" y="68381"/>
                    </a:lnTo>
                    <a:lnTo>
                      <a:pt x="20244" y="68300"/>
                    </a:lnTo>
                    <a:lnTo>
                      <a:pt x="20517" y="68230"/>
                    </a:lnTo>
                    <a:lnTo>
                      <a:pt x="20790" y="68139"/>
                    </a:lnTo>
                    <a:lnTo>
                      <a:pt x="21053" y="68048"/>
                    </a:lnTo>
                    <a:lnTo>
                      <a:pt x="21315" y="67947"/>
                    </a:lnTo>
                    <a:lnTo>
                      <a:pt x="21568" y="67846"/>
                    </a:lnTo>
                    <a:lnTo>
                      <a:pt x="21810" y="67734"/>
                    </a:lnTo>
                    <a:lnTo>
                      <a:pt x="22053" y="67623"/>
                    </a:lnTo>
                    <a:lnTo>
                      <a:pt x="22286" y="67502"/>
                    </a:lnTo>
                    <a:lnTo>
                      <a:pt x="22508" y="67371"/>
                    </a:lnTo>
                    <a:lnTo>
                      <a:pt x="22730" y="67239"/>
                    </a:lnTo>
                    <a:lnTo>
                      <a:pt x="22932" y="67098"/>
                    </a:lnTo>
                    <a:lnTo>
                      <a:pt x="23134" y="66946"/>
                    </a:lnTo>
                    <a:lnTo>
                      <a:pt x="23326" y="66784"/>
                    </a:lnTo>
                    <a:lnTo>
                      <a:pt x="23508" y="66623"/>
                    </a:lnTo>
                    <a:lnTo>
                      <a:pt x="23680" y="66451"/>
                    </a:lnTo>
                    <a:lnTo>
                      <a:pt x="23842" y="66279"/>
                    </a:lnTo>
                    <a:lnTo>
                      <a:pt x="23983" y="66087"/>
                    </a:lnTo>
                    <a:lnTo>
                      <a:pt x="24125" y="65895"/>
                    </a:lnTo>
                    <a:lnTo>
                      <a:pt x="24256" y="65693"/>
                    </a:lnTo>
                    <a:lnTo>
                      <a:pt x="24378" y="65481"/>
                    </a:lnTo>
                    <a:lnTo>
                      <a:pt x="24479" y="65268"/>
                    </a:lnTo>
                    <a:lnTo>
                      <a:pt x="24570" y="65036"/>
                    </a:lnTo>
                    <a:lnTo>
                      <a:pt x="24650" y="64803"/>
                    </a:lnTo>
                    <a:lnTo>
                      <a:pt x="24721" y="64561"/>
                    </a:lnTo>
                    <a:lnTo>
                      <a:pt x="24782" y="64308"/>
                    </a:lnTo>
                    <a:lnTo>
                      <a:pt x="24822" y="64045"/>
                    </a:lnTo>
                    <a:lnTo>
                      <a:pt x="24842" y="63783"/>
                    </a:lnTo>
                    <a:lnTo>
                      <a:pt x="24863" y="63500"/>
                    </a:lnTo>
                    <a:lnTo>
                      <a:pt x="24853" y="63207"/>
                    </a:lnTo>
                    <a:lnTo>
                      <a:pt x="24842" y="62914"/>
                    </a:lnTo>
                    <a:lnTo>
                      <a:pt x="24812" y="62610"/>
                    </a:lnTo>
                    <a:lnTo>
                      <a:pt x="24762" y="62287"/>
                    </a:lnTo>
                    <a:lnTo>
                      <a:pt x="24701" y="61964"/>
                    </a:lnTo>
                    <a:lnTo>
                      <a:pt x="24620" y="61630"/>
                    </a:lnTo>
                    <a:lnTo>
                      <a:pt x="24519" y="61276"/>
                    </a:lnTo>
                    <a:lnTo>
                      <a:pt x="24408" y="60923"/>
                    </a:lnTo>
                    <a:lnTo>
                      <a:pt x="24276" y="60559"/>
                    </a:lnTo>
                    <a:lnTo>
                      <a:pt x="24125" y="60175"/>
                    </a:lnTo>
                    <a:lnTo>
                      <a:pt x="23953" y="59791"/>
                    </a:lnTo>
                    <a:lnTo>
                      <a:pt x="23771" y="59386"/>
                    </a:lnTo>
                    <a:lnTo>
                      <a:pt x="23569" y="58982"/>
                    </a:lnTo>
                    <a:lnTo>
                      <a:pt x="23347" y="58558"/>
                    </a:lnTo>
                    <a:lnTo>
                      <a:pt x="23104" y="58123"/>
                    </a:lnTo>
                    <a:lnTo>
                      <a:pt x="22841" y="57678"/>
                    </a:lnTo>
                    <a:lnTo>
                      <a:pt x="22558" y="57224"/>
                    </a:lnTo>
                    <a:lnTo>
                      <a:pt x="22255" y="56759"/>
                    </a:lnTo>
                    <a:lnTo>
                      <a:pt x="21922" y="56273"/>
                    </a:lnTo>
                    <a:lnTo>
                      <a:pt x="21578" y="55788"/>
                    </a:lnTo>
                    <a:lnTo>
                      <a:pt x="21214" y="55283"/>
                    </a:lnTo>
                    <a:lnTo>
                      <a:pt x="20820" y="54768"/>
                    </a:lnTo>
                    <a:lnTo>
                      <a:pt x="20406" y="54242"/>
                    </a:lnTo>
                    <a:lnTo>
                      <a:pt x="20406" y="54242"/>
                    </a:lnTo>
                    <a:lnTo>
                      <a:pt x="20254" y="54030"/>
                    </a:lnTo>
                    <a:lnTo>
                      <a:pt x="20102" y="53818"/>
                    </a:lnTo>
                    <a:lnTo>
                      <a:pt x="19961" y="53595"/>
                    </a:lnTo>
                    <a:lnTo>
                      <a:pt x="19840" y="53363"/>
                    </a:lnTo>
                    <a:lnTo>
                      <a:pt x="19729" y="53140"/>
                    </a:lnTo>
                    <a:lnTo>
                      <a:pt x="19617" y="52898"/>
                    </a:lnTo>
                    <a:lnTo>
                      <a:pt x="19526" y="52665"/>
                    </a:lnTo>
                    <a:lnTo>
                      <a:pt x="19446" y="52413"/>
                    </a:lnTo>
                    <a:lnTo>
                      <a:pt x="19375" y="52170"/>
                    </a:lnTo>
                    <a:lnTo>
                      <a:pt x="19314" y="51907"/>
                    </a:lnTo>
                    <a:lnTo>
                      <a:pt x="19264" y="51655"/>
                    </a:lnTo>
                    <a:lnTo>
                      <a:pt x="19223" y="51392"/>
                    </a:lnTo>
                    <a:lnTo>
                      <a:pt x="19193" y="51119"/>
                    </a:lnTo>
                    <a:lnTo>
                      <a:pt x="19183" y="50846"/>
                    </a:lnTo>
                    <a:lnTo>
                      <a:pt x="19173" y="50573"/>
                    </a:lnTo>
                    <a:lnTo>
                      <a:pt x="19173" y="50290"/>
                    </a:lnTo>
                    <a:lnTo>
                      <a:pt x="19183" y="50007"/>
                    </a:lnTo>
                    <a:lnTo>
                      <a:pt x="19203" y="49714"/>
                    </a:lnTo>
                    <a:lnTo>
                      <a:pt x="19233" y="49421"/>
                    </a:lnTo>
                    <a:lnTo>
                      <a:pt x="19274" y="49118"/>
                    </a:lnTo>
                    <a:lnTo>
                      <a:pt x="19324" y="48815"/>
                    </a:lnTo>
                    <a:lnTo>
                      <a:pt x="19385" y="48512"/>
                    </a:lnTo>
                    <a:lnTo>
                      <a:pt x="19456" y="48198"/>
                    </a:lnTo>
                    <a:lnTo>
                      <a:pt x="19537" y="47885"/>
                    </a:lnTo>
                    <a:lnTo>
                      <a:pt x="19627" y="47562"/>
                    </a:lnTo>
                    <a:lnTo>
                      <a:pt x="19718" y="47238"/>
                    </a:lnTo>
                    <a:lnTo>
                      <a:pt x="19830" y="46905"/>
                    </a:lnTo>
                    <a:lnTo>
                      <a:pt x="19941" y="46571"/>
                    </a:lnTo>
                    <a:lnTo>
                      <a:pt x="20072" y="46238"/>
                    </a:lnTo>
                    <a:lnTo>
                      <a:pt x="20204" y="45894"/>
                    </a:lnTo>
                    <a:lnTo>
                      <a:pt x="20345" y="45550"/>
                    </a:lnTo>
                    <a:lnTo>
                      <a:pt x="20487" y="45207"/>
                    </a:lnTo>
                    <a:lnTo>
                      <a:pt x="20820" y="44489"/>
                    </a:lnTo>
                    <a:lnTo>
                      <a:pt x="21174" y="43772"/>
                    </a:lnTo>
                    <a:lnTo>
                      <a:pt x="21568" y="43024"/>
                    </a:lnTo>
                    <a:lnTo>
                      <a:pt x="21982" y="42266"/>
                    </a:lnTo>
                    <a:lnTo>
                      <a:pt x="22437" y="41498"/>
                    </a:lnTo>
                    <a:lnTo>
                      <a:pt x="22922" y="40709"/>
                    </a:lnTo>
                    <a:lnTo>
                      <a:pt x="23428" y="39911"/>
                    </a:lnTo>
                    <a:lnTo>
                      <a:pt x="23963" y="39092"/>
                    </a:lnTo>
                    <a:lnTo>
                      <a:pt x="24529" y="38264"/>
                    </a:lnTo>
                    <a:lnTo>
                      <a:pt x="25125" y="37425"/>
                    </a:lnTo>
                    <a:lnTo>
                      <a:pt x="25742" y="36566"/>
                    </a:lnTo>
                    <a:lnTo>
                      <a:pt x="26389" y="35696"/>
                    </a:lnTo>
                    <a:lnTo>
                      <a:pt x="27056" y="34807"/>
                    </a:lnTo>
                    <a:lnTo>
                      <a:pt x="27743" y="33918"/>
                    </a:lnTo>
                    <a:lnTo>
                      <a:pt x="28461" y="33008"/>
                    </a:lnTo>
                    <a:lnTo>
                      <a:pt x="29198" y="32078"/>
                    </a:lnTo>
                    <a:lnTo>
                      <a:pt x="29198" y="32078"/>
                    </a:lnTo>
                    <a:lnTo>
                      <a:pt x="30421" y="30532"/>
                    </a:lnTo>
                    <a:lnTo>
                      <a:pt x="31594" y="29026"/>
                    </a:lnTo>
                    <a:lnTo>
                      <a:pt x="32705" y="27561"/>
                    </a:lnTo>
                    <a:lnTo>
                      <a:pt x="33756" y="26136"/>
                    </a:lnTo>
                    <a:lnTo>
                      <a:pt x="34747" y="24751"/>
                    </a:lnTo>
                    <a:lnTo>
                      <a:pt x="35687" y="23397"/>
                    </a:lnTo>
                    <a:lnTo>
                      <a:pt x="36566" y="22093"/>
                    </a:lnTo>
                    <a:lnTo>
                      <a:pt x="36991" y="21456"/>
                    </a:lnTo>
                    <a:lnTo>
                      <a:pt x="37395" y="20830"/>
                    </a:lnTo>
                    <a:lnTo>
                      <a:pt x="37779" y="20213"/>
                    </a:lnTo>
                    <a:lnTo>
                      <a:pt x="38163" y="19607"/>
                    </a:lnTo>
                    <a:lnTo>
                      <a:pt x="38527" y="19011"/>
                    </a:lnTo>
                    <a:lnTo>
                      <a:pt x="38880" y="18414"/>
                    </a:lnTo>
                    <a:lnTo>
                      <a:pt x="39214" y="17838"/>
                    </a:lnTo>
                    <a:lnTo>
                      <a:pt x="39537" y="17272"/>
                    </a:lnTo>
                    <a:lnTo>
                      <a:pt x="39851" y="16716"/>
                    </a:lnTo>
                    <a:lnTo>
                      <a:pt x="40154" y="16160"/>
                    </a:lnTo>
                    <a:lnTo>
                      <a:pt x="40437" y="15625"/>
                    </a:lnTo>
                    <a:lnTo>
                      <a:pt x="40720" y="15099"/>
                    </a:lnTo>
                    <a:lnTo>
                      <a:pt x="40972" y="14574"/>
                    </a:lnTo>
                    <a:lnTo>
                      <a:pt x="41225" y="14068"/>
                    </a:lnTo>
                    <a:lnTo>
                      <a:pt x="41458" y="13563"/>
                    </a:lnTo>
                    <a:lnTo>
                      <a:pt x="41690" y="13068"/>
                    </a:lnTo>
                    <a:lnTo>
                      <a:pt x="41902" y="12593"/>
                    </a:lnTo>
                    <a:lnTo>
                      <a:pt x="42104" y="12118"/>
                    </a:lnTo>
                    <a:lnTo>
                      <a:pt x="42286" y="11653"/>
                    </a:lnTo>
                    <a:lnTo>
                      <a:pt x="42468" y="11198"/>
                    </a:lnTo>
                    <a:lnTo>
                      <a:pt x="42630" y="10753"/>
                    </a:lnTo>
                    <a:lnTo>
                      <a:pt x="42782" y="10319"/>
                    </a:lnTo>
                    <a:lnTo>
                      <a:pt x="42923" y="9894"/>
                    </a:lnTo>
                    <a:lnTo>
                      <a:pt x="43054" y="9480"/>
                    </a:lnTo>
                    <a:lnTo>
                      <a:pt x="43176" y="9076"/>
                    </a:lnTo>
                    <a:lnTo>
                      <a:pt x="43287" y="8682"/>
                    </a:lnTo>
                    <a:lnTo>
                      <a:pt x="43388" y="8287"/>
                    </a:lnTo>
                    <a:lnTo>
                      <a:pt x="43469" y="7913"/>
                    </a:lnTo>
                    <a:lnTo>
                      <a:pt x="43550" y="7540"/>
                    </a:lnTo>
                    <a:lnTo>
                      <a:pt x="43610" y="7186"/>
                    </a:lnTo>
                    <a:lnTo>
                      <a:pt x="43671" y="6832"/>
                    </a:lnTo>
                    <a:lnTo>
                      <a:pt x="43711" y="6488"/>
                    </a:lnTo>
                    <a:lnTo>
                      <a:pt x="43742" y="6155"/>
                    </a:lnTo>
                    <a:lnTo>
                      <a:pt x="43772" y="5832"/>
                    </a:lnTo>
                    <a:lnTo>
                      <a:pt x="43782" y="5518"/>
                    </a:lnTo>
                    <a:lnTo>
                      <a:pt x="43782" y="5215"/>
                    </a:lnTo>
                    <a:lnTo>
                      <a:pt x="43782" y="4922"/>
                    </a:lnTo>
                    <a:lnTo>
                      <a:pt x="43762" y="4629"/>
                    </a:lnTo>
                    <a:lnTo>
                      <a:pt x="43742" y="4356"/>
                    </a:lnTo>
                    <a:lnTo>
                      <a:pt x="43701" y="4083"/>
                    </a:lnTo>
                    <a:lnTo>
                      <a:pt x="43661" y="3820"/>
                    </a:lnTo>
                    <a:lnTo>
                      <a:pt x="43600" y="3568"/>
                    </a:lnTo>
                    <a:lnTo>
                      <a:pt x="43540" y="3325"/>
                    </a:lnTo>
                    <a:lnTo>
                      <a:pt x="43469" y="3093"/>
                    </a:lnTo>
                    <a:lnTo>
                      <a:pt x="43388" y="2870"/>
                    </a:lnTo>
                    <a:lnTo>
                      <a:pt x="43297" y="2648"/>
                    </a:lnTo>
                    <a:lnTo>
                      <a:pt x="43196" y="2446"/>
                    </a:lnTo>
                    <a:lnTo>
                      <a:pt x="43085" y="2244"/>
                    </a:lnTo>
                    <a:lnTo>
                      <a:pt x="42974" y="2052"/>
                    </a:lnTo>
                    <a:lnTo>
                      <a:pt x="42842" y="1870"/>
                    </a:lnTo>
                    <a:lnTo>
                      <a:pt x="42711" y="1698"/>
                    </a:lnTo>
                    <a:lnTo>
                      <a:pt x="42569" y="1536"/>
                    </a:lnTo>
                    <a:lnTo>
                      <a:pt x="42418" y="1375"/>
                    </a:lnTo>
                    <a:lnTo>
                      <a:pt x="42266" y="1223"/>
                    </a:lnTo>
                    <a:lnTo>
                      <a:pt x="42094" y="1092"/>
                    </a:lnTo>
                    <a:lnTo>
                      <a:pt x="41923" y="960"/>
                    </a:lnTo>
                    <a:lnTo>
                      <a:pt x="41741" y="839"/>
                    </a:lnTo>
                    <a:lnTo>
                      <a:pt x="41559" y="718"/>
                    </a:lnTo>
                    <a:lnTo>
                      <a:pt x="41357" y="617"/>
                    </a:lnTo>
                    <a:lnTo>
                      <a:pt x="41154" y="515"/>
                    </a:lnTo>
                    <a:lnTo>
                      <a:pt x="40942" y="435"/>
                    </a:lnTo>
                    <a:lnTo>
                      <a:pt x="40720" y="354"/>
                    </a:lnTo>
                    <a:lnTo>
                      <a:pt x="40497" y="283"/>
                    </a:lnTo>
                    <a:lnTo>
                      <a:pt x="40265" y="212"/>
                    </a:lnTo>
                    <a:lnTo>
                      <a:pt x="40022" y="162"/>
                    </a:lnTo>
                    <a:lnTo>
                      <a:pt x="39780" y="111"/>
                    </a:lnTo>
                    <a:lnTo>
                      <a:pt x="39527" y="71"/>
                    </a:lnTo>
                    <a:lnTo>
                      <a:pt x="39264" y="40"/>
                    </a:lnTo>
                    <a:lnTo>
                      <a:pt x="39002" y="20"/>
                    </a:lnTo>
                    <a:lnTo>
                      <a:pt x="38729" y="10"/>
                    </a:lnTo>
                    <a:lnTo>
                      <a:pt x="38456" y="0"/>
                    </a:lnTo>
                    <a:lnTo>
                      <a:pt x="38173" y="0"/>
                    </a:lnTo>
                    <a:lnTo>
                      <a:pt x="37880" y="10"/>
                    </a:lnTo>
                    <a:lnTo>
                      <a:pt x="37587" y="30"/>
                    </a:lnTo>
                    <a:lnTo>
                      <a:pt x="37284" y="51"/>
                    </a:lnTo>
                    <a:lnTo>
                      <a:pt x="36980" y="91"/>
                    </a:lnTo>
                    <a:lnTo>
                      <a:pt x="36667" y="131"/>
                    </a:lnTo>
                    <a:lnTo>
                      <a:pt x="36344" y="182"/>
                    </a:lnTo>
                    <a:lnTo>
                      <a:pt x="36020" y="232"/>
                    </a:lnTo>
                    <a:lnTo>
                      <a:pt x="35697" y="303"/>
                    </a:lnTo>
                    <a:lnTo>
                      <a:pt x="35363" y="374"/>
                    </a:lnTo>
                    <a:lnTo>
                      <a:pt x="35020" y="455"/>
                    </a:lnTo>
                    <a:lnTo>
                      <a:pt x="34676" y="546"/>
                    </a:lnTo>
                    <a:lnTo>
                      <a:pt x="34333" y="637"/>
                    </a:lnTo>
                    <a:lnTo>
                      <a:pt x="33615" y="859"/>
                    </a:lnTo>
                    <a:lnTo>
                      <a:pt x="32887" y="1102"/>
                    </a:lnTo>
                    <a:lnTo>
                      <a:pt x="32139" y="1385"/>
                    </a:lnTo>
                    <a:lnTo>
                      <a:pt x="31381" y="1688"/>
                    </a:lnTo>
                    <a:lnTo>
                      <a:pt x="30603" y="2021"/>
                    </a:lnTo>
                    <a:lnTo>
                      <a:pt x="29815" y="2395"/>
                    </a:lnTo>
                    <a:lnTo>
                      <a:pt x="29016" y="2789"/>
                    </a:lnTo>
                    <a:lnTo>
                      <a:pt x="28198" y="3214"/>
                    </a:lnTo>
                    <a:lnTo>
                      <a:pt x="27369" y="3669"/>
                    </a:lnTo>
                    <a:lnTo>
                      <a:pt x="26530" y="4154"/>
                    </a:lnTo>
                    <a:lnTo>
                      <a:pt x="25681" y="4669"/>
                    </a:lnTo>
                    <a:lnTo>
                      <a:pt x="24822" y="5205"/>
                    </a:lnTo>
                    <a:lnTo>
                      <a:pt x="23953" y="5781"/>
                    </a:lnTo>
                    <a:lnTo>
                      <a:pt x="23084" y="6377"/>
                    </a:lnTo>
                    <a:lnTo>
                      <a:pt x="22205" y="7004"/>
                    </a:lnTo>
                    <a:lnTo>
                      <a:pt x="22205" y="7004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2309150" y="3428000"/>
                <a:ext cx="1287350" cy="1785350"/>
              </a:xfrm>
              <a:custGeom>
                <a:avLst/>
                <a:gdLst/>
                <a:ahLst/>
                <a:cxnLst/>
                <a:rect l="l" t="t" r="r" b="b"/>
                <a:pathLst>
                  <a:path w="51494" h="71414" extrusionOk="0">
                    <a:moveTo>
                      <a:pt x="36425" y="6216"/>
                    </a:moveTo>
                    <a:lnTo>
                      <a:pt x="36425" y="6216"/>
                    </a:lnTo>
                    <a:lnTo>
                      <a:pt x="32271" y="9218"/>
                    </a:lnTo>
                    <a:lnTo>
                      <a:pt x="28814" y="11704"/>
                    </a:lnTo>
                    <a:lnTo>
                      <a:pt x="25964" y="13736"/>
                    </a:lnTo>
                    <a:lnTo>
                      <a:pt x="23650" y="15383"/>
                    </a:lnTo>
                    <a:lnTo>
                      <a:pt x="20254" y="17788"/>
                    </a:lnTo>
                    <a:lnTo>
                      <a:pt x="19021" y="18678"/>
                    </a:lnTo>
                    <a:lnTo>
                      <a:pt x="17970" y="19446"/>
                    </a:lnTo>
                    <a:lnTo>
                      <a:pt x="17030" y="20153"/>
                    </a:lnTo>
                    <a:lnTo>
                      <a:pt x="16121" y="20871"/>
                    </a:lnTo>
                    <a:lnTo>
                      <a:pt x="15150" y="21659"/>
                    </a:lnTo>
                    <a:lnTo>
                      <a:pt x="14049" y="22589"/>
                    </a:lnTo>
                    <a:lnTo>
                      <a:pt x="12705" y="23721"/>
                    </a:lnTo>
                    <a:lnTo>
                      <a:pt x="11067" y="25126"/>
                    </a:lnTo>
                    <a:lnTo>
                      <a:pt x="6519" y="29007"/>
                    </a:lnTo>
                    <a:lnTo>
                      <a:pt x="6519" y="29007"/>
                    </a:lnTo>
                    <a:lnTo>
                      <a:pt x="6236" y="29249"/>
                    </a:lnTo>
                    <a:lnTo>
                      <a:pt x="5964" y="29512"/>
                    </a:lnTo>
                    <a:lnTo>
                      <a:pt x="5691" y="29775"/>
                    </a:lnTo>
                    <a:lnTo>
                      <a:pt x="5428" y="30048"/>
                    </a:lnTo>
                    <a:lnTo>
                      <a:pt x="5165" y="30331"/>
                    </a:lnTo>
                    <a:lnTo>
                      <a:pt x="4912" y="30614"/>
                    </a:lnTo>
                    <a:lnTo>
                      <a:pt x="4670" y="30907"/>
                    </a:lnTo>
                    <a:lnTo>
                      <a:pt x="4427" y="31210"/>
                    </a:lnTo>
                    <a:lnTo>
                      <a:pt x="4195" y="31523"/>
                    </a:lnTo>
                    <a:lnTo>
                      <a:pt x="3973" y="31836"/>
                    </a:lnTo>
                    <a:lnTo>
                      <a:pt x="3750" y="32160"/>
                    </a:lnTo>
                    <a:lnTo>
                      <a:pt x="3538" y="32483"/>
                    </a:lnTo>
                    <a:lnTo>
                      <a:pt x="3336" y="32817"/>
                    </a:lnTo>
                    <a:lnTo>
                      <a:pt x="3134" y="33160"/>
                    </a:lnTo>
                    <a:lnTo>
                      <a:pt x="2942" y="33504"/>
                    </a:lnTo>
                    <a:lnTo>
                      <a:pt x="2750" y="33858"/>
                    </a:lnTo>
                    <a:lnTo>
                      <a:pt x="2568" y="34222"/>
                    </a:lnTo>
                    <a:lnTo>
                      <a:pt x="2396" y="34585"/>
                    </a:lnTo>
                    <a:lnTo>
                      <a:pt x="2224" y="34949"/>
                    </a:lnTo>
                    <a:lnTo>
                      <a:pt x="2062" y="35323"/>
                    </a:lnTo>
                    <a:lnTo>
                      <a:pt x="1901" y="35707"/>
                    </a:lnTo>
                    <a:lnTo>
                      <a:pt x="1749" y="36091"/>
                    </a:lnTo>
                    <a:lnTo>
                      <a:pt x="1608" y="36475"/>
                    </a:lnTo>
                    <a:lnTo>
                      <a:pt x="1466" y="36870"/>
                    </a:lnTo>
                    <a:lnTo>
                      <a:pt x="1335" y="37264"/>
                    </a:lnTo>
                    <a:lnTo>
                      <a:pt x="1213" y="37668"/>
                    </a:lnTo>
                    <a:lnTo>
                      <a:pt x="1092" y="38072"/>
                    </a:lnTo>
                    <a:lnTo>
                      <a:pt x="981" y="38487"/>
                    </a:lnTo>
                    <a:lnTo>
                      <a:pt x="870" y="38901"/>
                    </a:lnTo>
                    <a:lnTo>
                      <a:pt x="779" y="39315"/>
                    </a:lnTo>
                    <a:lnTo>
                      <a:pt x="678" y="39730"/>
                    </a:lnTo>
                    <a:lnTo>
                      <a:pt x="587" y="40154"/>
                    </a:lnTo>
                    <a:lnTo>
                      <a:pt x="506" y="40589"/>
                    </a:lnTo>
                    <a:lnTo>
                      <a:pt x="435" y="41013"/>
                    </a:lnTo>
                    <a:lnTo>
                      <a:pt x="365" y="41448"/>
                    </a:lnTo>
                    <a:lnTo>
                      <a:pt x="304" y="41882"/>
                    </a:lnTo>
                    <a:lnTo>
                      <a:pt x="243" y="42317"/>
                    </a:lnTo>
                    <a:lnTo>
                      <a:pt x="193" y="42762"/>
                    </a:lnTo>
                    <a:lnTo>
                      <a:pt x="142" y="43196"/>
                    </a:lnTo>
                    <a:lnTo>
                      <a:pt x="102" y="43641"/>
                    </a:lnTo>
                    <a:lnTo>
                      <a:pt x="71" y="44086"/>
                    </a:lnTo>
                    <a:lnTo>
                      <a:pt x="51" y="44530"/>
                    </a:lnTo>
                    <a:lnTo>
                      <a:pt x="21" y="44985"/>
                    </a:lnTo>
                    <a:lnTo>
                      <a:pt x="11" y="45430"/>
                    </a:lnTo>
                    <a:lnTo>
                      <a:pt x="1" y="46339"/>
                    </a:lnTo>
                    <a:lnTo>
                      <a:pt x="11" y="47239"/>
                    </a:lnTo>
                    <a:lnTo>
                      <a:pt x="51" y="48148"/>
                    </a:lnTo>
                    <a:lnTo>
                      <a:pt x="112" y="49058"/>
                    </a:lnTo>
                    <a:lnTo>
                      <a:pt x="193" y="49968"/>
                    </a:lnTo>
                    <a:lnTo>
                      <a:pt x="304" y="50867"/>
                    </a:lnTo>
                    <a:lnTo>
                      <a:pt x="435" y="51777"/>
                    </a:lnTo>
                    <a:lnTo>
                      <a:pt x="587" y="52676"/>
                    </a:lnTo>
                    <a:lnTo>
                      <a:pt x="678" y="53121"/>
                    </a:lnTo>
                    <a:lnTo>
                      <a:pt x="769" y="53566"/>
                    </a:lnTo>
                    <a:lnTo>
                      <a:pt x="870" y="54010"/>
                    </a:lnTo>
                    <a:lnTo>
                      <a:pt x="971" y="54455"/>
                    </a:lnTo>
                    <a:lnTo>
                      <a:pt x="1082" y="54890"/>
                    </a:lnTo>
                    <a:lnTo>
                      <a:pt x="1193" y="55334"/>
                    </a:lnTo>
                    <a:lnTo>
                      <a:pt x="1315" y="55769"/>
                    </a:lnTo>
                    <a:lnTo>
                      <a:pt x="1446" y="56193"/>
                    </a:lnTo>
                    <a:lnTo>
                      <a:pt x="1577" y="56628"/>
                    </a:lnTo>
                    <a:lnTo>
                      <a:pt x="1719" y="57052"/>
                    </a:lnTo>
                    <a:lnTo>
                      <a:pt x="1860" y="57477"/>
                    </a:lnTo>
                    <a:lnTo>
                      <a:pt x="2012" y="57901"/>
                    </a:lnTo>
                    <a:lnTo>
                      <a:pt x="2174" y="58316"/>
                    </a:lnTo>
                    <a:lnTo>
                      <a:pt x="2335" y="58730"/>
                    </a:lnTo>
                    <a:lnTo>
                      <a:pt x="2497" y="59144"/>
                    </a:lnTo>
                    <a:lnTo>
                      <a:pt x="2679" y="59549"/>
                    </a:lnTo>
                    <a:lnTo>
                      <a:pt x="2851" y="59953"/>
                    </a:lnTo>
                    <a:lnTo>
                      <a:pt x="3043" y="60347"/>
                    </a:lnTo>
                    <a:lnTo>
                      <a:pt x="3235" y="60741"/>
                    </a:lnTo>
                    <a:lnTo>
                      <a:pt x="3427" y="61135"/>
                    </a:lnTo>
                    <a:lnTo>
                      <a:pt x="3629" y="61519"/>
                    </a:lnTo>
                    <a:lnTo>
                      <a:pt x="3841" y="61893"/>
                    </a:lnTo>
                    <a:lnTo>
                      <a:pt x="4053" y="62267"/>
                    </a:lnTo>
                    <a:lnTo>
                      <a:pt x="4276" y="62641"/>
                    </a:lnTo>
                    <a:lnTo>
                      <a:pt x="4498" y="63005"/>
                    </a:lnTo>
                    <a:lnTo>
                      <a:pt x="4731" y="63369"/>
                    </a:lnTo>
                    <a:lnTo>
                      <a:pt x="4963" y="63723"/>
                    </a:lnTo>
                    <a:lnTo>
                      <a:pt x="5206" y="64066"/>
                    </a:lnTo>
                    <a:lnTo>
                      <a:pt x="5458" y="64410"/>
                    </a:lnTo>
                    <a:lnTo>
                      <a:pt x="5711" y="64743"/>
                    </a:lnTo>
                    <a:lnTo>
                      <a:pt x="5964" y="65077"/>
                    </a:lnTo>
                    <a:lnTo>
                      <a:pt x="6236" y="65400"/>
                    </a:lnTo>
                    <a:lnTo>
                      <a:pt x="6499" y="65714"/>
                    </a:lnTo>
                    <a:lnTo>
                      <a:pt x="6782" y="66027"/>
                    </a:lnTo>
                    <a:lnTo>
                      <a:pt x="7065" y="66330"/>
                    </a:lnTo>
                    <a:lnTo>
                      <a:pt x="7348" y="66623"/>
                    </a:lnTo>
                    <a:lnTo>
                      <a:pt x="7641" y="66906"/>
                    </a:lnTo>
                    <a:lnTo>
                      <a:pt x="7934" y="67189"/>
                    </a:lnTo>
                    <a:lnTo>
                      <a:pt x="8237" y="67462"/>
                    </a:lnTo>
                    <a:lnTo>
                      <a:pt x="8551" y="67735"/>
                    </a:lnTo>
                    <a:lnTo>
                      <a:pt x="8864" y="67988"/>
                    </a:lnTo>
                    <a:lnTo>
                      <a:pt x="9188" y="68240"/>
                    </a:lnTo>
                    <a:lnTo>
                      <a:pt x="9511" y="68483"/>
                    </a:lnTo>
                    <a:lnTo>
                      <a:pt x="9844" y="68715"/>
                    </a:lnTo>
                    <a:lnTo>
                      <a:pt x="10178" y="68938"/>
                    </a:lnTo>
                    <a:lnTo>
                      <a:pt x="10522" y="69160"/>
                    </a:lnTo>
                    <a:lnTo>
                      <a:pt x="10865" y="69362"/>
                    </a:lnTo>
                    <a:lnTo>
                      <a:pt x="11219" y="69564"/>
                    </a:lnTo>
                    <a:lnTo>
                      <a:pt x="11583" y="69746"/>
                    </a:lnTo>
                    <a:lnTo>
                      <a:pt x="11947" y="69928"/>
                    </a:lnTo>
                    <a:lnTo>
                      <a:pt x="12321" y="70100"/>
                    </a:lnTo>
                    <a:lnTo>
                      <a:pt x="12694" y="70262"/>
                    </a:lnTo>
                    <a:lnTo>
                      <a:pt x="13068" y="70413"/>
                    </a:lnTo>
                    <a:lnTo>
                      <a:pt x="13452" y="70555"/>
                    </a:lnTo>
                    <a:lnTo>
                      <a:pt x="13847" y="70686"/>
                    </a:lnTo>
                    <a:lnTo>
                      <a:pt x="14241" y="70807"/>
                    </a:lnTo>
                    <a:lnTo>
                      <a:pt x="14645" y="70919"/>
                    </a:lnTo>
                    <a:lnTo>
                      <a:pt x="15049" y="71020"/>
                    </a:lnTo>
                    <a:lnTo>
                      <a:pt x="15464" y="71101"/>
                    </a:lnTo>
                    <a:lnTo>
                      <a:pt x="15888" y="71181"/>
                    </a:lnTo>
                    <a:lnTo>
                      <a:pt x="16303" y="71252"/>
                    </a:lnTo>
                    <a:lnTo>
                      <a:pt x="16737" y="71303"/>
                    </a:lnTo>
                    <a:lnTo>
                      <a:pt x="17172" y="71353"/>
                    </a:lnTo>
                    <a:lnTo>
                      <a:pt x="17606" y="71384"/>
                    </a:lnTo>
                    <a:lnTo>
                      <a:pt x="18051" y="71404"/>
                    </a:lnTo>
                    <a:lnTo>
                      <a:pt x="18506" y="71414"/>
                    </a:lnTo>
                    <a:lnTo>
                      <a:pt x="18961" y="71414"/>
                    </a:lnTo>
                    <a:lnTo>
                      <a:pt x="19415" y="71394"/>
                    </a:lnTo>
                    <a:lnTo>
                      <a:pt x="19415" y="71394"/>
                    </a:lnTo>
                    <a:lnTo>
                      <a:pt x="20042" y="71363"/>
                    </a:lnTo>
                    <a:lnTo>
                      <a:pt x="20658" y="71303"/>
                    </a:lnTo>
                    <a:lnTo>
                      <a:pt x="21275" y="71232"/>
                    </a:lnTo>
                    <a:lnTo>
                      <a:pt x="21881" y="71141"/>
                    </a:lnTo>
                    <a:lnTo>
                      <a:pt x="22468" y="71040"/>
                    </a:lnTo>
                    <a:lnTo>
                      <a:pt x="22761" y="70969"/>
                    </a:lnTo>
                    <a:lnTo>
                      <a:pt x="23044" y="70909"/>
                    </a:lnTo>
                    <a:lnTo>
                      <a:pt x="23327" y="70828"/>
                    </a:lnTo>
                    <a:lnTo>
                      <a:pt x="23599" y="70757"/>
                    </a:lnTo>
                    <a:lnTo>
                      <a:pt x="23872" y="70666"/>
                    </a:lnTo>
                    <a:lnTo>
                      <a:pt x="24135" y="70575"/>
                    </a:lnTo>
                    <a:lnTo>
                      <a:pt x="24398" y="70484"/>
                    </a:lnTo>
                    <a:lnTo>
                      <a:pt x="24651" y="70373"/>
                    </a:lnTo>
                    <a:lnTo>
                      <a:pt x="24893" y="70272"/>
                    </a:lnTo>
                    <a:lnTo>
                      <a:pt x="25136" y="70151"/>
                    </a:lnTo>
                    <a:lnTo>
                      <a:pt x="25368" y="70029"/>
                    </a:lnTo>
                    <a:lnTo>
                      <a:pt x="25590" y="69898"/>
                    </a:lnTo>
                    <a:lnTo>
                      <a:pt x="25813" y="69766"/>
                    </a:lnTo>
                    <a:lnTo>
                      <a:pt x="26015" y="69625"/>
                    </a:lnTo>
                    <a:lnTo>
                      <a:pt x="26217" y="69473"/>
                    </a:lnTo>
                    <a:lnTo>
                      <a:pt x="26409" y="69322"/>
                    </a:lnTo>
                    <a:lnTo>
                      <a:pt x="26591" y="69150"/>
                    </a:lnTo>
                    <a:lnTo>
                      <a:pt x="26763" y="68978"/>
                    </a:lnTo>
                    <a:lnTo>
                      <a:pt x="26924" y="68806"/>
                    </a:lnTo>
                    <a:lnTo>
                      <a:pt x="27076" y="68614"/>
                    </a:lnTo>
                    <a:lnTo>
                      <a:pt x="27207" y="68422"/>
                    </a:lnTo>
                    <a:lnTo>
                      <a:pt x="27339" y="68220"/>
                    </a:lnTo>
                    <a:lnTo>
                      <a:pt x="27460" y="68008"/>
                    </a:lnTo>
                    <a:lnTo>
                      <a:pt x="27561" y="67786"/>
                    </a:lnTo>
                    <a:lnTo>
                      <a:pt x="27652" y="67563"/>
                    </a:lnTo>
                    <a:lnTo>
                      <a:pt x="27733" y="67331"/>
                    </a:lnTo>
                    <a:lnTo>
                      <a:pt x="27804" y="67078"/>
                    </a:lnTo>
                    <a:lnTo>
                      <a:pt x="27864" y="66825"/>
                    </a:lnTo>
                    <a:lnTo>
                      <a:pt x="27905" y="66563"/>
                    </a:lnTo>
                    <a:lnTo>
                      <a:pt x="27925" y="66300"/>
                    </a:lnTo>
                    <a:lnTo>
                      <a:pt x="27945" y="66017"/>
                    </a:lnTo>
                    <a:lnTo>
                      <a:pt x="27935" y="65724"/>
                    </a:lnTo>
                    <a:lnTo>
                      <a:pt x="27925" y="65431"/>
                    </a:lnTo>
                    <a:lnTo>
                      <a:pt x="27895" y="65117"/>
                    </a:lnTo>
                    <a:lnTo>
                      <a:pt x="27844" y="64804"/>
                    </a:lnTo>
                    <a:lnTo>
                      <a:pt x="27784" y="64471"/>
                    </a:lnTo>
                    <a:lnTo>
                      <a:pt x="27703" y="64137"/>
                    </a:lnTo>
                    <a:lnTo>
                      <a:pt x="27602" y="63783"/>
                    </a:lnTo>
                    <a:lnTo>
                      <a:pt x="27490" y="63430"/>
                    </a:lnTo>
                    <a:lnTo>
                      <a:pt x="27359" y="63056"/>
                    </a:lnTo>
                    <a:lnTo>
                      <a:pt x="27207" y="62682"/>
                    </a:lnTo>
                    <a:lnTo>
                      <a:pt x="27036" y="62288"/>
                    </a:lnTo>
                    <a:lnTo>
                      <a:pt x="26854" y="61893"/>
                    </a:lnTo>
                    <a:lnTo>
                      <a:pt x="26652" y="61479"/>
                    </a:lnTo>
                    <a:lnTo>
                      <a:pt x="26429" y="61055"/>
                    </a:lnTo>
                    <a:lnTo>
                      <a:pt x="26187" y="60620"/>
                    </a:lnTo>
                    <a:lnTo>
                      <a:pt x="25924" y="60175"/>
                    </a:lnTo>
                    <a:lnTo>
                      <a:pt x="25641" y="59721"/>
                    </a:lnTo>
                    <a:lnTo>
                      <a:pt x="25338" y="59256"/>
                    </a:lnTo>
                    <a:lnTo>
                      <a:pt x="25004" y="58770"/>
                    </a:lnTo>
                    <a:lnTo>
                      <a:pt x="24661" y="58285"/>
                    </a:lnTo>
                    <a:lnTo>
                      <a:pt x="24297" y="57780"/>
                    </a:lnTo>
                    <a:lnTo>
                      <a:pt x="23903" y="57265"/>
                    </a:lnTo>
                    <a:lnTo>
                      <a:pt x="23498" y="56739"/>
                    </a:lnTo>
                    <a:lnTo>
                      <a:pt x="23498" y="56739"/>
                    </a:lnTo>
                    <a:lnTo>
                      <a:pt x="23337" y="56527"/>
                    </a:lnTo>
                    <a:lnTo>
                      <a:pt x="23185" y="56315"/>
                    </a:lnTo>
                    <a:lnTo>
                      <a:pt x="23044" y="56092"/>
                    </a:lnTo>
                    <a:lnTo>
                      <a:pt x="22922" y="55860"/>
                    </a:lnTo>
                    <a:lnTo>
                      <a:pt x="22811" y="55637"/>
                    </a:lnTo>
                    <a:lnTo>
                      <a:pt x="22700" y="55395"/>
                    </a:lnTo>
                    <a:lnTo>
                      <a:pt x="22609" y="55162"/>
                    </a:lnTo>
                    <a:lnTo>
                      <a:pt x="22528" y="54910"/>
                    </a:lnTo>
                    <a:lnTo>
                      <a:pt x="22457" y="54667"/>
                    </a:lnTo>
                    <a:lnTo>
                      <a:pt x="22397" y="54404"/>
                    </a:lnTo>
                    <a:lnTo>
                      <a:pt x="22346" y="54152"/>
                    </a:lnTo>
                    <a:lnTo>
                      <a:pt x="22306" y="53889"/>
                    </a:lnTo>
                    <a:lnTo>
                      <a:pt x="22275" y="53616"/>
                    </a:lnTo>
                    <a:lnTo>
                      <a:pt x="22255" y="53343"/>
                    </a:lnTo>
                    <a:lnTo>
                      <a:pt x="22255" y="53070"/>
                    </a:lnTo>
                    <a:lnTo>
                      <a:pt x="22255" y="52787"/>
                    </a:lnTo>
                    <a:lnTo>
                      <a:pt x="22265" y="52504"/>
                    </a:lnTo>
                    <a:lnTo>
                      <a:pt x="22286" y="52211"/>
                    </a:lnTo>
                    <a:lnTo>
                      <a:pt x="22316" y="51918"/>
                    </a:lnTo>
                    <a:lnTo>
                      <a:pt x="22356" y="51615"/>
                    </a:lnTo>
                    <a:lnTo>
                      <a:pt x="22407" y="51312"/>
                    </a:lnTo>
                    <a:lnTo>
                      <a:pt x="22468" y="51009"/>
                    </a:lnTo>
                    <a:lnTo>
                      <a:pt x="22538" y="50695"/>
                    </a:lnTo>
                    <a:lnTo>
                      <a:pt x="22619" y="50382"/>
                    </a:lnTo>
                    <a:lnTo>
                      <a:pt x="22710" y="50059"/>
                    </a:lnTo>
                    <a:lnTo>
                      <a:pt x="22801" y="49735"/>
                    </a:lnTo>
                    <a:lnTo>
                      <a:pt x="22912" y="49402"/>
                    </a:lnTo>
                    <a:lnTo>
                      <a:pt x="23023" y="49068"/>
                    </a:lnTo>
                    <a:lnTo>
                      <a:pt x="23145" y="48735"/>
                    </a:lnTo>
                    <a:lnTo>
                      <a:pt x="23286" y="48391"/>
                    </a:lnTo>
                    <a:lnTo>
                      <a:pt x="23428" y="48047"/>
                    </a:lnTo>
                    <a:lnTo>
                      <a:pt x="23569" y="47704"/>
                    </a:lnTo>
                    <a:lnTo>
                      <a:pt x="23903" y="46986"/>
                    </a:lnTo>
                    <a:lnTo>
                      <a:pt x="24256" y="46269"/>
                    </a:lnTo>
                    <a:lnTo>
                      <a:pt x="24651" y="45521"/>
                    </a:lnTo>
                    <a:lnTo>
                      <a:pt x="25065" y="44763"/>
                    </a:lnTo>
                    <a:lnTo>
                      <a:pt x="25520" y="43995"/>
                    </a:lnTo>
                    <a:lnTo>
                      <a:pt x="26005" y="43206"/>
                    </a:lnTo>
                    <a:lnTo>
                      <a:pt x="26510" y="42408"/>
                    </a:lnTo>
                    <a:lnTo>
                      <a:pt x="27046" y="41589"/>
                    </a:lnTo>
                    <a:lnTo>
                      <a:pt x="27612" y="40761"/>
                    </a:lnTo>
                    <a:lnTo>
                      <a:pt x="28208" y="39922"/>
                    </a:lnTo>
                    <a:lnTo>
                      <a:pt x="28825" y="39063"/>
                    </a:lnTo>
                    <a:lnTo>
                      <a:pt x="29471" y="38193"/>
                    </a:lnTo>
                    <a:lnTo>
                      <a:pt x="30138" y="37304"/>
                    </a:lnTo>
                    <a:lnTo>
                      <a:pt x="30826" y="36415"/>
                    </a:lnTo>
                    <a:lnTo>
                      <a:pt x="31543" y="35505"/>
                    </a:lnTo>
                    <a:lnTo>
                      <a:pt x="32271" y="34575"/>
                    </a:lnTo>
                    <a:lnTo>
                      <a:pt x="32271" y="34575"/>
                    </a:lnTo>
                    <a:lnTo>
                      <a:pt x="33514" y="33029"/>
                    </a:lnTo>
                    <a:lnTo>
                      <a:pt x="34707" y="31513"/>
                    </a:lnTo>
                    <a:lnTo>
                      <a:pt x="35859" y="30037"/>
                    </a:lnTo>
                    <a:lnTo>
                      <a:pt x="36960" y="28592"/>
                    </a:lnTo>
                    <a:lnTo>
                      <a:pt x="38021" y="27187"/>
                    </a:lnTo>
                    <a:lnTo>
                      <a:pt x="39042" y="25813"/>
                    </a:lnTo>
                    <a:lnTo>
                      <a:pt x="40023" y="24479"/>
                    </a:lnTo>
                    <a:lnTo>
                      <a:pt x="40952" y="23185"/>
                    </a:lnTo>
                    <a:lnTo>
                      <a:pt x="41842" y="21922"/>
                    </a:lnTo>
                    <a:lnTo>
                      <a:pt x="42691" y="20699"/>
                    </a:lnTo>
                    <a:lnTo>
                      <a:pt x="43499" y="19506"/>
                    </a:lnTo>
                    <a:lnTo>
                      <a:pt x="44267" y="18354"/>
                    </a:lnTo>
                    <a:lnTo>
                      <a:pt x="44985" y="17243"/>
                    </a:lnTo>
                    <a:lnTo>
                      <a:pt x="45672" y="16161"/>
                    </a:lnTo>
                    <a:lnTo>
                      <a:pt x="46319" y="15110"/>
                    </a:lnTo>
                    <a:lnTo>
                      <a:pt x="46925" y="14099"/>
                    </a:lnTo>
                    <a:lnTo>
                      <a:pt x="47491" y="13129"/>
                    </a:lnTo>
                    <a:lnTo>
                      <a:pt x="48017" y="12189"/>
                    </a:lnTo>
                    <a:lnTo>
                      <a:pt x="48502" y="11280"/>
                    </a:lnTo>
                    <a:lnTo>
                      <a:pt x="48947" y="10410"/>
                    </a:lnTo>
                    <a:lnTo>
                      <a:pt x="49361" y="9582"/>
                    </a:lnTo>
                    <a:lnTo>
                      <a:pt x="49735" y="8783"/>
                    </a:lnTo>
                    <a:lnTo>
                      <a:pt x="50068" y="8025"/>
                    </a:lnTo>
                    <a:lnTo>
                      <a:pt x="50372" y="7288"/>
                    </a:lnTo>
                    <a:lnTo>
                      <a:pt x="50634" y="6600"/>
                    </a:lnTo>
                    <a:lnTo>
                      <a:pt x="50867" y="5943"/>
                    </a:lnTo>
                    <a:lnTo>
                      <a:pt x="51059" y="5317"/>
                    </a:lnTo>
                    <a:lnTo>
                      <a:pt x="51140" y="5024"/>
                    </a:lnTo>
                    <a:lnTo>
                      <a:pt x="51210" y="4731"/>
                    </a:lnTo>
                    <a:lnTo>
                      <a:pt x="51281" y="4448"/>
                    </a:lnTo>
                    <a:lnTo>
                      <a:pt x="51332" y="4175"/>
                    </a:lnTo>
                    <a:lnTo>
                      <a:pt x="51382" y="3912"/>
                    </a:lnTo>
                    <a:lnTo>
                      <a:pt x="51423" y="3659"/>
                    </a:lnTo>
                    <a:lnTo>
                      <a:pt x="51453" y="3417"/>
                    </a:lnTo>
                    <a:lnTo>
                      <a:pt x="51473" y="3174"/>
                    </a:lnTo>
                    <a:lnTo>
                      <a:pt x="51493" y="2942"/>
                    </a:lnTo>
                    <a:lnTo>
                      <a:pt x="51493" y="2729"/>
                    </a:lnTo>
                    <a:lnTo>
                      <a:pt x="51493" y="2517"/>
                    </a:lnTo>
                    <a:lnTo>
                      <a:pt x="51483" y="2305"/>
                    </a:lnTo>
                    <a:lnTo>
                      <a:pt x="51463" y="2113"/>
                    </a:lnTo>
                    <a:lnTo>
                      <a:pt x="51433" y="1931"/>
                    </a:lnTo>
                    <a:lnTo>
                      <a:pt x="51392" y="1749"/>
                    </a:lnTo>
                    <a:lnTo>
                      <a:pt x="51352" y="1587"/>
                    </a:lnTo>
                    <a:lnTo>
                      <a:pt x="51301" y="1426"/>
                    </a:lnTo>
                    <a:lnTo>
                      <a:pt x="51241" y="1274"/>
                    </a:lnTo>
                    <a:lnTo>
                      <a:pt x="51170" y="1133"/>
                    </a:lnTo>
                    <a:lnTo>
                      <a:pt x="51099" y="991"/>
                    </a:lnTo>
                    <a:lnTo>
                      <a:pt x="51008" y="870"/>
                    </a:lnTo>
                    <a:lnTo>
                      <a:pt x="50917" y="749"/>
                    </a:lnTo>
                    <a:lnTo>
                      <a:pt x="50816" y="637"/>
                    </a:lnTo>
                    <a:lnTo>
                      <a:pt x="50715" y="536"/>
                    </a:lnTo>
                    <a:lnTo>
                      <a:pt x="50594" y="445"/>
                    </a:lnTo>
                    <a:lnTo>
                      <a:pt x="50473" y="365"/>
                    </a:lnTo>
                    <a:lnTo>
                      <a:pt x="50341" y="294"/>
                    </a:lnTo>
                    <a:lnTo>
                      <a:pt x="50200" y="223"/>
                    </a:lnTo>
                    <a:lnTo>
                      <a:pt x="50058" y="162"/>
                    </a:lnTo>
                    <a:lnTo>
                      <a:pt x="49907" y="122"/>
                    </a:lnTo>
                    <a:lnTo>
                      <a:pt x="49745" y="82"/>
                    </a:lnTo>
                    <a:lnTo>
                      <a:pt x="49573" y="41"/>
                    </a:lnTo>
                    <a:lnTo>
                      <a:pt x="49401" y="21"/>
                    </a:lnTo>
                    <a:lnTo>
                      <a:pt x="49220" y="1"/>
                    </a:lnTo>
                    <a:lnTo>
                      <a:pt x="49027" y="1"/>
                    </a:lnTo>
                    <a:lnTo>
                      <a:pt x="48825" y="1"/>
                    </a:lnTo>
                    <a:lnTo>
                      <a:pt x="48623" y="11"/>
                    </a:lnTo>
                    <a:lnTo>
                      <a:pt x="48411" y="31"/>
                    </a:lnTo>
                    <a:lnTo>
                      <a:pt x="48199" y="51"/>
                    </a:lnTo>
                    <a:lnTo>
                      <a:pt x="47966" y="92"/>
                    </a:lnTo>
                    <a:lnTo>
                      <a:pt x="47734" y="132"/>
                    </a:lnTo>
                    <a:lnTo>
                      <a:pt x="47491" y="183"/>
                    </a:lnTo>
                    <a:lnTo>
                      <a:pt x="47249" y="243"/>
                    </a:lnTo>
                    <a:lnTo>
                      <a:pt x="46996" y="314"/>
                    </a:lnTo>
                    <a:lnTo>
                      <a:pt x="46471" y="476"/>
                    </a:lnTo>
                    <a:lnTo>
                      <a:pt x="45915" y="668"/>
                    </a:lnTo>
                    <a:lnTo>
                      <a:pt x="45328" y="900"/>
                    </a:lnTo>
                    <a:lnTo>
                      <a:pt x="44722" y="1163"/>
                    </a:lnTo>
                    <a:lnTo>
                      <a:pt x="44095" y="1456"/>
                    </a:lnTo>
                    <a:lnTo>
                      <a:pt x="43428" y="1779"/>
                    </a:lnTo>
                    <a:lnTo>
                      <a:pt x="42751" y="2143"/>
                    </a:lnTo>
                    <a:lnTo>
                      <a:pt x="42044" y="2537"/>
                    </a:lnTo>
                    <a:lnTo>
                      <a:pt x="41306" y="2962"/>
                    </a:lnTo>
                    <a:lnTo>
                      <a:pt x="40548" y="3427"/>
                    </a:lnTo>
                    <a:lnTo>
                      <a:pt x="39770" y="3912"/>
                    </a:lnTo>
                    <a:lnTo>
                      <a:pt x="38971" y="4437"/>
                    </a:lnTo>
                    <a:lnTo>
                      <a:pt x="38143" y="5003"/>
                    </a:lnTo>
                    <a:lnTo>
                      <a:pt x="37294" y="5590"/>
                    </a:lnTo>
                    <a:lnTo>
                      <a:pt x="36425" y="6216"/>
                    </a:lnTo>
                    <a:lnTo>
                      <a:pt x="36425" y="6216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2979475" y="4543025"/>
                <a:ext cx="1725200" cy="484875"/>
              </a:xfrm>
              <a:custGeom>
                <a:avLst/>
                <a:gdLst/>
                <a:ahLst/>
                <a:cxnLst/>
                <a:rect l="l" t="t" r="r" b="b"/>
                <a:pathLst>
                  <a:path w="69008" h="19395" extrusionOk="0">
                    <a:moveTo>
                      <a:pt x="68886" y="4821"/>
                    </a:moveTo>
                    <a:lnTo>
                      <a:pt x="68886" y="4821"/>
                    </a:lnTo>
                    <a:lnTo>
                      <a:pt x="68432" y="5357"/>
                    </a:lnTo>
                    <a:lnTo>
                      <a:pt x="67967" y="5892"/>
                    </a:lnTo>
                    <a:lnTo>
                      <a:pt x="67492" y="6418"/>
                    </a:lnTo>
                    <a:lnTo>
                      <a:pt x="67007" y="6923"/>
                    </a:lnTo>
                    <a:lnTo>
                      <a:pt x="66501" y="7428"/>
                    </a:lnTo>
                    <a:lnTo>
                      <a:pt x="65996" y="7924"/>
                    </a:lnTo>
                    <a:lnTo>
                      <a:pt x="65470" y="8399"/>
                    </a:lnTo>
                    <a:lnTo>
                      <a:pt x="64935" y="8874"/>
                    </a:lnTo>
                    <a:lnTo>
                      <a:pt x="64389" y="9339"/>
                    </a:lnTo>
                    <a:lnTo>
                      <a:pt x="63833" y="9793"/>
                    </a:lnTo>
                    <a:lnTo>
                      <a:pt x="63257" y="10228"/>
                    </a:lnTo>
                    <a:lnTo>
                      <a:pt x="62671" y="10663"/>
                    </a:lnTo>
                    <a:lnTo>
                      <a:pt x="62075" y="11077"/>
                    </a:lnTo>
                    <a:lnTo>
                      <a:pt x="61468" y="11481"/>
                    </a:lnTo>
                    <a:lnTo>
                      <a:pt x="60852" y="11875"/>
                    </a:lnTo>
                    <a:lnTo>
                      <a:pt x="60215" y="12259"/>
                    </a:lnTo>
                    <a:lnTo>
                      <a:pt x="59568" y="12633"/>
                    </a:lnTo>
                    <a:lnTo>
                      <a:pt x="58911" y="12997"/>
                    </a:lnTo>
                    <a:lnTo>
                      <a:pt x="58234" y="13341"/>
                    </a:lnTo>
                    <a:lnTo>
                      <a:pt x="57557" y="13684"/>
                    </a:lnTo>
                    <a:lnTo>
                      <a:pt x="56860" y="14008"/>
                    </a:lnTo>
                    <a:lnTo>
                      <a:pt x="56142" y="14311"/>
                    </a:lnTo>
                    <a:lnTo>
                      <a:pt x="55425" y="14614"/>
                    </a:lnTo>
                    <a:lnTo>
                      <a:pt x="54687" y="14897"/>
                    </a:lnTo>
                    <a:lnTo>
                      <a:pt x="53939" y="15170"/>
                    </a:lnTo>
                    <a:lnTo>
                      <a:pt x="53171" y="15423"/>
                    </a:lnTo>
                    <a:lnTo>
                      <a:pt x="52393" y="15665"/>
                    </a:lnTo>
                    <a:lnTo>
                      <a:pt x="51604" y="15898"/>
                    </a:lnTo>
                    <a:lnTo>
                      <a:pt x="50796" y="16120"/>
                    </a:lnTo>
                    <a:lnTo>
                      <a:pt x="49977" y="16322"/>
                    </a:lnTo>
                    <a:lnTo>
                      <a:pt x="49148" y="16514"/>
                    </a:lnTo>
                    <a:lnTo>
                      <a:pt x="48299" y="16686"/>
                    </a:lnTo>
                    <a:lnTo>
                      <a:pt x="48299" y="16686"/>
                    </a:lnTo>
                    <a:lnTo>
                      <a:pt x="46713" y="16989"/>
                    </a:lnTo>
                    <a:lnTo>
                      <a:pt x="45116" y="17262"/>
                    </a:lnTo>
                    <a:lnTo>
                      <a:pt x="43529" y="17535"/>
                    </a:lnTo>
                    <a:lnTo>
                      <a:pt x="41942" y="17778"/>
                    </a:lnTo>
                    <a:lnTo>
                      <a:pt x="40366" y="18000"/>
                    </a:lnTo>
                    <a:lnTo>
                      <a:pt x="38789" y="18202"/>
                    </a:lnTo>
                    <a:lnTo>
                      <a:pt x="37213" y="18394"/>
                    </a:lnTo>
                    <a:lnTo>
                      <a:pt x="35646" y="18566"/>
                    </a:lnTo>
                    <a:lnTo>
                      <a:pt x="34080" y="18717"/>
                    </a:lnTo>
                    <a:lnTo>
                      <a:pt x="32523" y="18859"/>
                    </a:lnTo>
                    <a:lnTo>
                      <a:pt x="30967" y="18980"/>
                    </a:lnTo>
                    <a:lnTo>
                      <a:pt x="29410" y="19081"/>
                    </a:lnTo>
                    <a:lnTo>
                      <a:pt x="27874" y="19172"/>
                    </a:lnTo>
                    <a:lnTo>
                      <a:pt x="26328" y="19243"/>
                    </a:lnTo>
                    <a:lnTo>
                      <a:pt x="24802" y="19304"/>
                    </a:lnTo>
                    <a:lnTo>
                      <a:pt x="23276" y="19344"/>
                    </a:lnTo>
                    <a:lnTo>
                      <a:pt x="21760" y="19374"/>
                    </a:lnTo>
                    <a:lnTo>
                      <a:pt x="20254" y="19395"/>
                    </a:lnTo>
                    <a:lnTo>
                      <a:pt x="18758" y="19395"/>
                    </a:lnTo>
                    <a:lnTo>
                      <a:pt x="17262" y="19374"/>
                    </a:lnTo>
                    <a:lnTo>
                      <a:pt x="15777" y="19354"/>
                    </a:lnTo>
                    <a:lnTo>
                      <a:pt x="14301" y="19314"/>
                    </a:lnTo>
                    <a:lnTo>
                      <a:pt x="12846" y="19263"/>
                    </a:lnTo>
                    <a:lnTo>
                      <a:pt x="11390" y="19203"/>
                    </a:lnTo>
                    <a:lnTo>
                      <a:pt x="9945" y="19122"/>
                    </a:lnTo>
                    <a:lnTo>
                      <a:pt x="8510" y="19031"/>
                    </a:lnTo>
                    <a:lnTo>
                      <a:pt x="7085" y="18940"/>
                    </a:lnTo>
                    <a:lnTo>
                      <a:pt x="5680" y="18829"/>
                    </a:lnTo>
                    <a:lnTo>
                      <a:pt x="4275" y="18707"/>
                    </a:lnTo>
                    <a:lnTo>
                      <a:pt x="2891" y="18576"/>
                    </a:lnTo>
                    <a:lnTo>
                      <a:pt x="1516" y="18445"/>
                    </a:lnTo>
                    <a:lnTo>
                      <a:pt x="152" y="18293"/>
                    </a:lnTo>
                    <a:lnTo>
                      <a:pt x="152" y="18293"/>
                    </a:lnTo>
                    <a:lnTo>
                      <a:pt x="81" y="18050"/>
                    </a:lnTo>
                    <a:lnTo>
                      <a:pt x="0" y="17788"/>
                    </a:lnTo>
                    <a:lnTo>
                      <a:pt x="0" y="17788"/>
                    </a:lnTo>
                    <a:lnTo>
                      <a:pt x="111" y="17676"/>
                    </a:lnTo>
                    <a:lnTo>
                      <a:pt x="223" y="17565"/>
                    </a:lnTo>
                    <a:lnTo>
                      <a:pt x="334" y="17454"/>
                    </a:lnTo>
                    <a:lnTo>
                      <a:pt x="465" y="17353"/>
                    </a:lnTo>
                    <a:lnTo>
                      <a:pt x="597" y="17242"/>
                    </a:lnTo>
                    <a:lnTo>
                      <a:pt x="738" y="17141"/>
                    </a:lnTo>
                    <a:lnTo>
                      <a:pt x="1041" y="16949"/>
                    </a:lnTo>
                    <a:lnTo>
                      <a:pt x="1365" y="16767"/>
                    </a:lnTo>
                    <a:lnTo>
                      <a:pt x="1718" y="16595"/>
                    </a:lnTo>
                    <a:lnTo>
                      <a:pt x="2092" y="16433"/>
                    </a:lnTo>
                    <a:lnTo>
                      <a:pt x="2497" y="16282"/>
                    </a:lnTo>
                    <a:lnTo>
                      <a:pt x="2931" y="16130"/>
                    </a:lnTo>
                    <a:lnTo>
                      <a:pt x="3376" y="15999"/>
                    </a:lnTo>
                    <a:lnTo>
                      <a:pt x="3851" y="15878"/>
                    </a:lnTo>
                    <a:lnTo>
                      <a:pt x="4346" y="15756"/>
                    </a:lnTo>
                    <a:lnTo>
                      <a:pt x="4862" y="15645"/>
                    </a:lnTo>
                    <a:lnTo>
                      <a:pt x="5397" y="15544"/>
                    </a:lnTo>
                    <a:lnTo>
                      <a:pt x="5953" y="15453"/>
                    </a:lnTo>
                    <a:lnTo>
                      <a:pt x="6529" y="15362"/>
                    </a:lnTo>
                    <a:lnTo>
                      <a:pt x="7115" y="15281"/>
                    </a:lnTo>
                    <a:lnTo>
                      <a:pt x="7732" y="15210"/>
                    </a:lnTo>
                    <a:lnTo>
                      <a:pt x="8358" y="15140"/>
                    </a:lnTo>
                    <a:lnTo>
                      <a:pt x="8995" y="15079"/>
                    </a:lnTo>
                    <a:lnTo>
                      <a:pt x="9652" y="15029"/>
                    </a:lnTo>
                    <a:lnTo>
                      <a:pt x="10329" y="14978"/>
                    </a:lnTo>
                    <a:lnTo>
                      <a:pt x="11714" y="14887"/>
                    </a:lnTo>
                    <a:lnTo>
                      <a:pt x="13149" y="14816"/>
                    </a:lnTo>
                    <a:lnTo>
                      <a:pt x="14624" y="14756"/>
                    </a:lnTo>
                    <a:lnTo>
                      <a:pt x="16140" y="14715"/>
                    </a:lnTo>
                    <a:lnTo>
                      <a:pt x="17687" y="14675"/>
                    </a:lnTo>
                    <a:lnTo>
                      <a:pt x="20860" y="14614"/>
                    </a:lnTo>
                    <a:lnTo>
                      <a:pt x="24084" y="14564"/>
                    </a:lnTo>
                    <a:lnTo>
                      <a:pt x="25701" y="14533"/>
                    </a:lnTo>
                    <a:lnTo>
                      <a:pt x="27318" y="14493"/>
                    </a:lnTo>
                    <a:lnTo>
                      <a:pt x="28925" y="14442"/>
                    </a:lnTo>
                    <a:lnTo>
                      <a:pt x="30522" y="14382"/>
                    </a:lnTo>
                    <a:lnTo>
                      <a:pt x="32099" y="14311"/>
                    </a:lnTo>
                    <a:lnTo>
                      <a:pt x="33645" y="14220"/>
                    </a:lnTo>
                    <a:lnTo>
                      <a:pt x="35161" y="14109"/>
                    </a:lnTo>
                    <a:lnTo>
                      <a:pt x="35909" y="14038"/>
                    </a:lnTo>
                    <a:lnTo>
                      <a:pt x="36637" y="13977"/>
                    </a:lnTo>
                    <a:lnTo>
                      <a:pt x="37364" y="13897"/>
                    </a:lnTo>
                    <a:lnTo>
                      <a:pt x="38072" y="13816"/>
                    </a:lnTo>
                    <a:lnTo>
                      <a:pt x="38769" y="13725"/>
                    </a:lnTo>
                    <a:lnTo>
                      <a:pt x="39456" y="13624"/>
                    </a:lnTo>
                    <a:lnTo>
                      <a:pt x="40133" y="13523"/>
                    </a:lnTo>
                    <a:lnTo>
                      <a:pt x="40790" y="13412"/>
                    </a:lnTo>
                    <a:lnTo>
                      <a:pt x="41427" y="13290"/>
                    </a:lnTo>
                    <a:lnTo>
                      <a:pt x="42054" y="13159"/>
                    </a:lnTo>
                    <a:lnTo>
                      <a:pt x="42054" y="13159"/>
                    </a:lnTo>
                    <a:lnTo>
                      <a:pt x="42670" y="13017"/>
                    </a:lnTo>
                    <a:lnTo>
                      <a:pt x="43266" y="12866"/>
                    </a:lnTo>
                    <a:lnTo>
                      <a:pt x="43863" y="12694"/>
                    </a:lnTo>
                    <a:lnTo>
                      <a:pt x="44439" y="12522"/>
                    </a:lnTo>
                    <a:lnTo>
                      <a:pt x="45005" y="12330"/>
                    </a:lnTo>
                    <a:lnTo>
                      <a:pt x="45561" y="12128"/>
                    </a:lnTo>
                    <a:lnTo>
                      <a:pt x="46116" y="11916"/>
                    </a:lnTo>
                    <a:lnTo>
                      <a:pt x="46652" y="11693"/>
                    </a:lnTo>
                    <a:lnTo>
                      <a:pt x="47178" y="11451"/>
                    </a:lnTo>
                    <a:lnTo>
                      <a:pt x="47693" y="11208"/>
                    </a:lnTo>
                    <a:lnTo>
                      <a:pt x="48198" y="10966"/>
                    </a:lnTo>
                    <a:lnTo>
                      <a:pt x="48704" y="10703"/>
                    </a:lnTo>
                    <a:lnTo>
                      <a:pt x="49189" y="10440"/>
                    </a:lnTo>
                    <a:lnTo>
                      <a:pt x="49674" y="10167"/>
                    </a:lnTo>
                    <a:lnTo>
                      <a:pt x="50139" y="9884"/>
                    </a:lnTo>
                    <a:lnTo>
                      <a:pt x="50604" y="9601"/>
                    </a:lnTo>
                    <a:lnTo>
                      <a:pt x="51059" y="9308"/>
                    </a:lnTo>
                    <a:lnTo>
                      <a:pt x="51503" y="9015"/>
                    </a:lnTo>
                    <a:lnTo>
                      <a:pt x="51938" y="8722"/>
                    </a:lnTo>
                    <a:lnTo>
                      <a:pt x="52372" y="8419"/>
                    </a:lnTo>
                    <a:lnTo>
                      <a:pt x="52797" y="8116"/>
                    </a:lnTo>
                    <a:lnTo>
                      <a:pt x="53211" y="7812"/>
                    </a:lnTo>
                    <a:lnTo>
                      <a:pt x="54010" y="7186"/>
                    </a:lnTo>
                    <a:lnTo>
                      <a:pt x="54798" y="6569"/>
                    </a:lnTo>
                    <a:lnTo>
                      <a:pt x="55546" y="5953"/>
                    </a:lnTo>
                    <a:lnTo>
                      <a:pt x="56274" y="5346"/>
                    </a:lnTo>
                    <a:lnTo>
                      <a:pt x="56981" y="4740"/>
                    </a:lnTo>
                    <a:lnTo>
                      <a:pt x="58325" y="3588"/>
                    </a:lnTo>
                    <a:lnTo>
                      <a:pt x="58962" y="3052"/>
                    </a:lnTo>
                    <a:lnTo>
                      <a:pt x="59588" y="2547"/>
                    </a:lnTo>
                    <a:lnTo>
                      <a:pt x="60205" y="2062"/>
                    </a:lnTo>
                    <a:lnTo>
                      <a:pt x="60498" y="1839"/>
                    </a:lnTo>
                    <a:lnTo>
                      <a:pt x="60801" y="1627"/>
                    </a:lnTo>
                    <a:lnTo>
                      <a:pt x="61094" y="1425"/>
                    </a:lnTo>
                    <a:lnTo>
                      <a:pt x="61377" y="1233"/>
                    </a:lnTo>
                    <a:lnTo>
                      <a:pt x="61670" y="1051"/>
                    </a:lnTo>
                    <a:lnTo>
                      <a:pt x="61953" y="879"/>
                    </a:lnTo>
                    <a:lnTo>
                      <a:pt x="62236" y="728"/>
                    </a:lnTo>
                    <a:lnTo>
                      <a:pt x="62509" y="586"/>
                    </a:lnTo>
                    <a:lnTo>
                      <a:pt x="62792" y="455"/>
                    </a:lnTo>
                    <a:lnTo>
                      <a:pt x="63065" y="344"/>
                    </a:lnTo>
                    <a:lnTo>
                      <a:pt x="63338" y="243"/>
                    </a:lnTo>
                    <a:lnTo>
                      <a:pt x="63611" y="162"/>
                    </a:lnTo>
                    <a:lnTo>
                      <a:pt x="63884" y="101"/>
                    </a:lnTo>
                    <a:lnTo>
                      <a:pt x="64147" y="51"/>
                    </a:lnTo>
                    <a:lnTo>
                      <a:pt x="64419" y="20"/>
                    </a:lnTo>
                    <a:lnTo>
                      <a:pt x="64682" y="0"/>
                    </a:lnTo>
                    <a:lnTo>
                      <a:pt x="64955" y="10"/>
                    </a:lnTo>
                    <a:lnTo>
                      <a:pt x="65218" y="30"/>
                    </a:lnTo>
                    <a:lnTo>
                      <a:pt x="65491" y="81"/>
                    </a:lnTo>
                    <a:lnTo>
                      <a:pt x="65753" y="142"/>
                    </a:lnTo>
                    <a:lnTo>
                      <a:pt x="66016" y="222"/>
                    </a:lnTo>
                    <a:lnTo>
                      <a:pt x="66289" y="334"/>
                    </a:lnTo>
                    <a:lnTo>
                      <a:pt x="66289" y="334"/>
                    </a:lnTo>
                    <a:lnTo>
                      <a:pt x="66501" y="425"/>
                    </a:lnTo>
                    <a:lnTo>
                      <a:pt x="66703" y="526"/>
                    </a:lnTo>
                    <a:lnTo>
                      <a:pt x="66895" y="627"/>
                    </a:lnTo>
                    <a:lnTo>
                      <a:pt x="67077" y="738"/>
                    </a:lnTo>
                    <a:lnTo>
                      <a:pt x="67249" y="849"/>
                    </a:lnTo>
                    <a:lnTo>
                      <a:pt x="67421" y="960"/>
                    </a:lnTo>
                    <a:lnTo>
                      <a:pt x="67573" y="1081"/>
                    </a:lnTo>
                    <a:lnTo>
                      <a:pt x="67724" y="1203"/>
                    </a:lnTo>
                    <a:lnTo>
                      <a:pt x="67866" y="1324"/>
                    </a:lnTo>
                    <a:lnTo>
                      <a:pt x="67997" y="1445"/>
                    </a:lnTo>
                    <a:lnTo>
                      <a:pt x="68118" y="1577"/>
                    </a:lnTo>
                    <a:lnTo>
                      <a:pt x="68240" y="1708"/>
                    </a:lnTo>
                    <a:lnTo>
                      <a:pt x="68341" y="1839"/>
                    </a:lnTo>
                    <a:lnTo>
                      <a:pt x="68442" y="1981"/>
                    </a:lnTo>
                    <a:lnTo>
                      <a:pt x="68533" y="2122"/>
                    </a:lnTo>
                    <a:lnTo>
                      <a:pt x="68614" y="2264"/>
                    </a:lnTo>
                    <a:lnTo>
                      <a:pt x="68684" y="2405"/>
                    </a:lnTo>
                    <a:lnTo>
                      <a:pt x="68755" y="2557"/>
                    </a:lnTo>
                    <a:lnTo>
                      <a:pt x="68816" y="2709"/>
                    </a:lnTo>
                    <a:lnTo>
                      <a:pt x="68866" y="2860"/>
                    </a:lnTo>
                    <a:lnTo>
                      <a:pt x="68907" y="3012"/>
                    </a:lnTo>
                    <a:lnTo>
                      <a:pt x="68937" y="3163"/>
                    </a:lnTo>
                    <a:lnTo>
                      <a:pt x="68967" y="3325"/>
                    </a:lnTo>
                    <a:lnTo>
                      <a:pt x="68988" y="3487"/>
                    </a:lnTo>
                    <a:lnTo>
                      <a:pt x="68998" y="3649"/>
                    </a:lnTo>
                    <a:lnTo>
                      <a:pt x="69008" y="3810"/>
                    </a:lnTo>
                    <a:lnTo>
                      <a:pt x="69008" y="3972"/>
                    </a:lnTo>
                    <a:lnTo>
                      <a:pt x="68998" y="4144"/>
                    </a:lnTo>
                    <a:lnTo>
                      <a:pt x="68977" y="4305"/>
                    </a:lnTo>
                    <a:lnTo>
                      <a:pt x="68957" y="4477"/>
                    </a:lnTo>
                    <a:lnTo>
                      <a:pt x="68927" y="4649"/>
                    </a:lnTo>
                    <a:lnTo>
                      <a:pt x="68886" y="4821"/>
                    </a:lnTo>
                    <a:lnTo>
                      <a:pt x="68886" y="482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3911800" y="4775225"/>
                <a:ext cx="418950" cy="284000"/>
              </a:xfrm>
              <a:custGeom>
                <a:avLst/>
                <a:gdLst/>
                <a:ahLst/>
                <a:cxnLst/>
                <a:rect l="l" t="t" r="r" b="b"/>
                <a:pathLst>
                  <a:path w="16758" h="11360" extrusionOk="0">
                    <a:moveTo>
                      <a:pt x="445" y="4568"/>
                    </a:moveTo>
                    <a:lnTo>
                      <a:pt x="445" y="4568"/>
                    </a:lnTo>
                    <a:lnTo>
                      <a:pt x="304" y="5538"/>
                    </a:lnTo>
                    <a:lnTo>
                      <a:pt x="182" y="6478"/>
                    </a:lnTo>
                    <a:lnTo>
                      <a:pt x="132" y="6933"/>
                    </a:lnTo>
                    <a:lnTo>
                      <a:pt x="91" y="7388"/>
                    </a:lnTo>
                    <a:lnTo>
                      <a:pt x="51" y="7823"/>
                    </a:lnTo>
                    <a:lnTo>
                      <a:pt x="31" y="8257"/>
                    </a:lnTo>
                    <a:lnTo>
                      <a:pt x="11" y="8671"/>
                    </a:lnTo>
                    <a:lnTo>
                      <a:pt x="0" y="9086"/>
                    </a:lnTo>
                    <a:lnTo>
                      <a:pt x="0" y="9490"/>
                    </a:lnTo>
                    <a:lnTo>
                      <a:pt x="11" y="9874"/>
                    </a:lnTo>
                    <a:lnTo>
                      <a:pt x="31" y="10258"/>
                    </a:lnTo>
                    <a:lnTo>
                      <a:pt x="51" y="10632"/>
                    </a:lnTo>
                    <a:lnTo>
                      <a:pt x="91" y="10996"/>
                    </a:lnTo>
                    <a:lnTo>
                      <a:pt x="142" y="11360"/>
                    </a:lnTo>
                    <a:lnTo>
                      <a:pt x="142" y="11360"/>
                    </a:lnTo>
                    <a:lnTo>
                      <a:pt x="1324" y="11036"/>
                    </a:lnTo>
                    <a:lnTo>
                      <a:pt x="2487" y="10713"/>
                    </a:lnTo>
                    <a:lnTo>
                      <a:pt x="3649" y="10390"/>
                    </a:lnTo>
                    <a:lnTo>
                      <a:pt x="4781" y="10056"/>
                    </a:lnTo>
                    <a:lnTo>
                      <a:pt x="5913" y="9723"/>
                    </a:lnTo>
                    <a:lnTo>
                      <a:pt x="7014" y="9389"/>
                    </a:lnTo>
                    <a:lnTo>
                      <a:pt x="8106" y="9056"/>
                    </a:lnTo>
                    <a:lnTo>
                      <a:pt x="9167" y="8722"/>
                    </a:lnTo>
                    <a:lnTo>
                      <a:pt x="11239" y="8045"/>
                    </a:lnTo>
                    <a:lnTo>
                      <a:pt x="13200" y="7388"/>
                    </a:lnTo>
                    <a:lnTo>
                      <a:pt x="15039" y="6751"/>
                    </a:lnTo>
                    <a:lnTo>
                      <a:pt x="16757" y="6135"/>
                    </a:lnTo>
                    <a:lnTo>
                      <a:pt x="16757" y="6135"/>
                    </a:lnTo>
                    <a:lnTo>
                      <a:pt x="16393" y="5458"/>
                    </a:lnTo>
                    <a:lnTo>
                      <a:pt x="16029" y="4750"/>
                    </a:lnTo>
                    <a:lnTo>
                      <a:pt x="15655" y="4022"/>
                    </a:lnTo>
                    <a:lnTo>
                      <a:pt x="15282" y="3264"/>
                    </a:lnTo>
                    <a:lnTo>
                      <a:pt x="14908" y="2486"/>
                    </a:lnTo>
                    <a:lnTo>
                      <a:pt x="14534" y="1688"/>
                    </a:lnTo>
                    <a:lnTo>
                      <a:pt x="14160" y="859"/>
                    </a:lnTo>
                    <a:lnTo>
                      <a:pt x="13796" y="0"/>
                    </a:lnTo>
                    <a:lnTo>
                      <a:pt x="13796" y="0"/>
                    </a:lnTo>
                    <a:lnTo>
                      <a:pt x="13311" y="313"/>
                    </a:lnTo>
                    <a:lnTo>
                      <a:pt x="12816" y="617"/>
                    </a:lnTo>
                    <a:lnTo>
                      <a:pt x="12320" y="910"/>
                    </a:lnTo>
                    <a:lnTo>
                      <a:pt x="11805" y="1203"/>
                    </a:lnTo>
                    <a:lnTo>
                      <a:pt x="11279" y="1486"/>
                    </a:lnTo>
                    <a:lnTo>
                      <a:pt x="10744" y="1759"/>
                    </a:lnTo>
                    <a:lnTo>
                      <a:pt x="10198" y="2021"/>
                    </a:lnTo>
                    <a:lnTo>
                      <a:pt x="9642" y="2274"/>
                    </a:lnTo>
                    <a:lnTo>
                      <a:pt x="9076" y="2517"/>
                    </a:lnTo>
                    <a:lnTo>
                      <a:pt x="8490" y="2749"/>
                    </a:lnTo>
                    <a:lnTo>
                      <a:pt x="7904" y="2971"/>
                    </a:lnTo>
                    <a:lnTo>
                      <a:pt x="7297" y="3184"/>
                    </a:lnTo>
                    <a:lnTo>
                      <a:pt x="6681" y="3376"/>
                    </a:lnTo>
                    <a:lnTo>
                      <a:pt x="6054" y="3558"/>
                    </a:lnTo>
                    <a:lnTo>
                      <a:pt x="5418" y="3719"/>
                    </a:lnTo>
                    <a:lnTo>
                      <a:pt x="4761" y="3871"/>
                    </a:lnTo>
                    <a:lnTo>
                      <a:pt x="4761" y="3871"/>
                    </a:lnTo>
                    <a:lnTo>
                      <a:pt x="4255" y="3982"/>
                    </a:lnTo>
                    <a:lnTo>
                      <a:pt x="3740" y="4073"/>
                    </a:lnTo>
                    <a:lnTo>
                      <a:pt x="3214" y="4174"/>
                    </a:lnTo>
                    <a:lnTo>
                      <a:pt x="2679" y="4265"/>
                    </a:lnTo>
                    <a:lnTo>
                      <a:pt x="2133" y="4346"/>
                    </a:lnTo>
                    <a:lnTo>
                      <a:pt x="1577" y="4427"/>
                    </a:lnTo>
                    <a:lnTo>
                      <a:pt x="445" y="4568"/>
                    </a:lnTo>
                    <a:lnTo>
                      <a:pt x="445" y="4568"/>
                    </a:lnTo>
                    <a:close/>
                  </a:path>
                </a:pathLst>
              </a:custGeom>
              <a:solidFill>
                <a:srgbClr val="F4E4C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2979475" y="4983150"/>
                <a:ext cx="25025" cy="614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457" extrusionOk="0">
                    <a:moveTo>
                      <a:pt x="1001" y="2457"/>
                    </a:moveTo>
                    <a:lnTo>
                      <a:pt x="1001" y="2457"/>
                    </a:lnTo>
                    <a:lnTo>
                      <a:pt x="940" y="2174"/>
                    </a:lnTo>
                    <a:lnTo>
                      <a:pt x="869" y="1881"/>
                    </a:lnTo>
                    <a:lnTo>
                      <a:pt x="789" y="1587"/>
                    </a:lnTo>
                    <a:lnTo>
                      <a:pt x="698" y="1284"/>
                    </a:lnTo>
                    <a:lnTo>
                      <a:pt x="586" y="971"/>
                    </a:lnTo>
                    <a:lnTo>
                      <a:pt x="465" y="658"/>
                    </a:lnTo>
                    <a:lnTo>
                      <a:pt x="334" y="334"/>
                    </a:lnTo>
                    <a:lnTo>
                      <a:pt x="182" y="1"/>
                    </a:lnTo>
                    <a:lnTo>
                      <a:pt x="182" y="1"/>
                    </a:lnTo>
                    <a:lnTo>
                      <a:pt x="0" y="183"/>
                    </a:lnTo>
                    <a:lnTo>
                      <a:pt x="0" y="183"/>
                    </a:lnTo>
                    <a:lnTo>
                      <a:pt x="91" y="496"/>
                    </a:lnTo>
                    <a:lnTo>
                      <a:pt x="182" y="809"/>
                    </a:lnTo>
                    <a:lnTo>
                      <a:pt x="293" y="1102"/>
                    </a:lnTo>
                    <a:lnTo>
                      <a:pt x="415" y="1385"/>
                    </a:lnTo>
                    <a:lnTo>
                      <a:pt x="546" y="1668"/>
                    </a:lnTo>
                    <a:lnTo>
                      <a:pt x="688" y="1941"/>
                    </a:lnTo>
                    <a:lnTo>
                      <a:pt x="839" y="2204"/>
                    </a:lnTo>
                    <a:lnTo>
                      <a:pt x="1001" y="2457"/>
                    </a:lnTo>
                    <a:lnTo>
                      <a:pt x="1001" y="2457"/>
                    </a:lnTo>
                    <a:close/>
                  </a:path>
                </a:pathLst>
              </a:custGeom>
              <a:solidFill>
                <a:srgbClr val="F4E4C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3911800" y="3631650"/>
                <a:ext cx="514450" cy="1582225"/>
              </a:xfrm>
              <a:custGeom>
                <a:avLst/>
                <a:gdLst/>
                <a:ahLst/>
                <a:cxnLst/>
                <a:rect l="l" t="t" r="r" b="b"/>
                <a:pathLst>
                  <a:path w="20578" h="63289" extrusionOk="0">
                    <a:moveTo>
                      <a:pt x="1951" y="8763"/>
                    </a:moveTo>
                    <a:lnTo>
                      <a:pt x="1951" y="8763"/>
                    </a:lnTo>
                    <a:lnTo>
                      <a:pt x="2133" y="9572"/>
                    </a:lnTo>
                    <a:lnTo>
                      <a:pt x="2315" y="10370"/>
                    </a:lnTo>
                    <a:lnTo>
                      <a:pt x="2477" y="11168"/>
                    </a:lnTo>
                    <a:lnTo>
                      <a:pt x="2638" y="11957"/>
                    </a:lnTo>
                    <a:lnTo>
                      <a:pt x="2780" y="12745"/>
                    </a:lnTo>
                    <a:lnTo>
                      <a:pt x="2911" y="13523"/>
                    </a:lnTo>
                    <a:lnTo>
                      <a:pt x="3032" y="14301"/>
                    </a:lnTo>
                    <a:lnTo>
                      <a:pt x="3154" y="15070"/>
                    </a:lnTo>
                    <a:lnTo>
                      <a:pt x="3255" y="15838"/>
                    </a:lnTo>
                    <a:lnTo>
                      <a:pt x="3346" y="16596"/>
                    </a:lnTo>
                    <a:lnTo>
                      <a:pt x="3427" y="17354"/>
                    </a:lnTo>
                    <a:lnTo>
                      <a:pt x="3507" y="18101"/>
                    </a:lnTo>
                    <a:lnTo>
                      <a:pt x="3568" y="18849"/>
                    </a:lnTo>
                    <a:lnTo>
                      <a:pt x="3629" y="19587"/>
                    </a:lnTo>
                    <a:lnTo>
                      <a:pt x="3679" y="20325"/>
                    </a:lnTo>
                    <a:lnTo>
                      <a:pt x="3720" y="21053"/>
                    </a:lnTo>
                    <a:lnTo>
                      <a:pt x="3750" y="21770"/>
                    </a:lnTo>
                    <a:lnTo>
                      <a:pt x="3770" y="22488"/>
                    </a:lnTo>
                    <a:lnTo>
                      <a:pt x="3790" y="23205"/>
                    </a:lnTo>
                    <a:lnTo>
                      <a:pt x="3801" y="23913"/>
                    </a:lnTo>
                    <a:lnTo>
                      <a:pt x="3801" y="24620"/>
                    </a:lnTo>
                    <a:lnTo>
                      <a:pt x="3801" y="25318"/>
                    </a:lnTo>
                    <a:lnTo>
                      <a:pt x="3790" y="26005"/>
                    </a:lnTo>
                    <a:lnTo>
                      <a:pt x="3770" y="26692"/>
                    </a:lnTo>
                    <a:lnTo>
                      <a:pt x="3750" y="27369"/>
                    </a:lnTo>
                    <a:lnTo>
                      <a:pt x="3720" y="28046"/>
                    </a:lnTo>
                    <a:lnTo>
                      <a:pt x="3639" y="29380"/>
                    </a:lnTo>
                    <a:lnTo>
                      <a:pt x="3548" y="30694"/>
                    </a:lnTo>
                    <a:lnTo>
                      <a:pt x="3427" y="31978"/>
                    </a:lnTo>
                    <a:lnTo>
                      <a:pt x="3295" y="33251"/>
                    </a:lnTo>
                    <a:lnTo>
                      <a:pt x="3154" y="34494"/>
                    </a:lnTo>
                    <a:lnTo>
                      <a:pt x="2992" y="35707"/>
                    </a:lnTo>
                    <a:lnTo>
                      <a:pt x="2820" y="36910"/>
                    </a:lnTo>
                    <a:lnTo>
                      <a:pt x="2638" y="38082"/>
                    </a:lnTo>
                    <a:lnTo>
                      <a:pt x="2456" y="39234"/>
                    </a:lnTo>
                    <a:lnTo>
                      <a:pt x="2264" y="40356"/>
                    </a:lnTo>
                    <a:lnTo>
                      <a:pt x="2062" y="41458"/>
                    </a:lnTo>
                    <a:lnTo>
                      <a:pt x="1668" y="43580"/>
                    </a:lnTo>
                    <a:lnTo>
                      <a:pt x="1284" y="45612"/>
                    </a:lnTo>
                    <a:lnTo>
                      <a:pt x="920" y="47542"/>
                    </a:lnTo>
                    <a:lnTo>
                      <a:pt x="748" y="48462"/>
                    </a:lnTo>
                    <a:lnTo>
                      <a:pt x="597" y="49361"/>
                    </a:lnTo>
                    <a:lnTo>
                      <a:pt x="455" y="50240"/>
                    </a:lnTo>
                    <a:lnTo>
                      <a:pt x="324" y="51089"/>
                    </a:lnTo>
                    <a:lnTo>
                      <a:pt x="223" y="51908"/>
                    </a:lnTo>
                    <a:lnTo>
                      <a:pt x="132" y="52696"/>
                    </a:lnTo>
                    <a:lnTo>
                      <a:pt x="61" y="53464"/>
                    </a:lnTo>
                    <a:lnTo>
                      <a:pt x="21" y="54202"/>
                    </a:lnTo>
                    <a:lnTo>
                      <a:pt x="0" y="54566"/>
                    </a:lnTo>
                    <a:lnTo>
                      <a:pt x="0" y="54920"/>
                    </a:lnTo>
                    <a:lnTo>
                      <a:pt x="0" y="55263"/>
                    </a:lnTo>
                    <a:lnTo>
                      <a:pt x="0" y="55607"/>
                    </a:lnTo>
                    <a:lnTo>
                      <a:pt x="21" y="55941"/>
                    </a:lnTo>
                    <a:lnTo>
                      <a:pt x="41" y="56264"/>
                    </a:lnTo>
                    <a:lnTo>
                      <a:pt x="71" y="56577"/>
                    </a:lnTo>
                    <a:lnTo>
                      <a:pt x="112" y="56891"/>
                    </a:lnTo>
                    <a:lnTo>
                      <a:pt x="152" y="57194"/>
                    </a:lnTo>
                    <a:lnTo>
                      <a:pt x="213" y="57487"/>
                    </a:lnTo>
                    <a:lnTo>
                      <a:pt x="273" y="57780"/>
                    </a:lnTo>
                    <a:lnTo>
                      <a:pt x="344" y="58063"/>
                    </a:lnTo>
                    <a:lnTo>
                      <a:pt x="425" y="58336"/>
                    </a:lnTo>
                    <a:lnTo>
                      <a:pt x="516" y="58609"/>
                    </a:lnTo>
                    <a:lnTo>
                      <a:pt x="617" y="58871"/>
                    </a:lnTo>
                    <a:lnTo>
                      <a:pt x="728" y="59124"/>
                    </a:lnTo>
                    <a:lnTo>
                      <a:pt x="849" y="59367"/>
                    </a:lnTo>
                    <a:lnTo>
                      <a:pt x="971" y="59609"/>
                    </a:lnTo>
                    <a:lnTo>
                      <a:pt x="1112" y="59842"/>
                    </a:lnTo>
                    <a:lnTo>
                      <a:pt x="1264" y="60064"/>
                    </a:lnTo>
                    <a:lnTo>
                      <a:pt x="1425" y="60286"/>
                    </a:lnTo>
                    <a:lnTo>
                      <a:pt x="1607" y="60499"/>
                    </a:lnTo>
                    <a:lnTo>
                      <a:pt x="1789" y="60701"/>
                    </a:lnTo>
                    <a:lnTo>
                      <a:pt x="1991" y="60893"/>
                    </a:lnTo>
                    <a:lnTo>
                      <a:pt x="2194" y="61085"/>
                    </a:lnTo>
                    <a:lnTo>
                      <a:pt x="2416" y="61257"/>
                    </a:lnTo>
                    <a:lnTo>
                      <a:pt x="2648" y="61439"/>
                    </a:lnTo>
                    <a:lnTo>
                      <a:pt x="2901" y="61600"/>
                    </a:lnTo>
                    <a:lnTo>
                      <a:pt x="3164" y="61762"/>
                    </a:lnTo>
                    <a:lnTo>
                      <a:pt x="3437" y="61903"/>
                    </a:lnTo>
                    <a:lnTo>
                      <a:pt x="3720" y="62055"/>
                    </a:lnTo>
                    <a:lnTo>
                      <a:pt x="4023" y="62186"/>
                    </a:lnTo>
                    <a:lnTo>
                      <a:pt x="4336" y="62318"/>
                    </a:lnTo>
                    <a:lnTo>
                      <a:pt x="4660" y="62429"/>
                    </a:lnTo>
                    <a:lnTo>
                      <a:pt x="5003" y="62540"/>
                    </a:lnTo>
                    <a:lnTo>
                      <a:pt x="5367" y="62651"/>
                    </a:lnTo>
                    <a:lnTo>
                      <a:pt x="5731" y="62742"/>
                    </a:lnTo>
                    <a:lnTo>
                      <a:pt x="6125" y="62833"/>
                    </a:lnTo>
                    <a:lnTo>
                      <a:pt x="6529" y="62914"/>
                    </a:lnTo>
                    <a:lnTo>
                      <a:pt x="6944" y="62985"/>
                    </a:lnTo>
                    <a:lnTo>
                      <a:pt x="7378" y="63056"/>
                    </a:lnTo>
                    <a:lnTo>
                      <a:pt x="7833" y="63106"/>
                    </a:lnTo>
                    <a:lnTo>
                      <a:pt x="8298" y="63157"/>
                    </a:lnTo>
                    <a:lnTo>
                      <a:pt x="8783" y="63197"/>
                    </a:lnTo>
                    <a:lnTo>
                      <a:pt x="9278" y="63238"/>
                    </a:lnTo>
                    <a:lnTo>
                      <a:pt x="9794" y="63258"/>
                    </a:lnTo>
                    <a:lnTo>
                      <a:pt x="10329" y="63278"/>
                    </a:lnTo>
                    <a:lnTo>
                      <a:pt x="10885" y="63288"/>
                    </a:lnTo>
                    <a:lnTo>
                      <a:pt x="11451" y="63288"/>
                    </a:lnTo>
                    <a:lnTo>
                      <a:pt x="12037" y="63278"/>
                    </a:lnTo>
                    <a:lnTo>
                      <a:pt x="12644" y="63268"/>
                    </a:lnTo>
                    <a:lnTo>
                      <a:pt x="13270" y="63248"/>
                    </a:lnTo>
                    <a:lnTo>
                      <a:pt x="13270" y="63248"/>
                    </a:lnTo>
                    <a:lnTo>
                      <a:pt x="14241" y="63197"/>
                    </a:lnTo>
                    <a:lnTo>
                      <a:pt x="15120" y="63126"/>
                    </a:lnTo>
                    <a:lnTo>
                      <a:pt x="15938" y="63045"/>
                    </a:lnTo>
                    <a:lnTo>
                      <a:pt x="16312" y="62995"/>
                    </a:lnTo>
                    <a:lnTo>
                      <a:pt x="16676" y="62944"/>
                    </a:lnTo>
                    <a:lnTo>
                      <a:pt x="17020" y="62884"/>
                    </a:lnTo>
                    <a:lnTo>
                      <a:pt x="17343" y="62823"/>
                    </a:lnTo>
                    <a:lnTo>
                      <a:pt x="17646" y="62763"/>
                    </a:lnTo>
                    <a:lnTo>
                      <a:pt x="17940" y="62692"/>
                    </a:lnTo>
                    <a:lnTo>
                      <a:pt x="18212" y="62621"/>
                    </a:lnTo>
                    <a:lnTo>
                      <a:pt x="18465" y="62540"/>
                    </a:lnTo>
                    <a:lnTo>
                      <a:pt x="18708" y="62459"/>
                    </a:lnTo>
                    <a:lnTo>
                      <a:pt x="18930" y="62368"/>
                    </a:lnTo>
                    <a:lnTo>
                      <a:pt x="19132" y="62277"/>
                    </a:lnTo>
                    <a:lnTo>
                      <a:pt x="19334" y="62176"/>
                    </a:lnTo>
                    <a:lnTo>
                      <a:pt x="19506" y="62075"/>
                    </a:lnTo>
                    <a:lnTo>
                      <a:pt x="19668" y="61964"/>
                    </a:lnTo>
                    <a:lnTo>
                      <a:pt x="19819" y="61853"/>
                    </a:lnTo>
                    <a:lnTo>
                      <a:pt x="19951" y="61732"/>
                    </a:lnTo>
                    <a:lnTo>
                      <a:pt x="20072" y="61610"/>
                    </a:lnTo>
                    <a:lnTo>
                      <a:pt x="20183" y="61489"/>
                    </a:lnTo>
                    <a:lnTo>
                      <a:pt x="20274" y="61358"/>
                    </a:lnTo>
                    <a:lnTo>
                      <a:pt x="20355" y="61216"/>
                    </a:lnTo>
                    <a:lnTo>
                      <a:pt x="20426" y="61075"/>
                    </a:lnTo>
                    <a:lnTo>
                      <a:pt x="20476" y="60923"/>
                    </a:lnTo>
                    <a:lnTo>
                      <a:pt x="20517" y="60772"/>
                    </a:lnTo>
                    <a:lnTo>
                      <a:pt x="20557" y="60610"/>
                    </a:lnTo>
                    <a:lnTo>
                      <a:pt x="20567" y="60448"/>
                    </a:lnTo>
                    <a:lnTo>
                      <a:pt x="20577" y="60276"/>
                    </a:lnTo>
                    <a:lnTo>
                      <a:pt x="20577" y="60094"/>
                    </a:lnTo>
                    <a:lnTo>
                      <a:pt x="20567" y="59912"/>
                    </a:lnTo>
                    <a:lnTo>
                      <a:pt x="20537" y="59731"/>
                    </a:lnTo>
                    <a:lnTo>
                      <a:pt x="20507" y="59528"/>
                    </a:lnTo>
                    <a:lnTo>
                      <a:pt x="20456" y="59336"/>
                    </a:lnTo>
                    <a:lnTo>
                      <a:pt x="20406" y="59124"/>
                    </a:lnTo>
                    <a:lnTo>
                      <a:pt x="20345" y="58912"/>
                    </a:lnTo>
                    <a:lnTo>
                      <a:pt x="20274" y="58700"/>
                    </a:lnTo>
                    <a:lnTo>
                      <a:pt x="20102" y="58245"/>
                    </a:lnTo>
                    <a:lnTo>
                      <a:pt x="19900" y="57770"/>
                    </a:lnTo>
                    <a:lnTo>
                      <a:pt x="19658" y="57265"/>
                    </a:lnTo>
                    <a:lnTo>
                      <a:pt x="19395" y="56729"/>
                    </a:lnTo>
                    <a:lnTo>
                      <a:pt x="19112" y="56173"/>
                    </a:lnTo>
                    <a:lnTo>
                      <a:pt x="18799" y="55597"/>
                    </a:lnTo>
                    <a:lnTo>
                      <a:pt x="18111" y="54354"/>
                    </a:lnTo>
                    <a:lnTo>
                      <a:pt x="17363" y="52989"/>
                    </a:lnTo>
                    <a:lnTo>
                      <a:pt x="16969" y="52272"/>
                    </a:lnTo>
                    <a:lnTo>
                      <a:pt x="16565" y="51524"/>
                    </a:lnTo>
                    <a:lnTo>
                      <a:pt x="16151" y="50736"/>
                    </a:lnTo>
                    <a:lnTo>
                      <a:pt x="15736" y="49927"/>
                    </a:lnTo>
                    <a:lnTo>
                      <a:pt x="15322" y="49088"/>
                    </a:lnTo>
                    <a:lnTo>
                      <a:pt x="14897" y="48219"/>
                    </a:lnTo>
                    <a:lnTo>
                      <a:pt x="14483" y="47310"/>
                    </a:lnTo>
                    <a:lnTo>
                      <a:pt x="14069" y="46380"/>
                    </a:lnTo>
                    <a:lnTo>
                      <a:pt x="13654" y="45409"/>
                    </a:lnTo>
                    <a:lnTo>
                      <a:pt x="13260" y="44409"/>
                    </a:lnTo>
                    <a:lnTo>
                      <a:pt x="12866" y="43378"/>
                    </a:lnTo>
                    <a:lnTo>
                      <a:pt x="12684" y="42842"/>
                    </a:lnTo>
                    <a:lnTo>
                      <a:pt x="12492" y="42307"/>
                    </a:lnTo>
                    <a:lnTo>
                      <a:pt x="12310" y="41761"/>
                    </a:lnTo>
                    <a:lnTo>
                      <a:pt x="12138" y="41205"/>
                    </a:lnTo>
                    <a:lnTo>
                      <a:pt x="11956" y="40639"/>
                    </a:lnTo>
                    <a:lnTo>
                      <a:pt x="11795" y="40073"/>
                    </a:lnTo>
                    <a:lnTo>
                      <a:pt x="11633" y="39487"/>
                    </a:lnTo>
                    <a:lnTo>
                      <a:pt x="11471" y="38901"/>
                    </a:lnTo>
                    <a:lnTo>
                      <a:pt x="11320" y="38305"/>
                    </a:lnTo>
                    <a:lnTo>
                      <a:pt x="11168" y="37688"/>
                    </a:lnTo>
                    <a:lnTo>
                      <a:pt x="11027" y="37072"/>
                    </a:lnTo>
                    <a:lnTo>
                      <a:pt x="10895" y="36445"/>
                    </a:lnTo>
                    <a:lnTo>
                      <a:pt x="10774" y="35818"/>
                    </a:lnTo>
                    <a:lnTo>
                      <a:pt x="10653" y="35172"/>
                    </a:lnTo>
                    <a:lnTo>
                      <a:pt x="10531" y="34515"/>
                    </a:lnTo>
                    <a:lnTo>
                      <a:pt x="10430" y="33858"/>
                    </a:lnTo>
                    <a:lnTo>
                      <a:pt x="10329" y="33181"/>
                    </a:lnTo>
                    <a:lnTo>
                      <a:pt x="10248" y="32503"/>
                    </a:lnTo>
                    <a:lnTo>
                      <a:pt x="10168" y="31816"/>
                    </a:lnTo>
                    <a:lnTo>
                      <a:pt x="10097" y="31109"/>
                    </a:lnTo>
                    <a:lnTo>
                      <a:pt x="10026" y="30401"/>
                    </a:lnTo>
                    <a:lnTo>
                      <a:pt x="9976" y="29684"/>
                    </a:lnTo>
                    <a:lnTo>
                      <a:pt x="9935" y="28956"/>
                    </a:lnTo>
                    <a:lnTo>
                      <a:pt x="9895" y="28218"/>
                    </a:lnTo>
                    <a:lnTo>
                      <a:pt x="9875" y="27470"/>
                    </a:lnTo>
                    <a:lnTo>
                      <a:pt x="9864" y="26712"/>
                    </a:lnTo>
                    <a:lnTo>
                      <a:pt x="9864" y="25944"/>
                    </a:lnTo>
                    <a:lnTo>
                      <a:pt x="9864" y="25166"/>
                    </a:lnTo>
                    <a:lnTo>
                      <a:pt x="9885" y="24378"/>
                    </a:lnTo>
                    <a:lnTo>
                      <a:pt x="9925" y="23579"/>
                    </a:lnTo>
                    <a:lnTo>
                      <a:pt x="9965" y="22771"/>
                    </a:lnTo>
                    <a:lnTo>
                      <a:pt x="10016" y="21952"/>
                    </a:lnTo>
                    <a:lnTo>
                      <a:pt x="10087" y="21123"/>
                    </a:lnTo>
                    <a:lnTo>
                      <a:pt x="10168" y="20285"/>
                    </a:lnTo>
                    <a:lnTo>
                      <a:pt x="10269" y="19436"/>
                    </a:lnTo>
                    <a:lnTo>
                      <a:pt x="10370" y="18577"/>
                    </a:lnTo>
                    <a:lnTo>
                      <a:pt x="10491" y="17707"/>
                    </a:lnTo>
                    <a:lnTo>
                      <a:pt x="10633" y="16828"/>
                    </a:lnTo>
                    <a:lnTo>
                      <a:pt x="10774" y="15939"/>
                    </a:lnTo>
                    <a:lnTo>
                      <a:pt x="10946" y="15039"/>
                    </a:lnTo>
                    <a:lnTo>
                      <a:pt x="11118" y="14130"/>
                    </a:lnTo>
                    <a:lnTo>
                      <a:pt x="11320" y="13200"/>
                    </a:lnTo>
                    <a:lnTo>
                      <a:pt x="11522" y="12270"/>
                    </a:lnTo>
                    <a:lnTo>
                      <a:pt x="11754" y="11330"/>
                    </a:lnTo>
                    <a:lnTo>
                      <a:pt x="11987" y="10370"/>
                    </a:lnTo>
                    <a:lnTo>
                      <a:pt x="12250" y="9410"/>
                    </a:lnTo>
                    <a:lnTo>
                      <a:pt x="12250" y="9410"/>
                    </a:lnTo>
                    <a:lnTo>
                      <a:pt x="12431" y="8712"/>
                    </a:lnTo>
                    <a:lnTo>
                      <a:pt x="12573" y="8045"/>
                    </a:lnTo>
                    <a:lnTo>
                      <a:pt x="12694" y="7419"/>
                    </a:lnTo>
                    <a:lnTo>
                      <a:pt x="12785" y="6812"/>
                    </a:lnTo>
                    <a:lnTo>
                      <a:pt x="12856" y="6236"/>
                    </a:lnTo>
                    <a:lnTo>
                      <a:pt x="12896" y="5691"/>
                    </a:lnTo>
                    <a:lnTo>
                      <a:pt x="12906" y="5175"/>
                    </a:lnTo>
                    <a:lnTo>
                      <a:pt x="12906" y="4680"/>
                    </a:lnTo>
                    <a:lnTo>
                      <a:pt x="12886" y="4447"/>
                    </a:lnTo>
                    <a:lnTo>
                      <a:pt x="12866" y="4215"/>
                    </a:lnTo>
                    <a:lnTo>
                      <a:pt x="12846" y="3993"/>
                    </a:lnTo>
                    <a:lnTo>
                      <a:pt x="12816" y="3780"/>
                    </a:lnTo>
                    <a:lnTo>
                      <a:pt x="12785" y="3568"/>
                    </a:lnTo>
                    <a:lnTo>
                      <a:pt x="12745" y="3366"/>
                    </a:lnTo>
                    <a:lnTo>
                      <a:pt x="12694" y="3174"/>
                    </a:lnTo>
                    <a:lnTo>
                      <a:pt x="12644" y="2982"/>
                    </a:lnTo>
                    <a:lnTo>
                      <a:pt x="12593" y="2800"/>
                    </a:lnTo>
                    <a:lnTo>
                      <a:pt x="12533" y="2618"/>
                    </a:lnTo>
                    <a:lnTo>
                      <a:pt x="12462" y="2446"/>
                    </a:lnTo>
                    <a:lnTo>
                      <a:pt x="12401" y="2285"/>
                    </a:lnTo>
                    <a:lnTo>
                      <a:pt x="12320" y="2123"/>
                    </a:lnTo>
                    <a:lnTo>
                      <a:pt x="12250" y="1971"/>
                    </a:lnTo>
                    <a:lnTo>
                      <a:pt x="12169" y="1830"/>
                    </a:lnTo>
                    <a:lnTo>
                      <a:pt x="12078" y="1688"/>
                    </a:lnTo>
                    <a:lnTo>
                      <a:pt x="11987" y="1557"/>
                    </a:lnTo>
                    <a:lnTo>
                      <a:pt x="11896" y="1426"/>
                    </a:lnTo>
                    <a:lnTo>
                      <a:pt x="11795" y="1304"/>
                    </a:lnTo>
                    <a:lnTo>
                      <a:pt x="11694" y="1183"/>
                    </a:lnTo>
                    <a:lnTo>
                      <a:pt x="11593" y="1072"/>
                    </a:lnTo>
                    <a:lnTo>
                      <a:pt x="11481" y="971"/>
                    </a:lnTo>
                    <a:lnTo>
                      <a:pt x="11370" y="870"/>
                    </a:lnTo>
                    <a:lnTo>
                      <a:pt x="11259" y="779"/>
                    </a:lnTo>
                    <a:lnTo>
                      <a:pt x="11138" y="688"/>
                    </a:lnTo>
                    <a:lnTo>
                      <a:pt x="11017" y="607"/>
                    </a:lnTo>
                    <a:lnTo>
                      <a:pt x="10895" y="526"/>
                    </a:lnTo>
                    <a:lnTo>
                      <a:pt x="10764" y="455"/>
                    </a:lnTo>
                    <a:lnTo>
                      <a:pt x="10511" y="334"/>
                    </a:lnTo>
                    <a:lnTo>
                      <a:pt x="10238" y="223"/>
                    </a:lnTo>
                    <a:lnTo>
                      <a:pt x="9955" y="142"/>
                    </a:lnTo>
                    <a:lnTo>
                      <a:pt x="9672" y="81"/>
                    </a:lnTo>
                    <a:lnTo>
                      <a:pt x="9379" y="31"/>
                    </a:lnTo>
                    <a:lnTo>
                      <a:pt x="9076" y="11"/>
                    </a:lnTo>
                    <a:lnTo>
                      <a:pt x="8773" y="1"/>
                    </a:lnTo>
                    <a:lnTo>
                      <a:pt x="8470" y="11"/>
                    </a:lnTo>
                    <a:lnTo>
                      <a:pt x="8156" y="41"/>
                    </a:lnTo>
                    <a:lnTo>
                      <a:pt x="7843" y="92"/>
                    </a:lnTo>
                    <a:lnTo>
                      <a:pt x="7520" y="162"/>
                    </a:lnTo>
                    <a:lnTo>
                      <a:pt x="7206" y="243"/>
                    </a:lnTo>
                    <a:lnTo>
                      <a:pt x="6893" y="344"/>
                    </a:lnTo>
                    <a:lnTo>
                      <a:pt x="6580" y="455"/>
                    </a:lnTo>
                    <a:lnTo>
                      <a:pt x="6266" y="597"/>
                    </a:lnTo>
                    <a:lnTo>
                      <a:pt x="5953" y="738"/>
                    </a:lnTo>
                    <a:lnTo>
                      <a:pt x="5650" y="900"/>
                    </a:lnTo>
                    <a:lnTo>
                      <a:pt x="5347" y="1082"/>
                    </a:lnTo>
                    <a:lnTo>
                      <a:pt x="5054" y="1274"/>
                    </a:lnTo>
                    <a:lnTo>
                      <a:pt x="4771" y="1486"/>
                    </a:lnTo>
                    <a:lnTo>
                      <a:pt x="4488" y="1699"/>
                    </a:lnTo>
                    <a:lnTo>
                      <a:pt x="4215" y="1931"/>
                    </a:lnTo>
                    <a:lnTo>
                      <a:pt x="3952" y="2184"/>
                    </a:lnTo>
                    <a:lnTo>
                      <a:pt x="3699" y="2436"/>
                    </a:lnTo>
                    <a:lnTo>
                      <a:pt x="3457" y="2709"/>
                    </a:lnTo>
                    <a:lnTo>
                      <a:pt x="3235" y="2992"/>
                    </a:lnTo>
                    <a:lnTo>
                      <a:pt x="3012" y="3285"/>
                    </a:lnTo>
                    <a:lnTo>
                      <a:pt x="2810" y="3588"/>
                    </a:lnTo>
                    <a:lnTo>
                      <a:pt x="2628" y="3902"/>
                    </a:lnTo>
                    <a:lnTo>
                      <a:pt x="2456" y="4235"/>
                    </a:lnTo>
                    <a:lnTo>
                      <a:pt x="2295" y="4569"/>
                    </a:lnTo>
                    <a:lnTo>
                      <a:pt x="2163" y="4912"/>
                    </a:lnTo>
                    <a:lnTo>
                      <a:pt x="2042" y="5256"/>
                    </a:lnTo>
                    <a:lnTo>
                      <a:pt x="1941" y="5620"/>
                    </a:lnTo>
                    <a:lnTo>
                      <a:pt x="1860" y="5994"/>
                    </a:lnTo>
                    <a:lnTo>
                      <a:pt x="1799" y="6368"/>
                    </a:lnTo>
                    <a:lnTo>
                      <a:pt x="1769" y="6752"/>
                    </a:lnTo>
                    <a:lnTo>
                      <a:pt x="1749" y="7146"/>
                    </a:lnTo>
                    <a:lnTo>
                      <a:pt x="1759" y="7540"/>
                    </a:lnTo>
                    <a:lnTo>
                      <a:pt x="1779" y="7742"/>
                    </a:lnTo>
                    <a:lnTo>
                      <a:pt x="1799" y="7944"/>
                    </a:lnTo>
                    <a:lnTo>
                      <a:pt x="1830" y="8147"/>
                    </a:lnTo>
                    <a:lnTo>
                      <a:pt x="1860" y="8349"/>
                    </a:lnTo>
                    <a:lnTo>
                      <a:pt x="1900" y="8561"/>
                    </a:lnTo>
                    <a:lnTo>
                      <a:pt x="1951" y="8763"/>
                    </a:lnTo>
                    <a:lnTo>
                      <a:pt x="1951" y="8763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2409200" y="4181200"/>
                <a:ext cx="193575" cy="181425"/>
              </a:xfrm>
              <a:custGeom>
                <a:avLst/>
                <a:gdLst/>
                <a:ahLst/>
                <a:cxnLst/>
                <a:rect l="l" t="t" r="r" b="b"/>
                <a:pathLst>
                  <a:path w="7743" h="7257" extrusionOk="0">
                    <a:moveTo>
                      <a:pt x="334" y="0"/>
                    </a:moveTo>
                    <a:lnTo>
                      <a:pt x="334" y="0"/>
                    </a:lnTo>
                    <a:lnTo>
                      <a:pt x="658" y="223"/>
                    </a:lnTo>
                    <a:lnTo>
                      <a:pt x="1001" y="445"/>
                    </a:lnTo>
                    <a:lnTo>
                      <a:pt x="1345" y="657"/>
                    </a:lnTo>
                    <a:lnTo>
                      <a:pt x="1709" y="859"/>
                    </a:lnTo>
                    <a:lnTo>
                      <a:pt x="2073" y="1062"/>
                    </a:lnTo>
                    <a:lnTo>
                      <a:pt x="2457" y="1254"/>
                    </a:lnTo>
                    <a:lnTo>
                      <a:pt x="2841" y="1446"/>
                    </a:lnTo>
                    <a:lnTo>
                      <a:pt x="3235" y="1628"/>
                    </a:lnTo>
                    <a:lnTo>
                      <a:pt x="3235" y="1628"/>
                    </a:lnTo>
                    <a:lnTo>
                      <a:pt x="3619" y="1799"/>
                    </a:lnTo>
                    <a:lnTo>
                      <a:pt x="3983" y="1991"/>
                    </a:lnTo>
                    <a:lnTo>
                      <a:pt x="4337" y="2183"/>
                    </a:lnTo>
                    <a:lnTo>
                      <a:pt x="4680" y="2396"/>
                    </a:lnTo>
                    <a:lnTo>
                      <a:pt x="5004" y="2608"/>
                    </a:lnTo>
                    <a:lnTo>
                      <a:pt x="5317" y="2820"/>
                    </a:lnTo>
                    <a:lnTo>
                      <a:pt x="5620" y="3053"/>
                    </a:lnTo>
                    <a:lnTo>
                      <a:pt x="5903" y="3285"/>
                    </a:lnTo>
                    <a:lnTo>
                      <a:pt x="6176" y="3528"/>
                    </a:lnTo>
                    <a:lnTo>
                      <a:pt x="6439" y="3780"/>
                    </a:lnTo>
                    <a:lnTo>
                      <a:pt x="6691" y="4033"/>
                    </a:lnTo>
                    <a:lnTo>
                      <a:pt x="6924" y="4296"/>
                    </a:lnTo>
                    <a:lnTo>
                      <a:pt x="7146" y="4569"/>
                    </a:lnTo>
                    <a:lnTo>
                      <a:pt x="7358" y="4841"/>
                    </a:lnTo>
                    <a:lnTo>
                      <a:pt x="7561" y="5114"/>
                    </a:lnTo>
                    <a:lnTo>
                      <a:pt x="7742" y="5397"/>
                    </a:lnTo>
                    <a:lnTo>
                      <a:pt x="7742" y="5397"/>
                    </a:lnTo>
                    <a:lnTo>
                      <a:pt x="7369" y="5670"/>
                    </a:lnTo>
                    <a:lnTo>
                      <a:pt x="6984" y="5923"/>
                    </a:lnTo>
                    <a:lnTo>
                      <a:pt x="6590" y="6155"/>
                    </a:lnTo>
                    <a:lnTo>
                      <a:pt x="6206" y="6368"/>
                    </a:lnTo>
                    <a:lnTo>
                      <a:pt x="5812" y="6570"/>
                    </a:lnTo>
                    <a:lnTo>
                      <a:pt x="5418" y="6742"/>
                    </a:lnTo>
                    <a:lnTo>
                      <a:pt x="5034" y="6883"/>
                    </a:lnTo>
                    <a:lnTo>
                      <a:pt x="4650" y="7014"/>
                    </a:lnTo>
                    <a:lnTo>
                      <a:pt x="4276" y="7115"/>
                    </a:lnTo>
                    <a:lnTo>
                      <a:pt x="4084" y="7156"/>
                    </a:lnTo>
                    <a:lnTo>
                      <a:pt x="3902" y="7186"/>
                    </a:lnTo>
                    <a:lnTo>
                      <a:pt x="3720" y="7217"/>
                    </a:lnTo>
                    <a:lnTo>
                      <a:pt x="3538" y="7237"/>
                    </a:lnTo>
                    <a:lnTo>
                      <a:pt x="3366" y="7247"/>
                    </a:lnTo>
                    <a:lnTo>
                      <a:pt x="3184" y="7257"/>
                    </a:lnTo>
                    <a:lnTo>
                      <a:pt x="3013" y="7247"/>
                    </a:lnTo>
                    <a:lnTo>
                      <a:pt x="2841" y="7247"/>
                    </a:lnTo>
                    <a:lnTo>
                      <a:pt x="2679" y="7227"/>
                    </a:lnTo>
                    <a:lnTo>
                      <a:pt x="2517" y="7206"/>
                    </a:lnTo>
                    <a:lnTo>
                      <a:pt x="2356" y="7166"/>
                    </a:lnTo>
                    <a:lnTo>
                      <a:pt x="2204" y="7126"/>
                    </a:lnTo>
                    <a:lnTo>
                      <a:pt x="2042" y="7085"/>
                    </a:lnTo>
                    <a:lnTo>
                      <a:pt x="1901" y="7025"/>
                    </a:lnTo>
                    <a:lnTo>
                      <a:pt x="1759" y="6954"/>
                    </a:lnTo>
                    <a:lnTo>
                      <a:pt x="1618" y="6883"/>
                    </a:lnTo>
                    <a:lnTo>
                      <a:pt x="1476" y="6802"/>
                    </a:lnTo>
                    <a:lnTo>
                      <a:pt x="1345" y="6711"/>
                    </a:lnTo>
                    <a:lnTo>
                      <a:pt x="1224" y="6610"/>
                    </a:lnTo>
                    <a:lnTo>
                      <a:pt x="1102" y="6499"/>
                    </a:lnTo>
                    <a:lnTo>
                      <a:pt x="991" y="6378"/>
                    </a:lnTo>
                    <a:lnTo>
                      <a:pt x="880" y="6256"/>
                    </a:lnTo>
                    <a:lnTo>
                      <a:pt x="769" y="6115"/>
                    </a:lnTo>
                    <a:lnTo>
                      <a:pt x="678" y="5963"/>
                    </a:lnTo>
                    <a:lnTo>
                      <a:pt x="577" y="5812"/>
                    </a:lnTo>
                    <a:lnTo>
                      <a:pt x="496" y="5640"/>
                    </a:lnTo>
                    <a:lnTo>
                      <a:pt x="415" y="5468"/>
                    </a:lnTo>
                    <a:lnTo>
                      <a:pt x="344" y="5276"/>
                    </a:lnTo>
                    <a:lnTo>
                      <a:pt x="274" y="5084"/>
                    </a:lnTo>
                    <a:lnTo>
                      <a:pt x="213" y="4872"/>
                    </a:lnTo>
                    <a:lnTo>
                      <a:pt x="163" y="4649"/>
                    </a:lnTo>
                    <a:lnTo>
                      <a:pt x="112" y="4427"/>
                    </a:lnTo>
                    <a:lnTo>
                      <a:pt x="82" y="4185"/>
                    </a:lnTo>
                    <a:lnTo>
                      <a:pt x="41" y="3932"/>
                    </a:lnTo>
                    <a:lnTo>
                      <a:pt x="21" y="3669"/>
                    </a:lnTo>
                    <a:lnTo>
                      <a:pt x="11" y="3396"/>
                    </a:lnTo>
                    <a:lnTo>
                      <a:pt x="1" y="3113"/>
                    </a:lnTo>
                    <a:lnTo>
                      <a:pt x="1" y="2810"/>
                    </a:lnTo>
                    <a:lnTo>
                      <a:pt x="11" y="2507"/>
                    </a:lnTo>
                    <a:lnTo>
                      <a:pt x="31" y="2183"/>
                    </a:lnTo>
                    <a:lnTo>
                      <a:pt x="61" y="1850"/>
                    </a:lnTo>
                    <a:lnTo>
                      <a:pt x="92" y="1506"/>
                    </a:lnTo>
                    <a:lnTo>
                      <a:pt x="142" y="1153"/>
                    </a:lnTo>
                    <a:lnTo>
                      <a:pt x="193" y="779"/>
                    </a:lnTo>
                    <a:lnTo>
                      <a:pt x="254" y="395"/>
                    </a:lnTo>
                    <a:lnTo>
                      <a:pt x="334" y="0"/>
                    </a:ln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B97D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2409200" y="2955025"/>
                <a:ext cx="1595350" cy="1407600"/>
              </a:xfrm>
              <a:custGeom>
                <a:avLst/>
                <a:gdLst/>
                <a:ahLst/>
                <a:cxnLst/>
                <a:rect l="l" t="t" r="r" b="b"/>
                <a:pathLst>
                  <a:path w="63814" h="56304" extrusionOk="0">
                    <a:moveTo>
                      <a:pt x="961" y="46531"/>
                    </a:moveTo>
                    <a:lnTo>
                      <a:pt x="961" y="46531"/>
                    </a:lnTo>
                    <a:lnTo>
                      <a:pt x="1305" y="45914"/>
                    </a:lnTo>
                    <a:lnTo>
                      <a:pt x="1668" y="45318"/>
                    </a:lnTo>
                    <a:lnTo>
                      <a:pt x="2042" y="44712"/>
                    </a:lnTo>
                    <a:lnTo>
                      <a:pt x="2426" y="44115"/>
                    </a:lnTo>
                    <a:lnTo>
                      <a:pt x="2831" y="43519"/>
                    </a:lnTo>
                    <a:lnTo>
                      <a:pt x="3245" y="42923"/>
                    </a:lnTo>
                    <a:lnTo>
                      <a:pt x="3670" y="42337"/>
                    </a:lnTo>
                    <a:lnTo>
                      <a:pt x="4114" y="41750"/>
                    </a:lnTo>
                    <a:lnTo>
                      <a:pt x="4559" y="41174"/>
                    </a:lnTo>
                    <a:lnTo>
                      <a:pt x="5024" y="40598"/>
                    </a:lnTo>
                    <a:lnTo>
                      <a:pt x="5509" y="40022"/>
                    </a:lnTo>
                    <a:lnTo>
                      <a:pt x="5994" y="39456"/>
                    </a:lnTo>
                    <a:lnTo>
                      <a:pt x="6499" y="38900"/>
                    </a:lnTo>
                    <a:lnTo>
                      <a:pt x="7015" y="38345"/>
                    </a:lnTo>
                    <a:lnTo>
                      <a:pt x="7540" y="37799"/>
                    </a:lnTo>
                    <a:lnTo>
                      <a:pt x="8076" y="37253"/>
                    </a:lnTo>
                    <a:lnTo>
                      <a:pt x="8076" y="37253"/>
                    </a:lnTo>
                    <a:lnTo>
                      <a:pt x="8885" y="36465"/>
                    </a:lnTo>
                    <a:lnTo>
                      <a:pt x="9673" y="35717"/>
                    </a:lnTo>
                    <a:lnTo>
                      <a:pt x="10451" y="34999"/>
                    </a:lnTo>
                    <a:lnTo>
                      <a:pt x="11229" y="34312"/>
                    </a:lnTo>
                    <a:lnTo>
                      <a:pt x="11987" y="33665"/>
                    </a:lnTo>
                    <a:lnTo>
                      <a:pt x="12735" y="33049"/>
                    </a:lnTo>
                    <a:lnTo>
                      <a:pt x="13473" y="32463"/>
                    </a:lnTo>
                    <a:lnTo>
                      <a:pt x="14201" y="31897"/>
                    </a:lnTo>
                    <a:lnTo>
                      <a:pt x="14918" y="31361"/>
                    </a:lnTo>
                    <a:lnTo>
                      <a:pt x="15626" y="30856"/>
                    </a:lnTo>
                    <a:lnTo>
                      <a:pt x="16323" y="30381"/>
                    </a:lnTo>
                    <a:lnTo>
                      <a:pt x="17010" y="29916"/>
                    </a:lnTo>
                    <a:lnTo>
                      <a:pt x="17697" y="29491"/>
                    </a:lnTo>
                    <a:lnTo>
                      <a:pt x="18364" y="29077"/>
                    </a:lnTo>
                    <a:lnTo>
                      <a:pt x="19031" y="28683"/>
                    </a:lnTo>
                    <a:lnTo>
                      <a:pt x="19688" y="28309"/>
                    </a:lnTo>
                    <a:lnTo>
                      <a:pt x="20335" y="27965"/>
                    </a:lnTo>
                    <a:lnTo>
                      <a:pt x="20982" y="27621"/>
                    </a:lnTo>
                    <a:lnTo>
                      <a:pt x="21619" y="27308"/>
                    </a:lnTo>
                    <a:lnTo>
                      <a:pt x="22255" y="27005"/>
                    </a:lnTo>
                    <a:lnTo>
                      <a:pt x="22882" y="26712"/>
                    </a:lnTo>
                    <a:lnTo>
                      <a:pt x="23499" y="26439"/>
                    </a:lnTo>
                    <a:lnTo>
                      <a:pt x="24115" y="26176"/>
                    </a:lnTo>
                    <a:lnTo>
                      <a:pt x="24721" y="25924"/>
                    </a:lnTo>
                    <a:lnTo>
                      <a:pt x="25328" y="25681"/>
                    </a:lnTo>
                    <a:lnTo>
                      <a:pt x="25924" y="25438"/>
                    </a:lnTo>
                    <a:lnTo>
                      <a:pt x="27117" y="24994"/>
                    </a:lnTo>
                    <a:lnTo>
                      <a:pt x="28289" y="24559"/>
                    </a:lnTo>
                    <a:lnTo>
                      <a:pt x="29461" y="24145"/>
                    </a:lnTo>
                    <a:lnTo>
                      <a:pt x="30614" y="23730"/>
                    </a:lnTo>
                    <a:lnTo>
                      <a:pt x="31776" y="23306"/>
                    </a:lnTo>
                    <a:lnTo>
                      <a:pt x="32918" y="22861"/>
                    </a:lnTo>
                    <a:lnTo>
                      <a:pt x="33494" y="22639"/>
                    </a:lnTo>
                    <a:lnTo>
                      <a:pt x="34070" y="22406"/>
                    </a:lnTo>
                    <a:lnTo>
                      <a:pt x="34646" y="22154"/>
                    </a:lnTo>
                    <a:lnTo>
                      <a:pt x="35222" y="21901"/>
                    </a:lnTo>
                    <a:lnTo>
                      <a:pt x="35808" y="21638"/>
                    </a:lnTo>
                    <a:lnTo>
                      <a:pt x="36384" y="21365"/>
                    </a:lnTo>
                    <a:lnTo>
                      <a:pt x="36971" y="21072"/>
                    </a:lnTo>
                    <a:lnTo>
                      <a:pt x="37557" y="20769"/>
                    </a:lnTo>
                    <a:lnTo>
                      <a:pt x="38143" y="20456"/>
                    </a:lnTo>
                    <a:lnTo>
                      <a:pt x="38729" y="20122"/>
                    </a:lnTo>
                    <a:lnTo>
                      <a:pt x="39325" y="19769"/>
                    </a:lnTo>
                    <a:lnTo>
                      <a:pt x="39922" y="19395"/>
                    </a:lnTo>
                    <a:lnTo>
                      <a:pt x="40518" y="19011"/>
                    </a:lnTo>
                    <a:lnTo>
                      <a:pt x="41124" y="18596"/>
                    </a:lnTo>
                    <a:lnTo>
                      <a:pt x="41741" y="18162"/>
                    </a:lnTo>
                    <a:lnTo>
                      <a:pt x="42357" y="17707"/>
                    </a:lnTo>
                    <a:lnTo>
                      <a:pt x="42974" y="17222"/>
                    </a:lnTo>
                    <a:lnTo>
                      <a:pt x="43600" y="16716"/>
                    </a:lnTo>
                    <a:lnTo>
                      <a:pt x="44227" y="16191"/>
                    </a:lnTo>
                    <a:lnTo>
                      <a:pt x="44864" y="15625"/>
                    </a:lnTo>
                    <a:lnTo>
                      <a:pt x="45511" y="15039"/>
                    </a:lnTo>
                    <a:lnTo>
                      <a:pt x="46168" y="14422"/>
                    </a:lnTo>
                    <a:lnTo>
                      <a:pt x="46824" y="13775"/>
                    </a:lnTo>
                    <a:lnTo>
                      <a:pt x="47491" y="13088"/>
                    </a:lnTo>
                    <a:lnTo>
                      <a:pt x="48169" y="12371"/>
                    </a:lnTo>
                    <a:lnTo>
                      <a:pt x="48846" y="11623"/>
                    </a:lnTo>
                    <a:lnTo>
                      <a:pt x="48846" y="11623"/>
                    </a:lnTo>
                    <a:lnTo>
                      <a:pt x="49674" y="10703"/>
                    </a:lnTo>
                    <a:lnTo>
                      <a:pt x="50453" y="9854"/>
                    </a:lnTo>
                    <a:lnTo>
                      <a:pt x="51858" y="8328"/>
                    </a:lnTo>
                    <a:lnTo>
                      <a:pt x="52484" y="7621"/>
                    </a:lnTo>
                    <a:lnTo>
                      <a:pt x="53070" y="6953"/>
                    </a:lnTo>
                    <a:lnTo>
                      <a:pt x="53606" y="6297"/>
                    </a:lnTo>
                    <a:lnTo>
                      <a:pt x="53859" y="5983"/>
                    </a:lnTo>
                    <a:lnTo>
                      <a:pt x="54101" y="5670"/>
                    </a:lnTo>
                    <a:lnTo>
                      <a:pt x="54324" y="5347"/>
                    </a:lnTo>
                    <a:lnTo>
                      <a:pt x="54546" y="5033"/>
                    </a:lnTo>
                    <a:lnTo>
                      <a:pt x="54758" y="4720"/>
                    </a:lnTo>
                    <a:lnTo>
                      <a:pt x="54950" y="4397"/>
                    </a:lnTo>
                    <a:lnTo>
                      <a:pt x="55142" y="4073"/>
                    </a:lnTo>
                    <a:lnTo>
                      <a:pt x="55324" y="3750"/>
                    </a:lnTo>
                    <a:lnTo>
                      <a:pt x="55486" y="3416"/>
                    </a:lnTo>
                    <a:lnTo>
                      <a:pt x="55647" y="3083"/>
                    </a:lnTo>
                    <a:lnTo>
                      <a:pt x="55799" y="2729"/>
                    </a:lnTo>
                    <a:lnTo>
                      <a:pt x="55930" y="2375"/>
                    </a:lnTo>
                    <a:lnTo>
                      <a:pt x="56062" y="2011"/>
                    </a:lnTo>
                    <a:lnTo>
                      <a:pt x="56183" y="1637"/>
                    </a:lnTo>
                    <a:lnTo>
                      <a:pt x="56294" y="1243"/>
                    </a:lnTo>
                    <a:lnTo>
                      <a:pt x="56395" y="849"/>
                    </a:lnTo>
                    <a:lnTo>
                      <a:pt x="56486" y="425"/>
                    </a:lnTo>
                    <a:lnTo>
                      <a:pt x="56577" y="0"/>
                    </a:lnTo>
                    <a:lnTo>
                      <a:pt x="56577" y="0"/>
                    </a:lnTo>
                    <a:lnTo>
                      <a:pt x="57699" y="566"/>
                    </a:lnTo>
                    <a:lnTo>
                      <a:pt x="57699" y="566"/>
                    </a:lnTo>
                    <a:lnTo>
                      <a:pt x="58022" y="849"/>
                    </a:lnTo>
                    <a:lnTo>
                      <a:pt x="58356" y="1122"/>
                    </a:lnTo>
                    <a:lnTo>
                      <a:pt x="58700" y="1395"/>
                    </a:lnTo>
                    <a:lnTo>
                      <a:pt x="59053" y="1648"/>
                    </a:lnTo>
                    <a:lnTo>
                      <a:pt x="59407" y="1900"/>
                    </a:lnTo>
                    <a:lnTo>
                      <a:pt x="59771" y="2143"/>
                    </a:lnTo>
                    <a:lnTo>
                      <a:pt x="60145" y="2385"/>
                    </a:lnTo>
                    <a:lnTo>
                      <a:pt x="60529" y="2608"/>
                    </a:lnTo>
                    <a:lnTo>
                      <a:pt x="60913" y="2830"/>
                    </a:lnTo>
                    <a:lnTo>
                      <a:pt x="61307" y="3042"/>
                    </a:lnTo>
                    <a:lnTo>
                      <a:pt x="61711" y="3254"/>
                    </a:lnTo>
                    <a:lnTo>
                      <a:pt x="62116" y="3457"/>
                    </a:lnTo>
                    <a:lnTo>
                      <a:pt x="62530" y="3649"/>
                    </a:lnTo>
                    <a:lnTo>
                      <a:pt x="62944" y="3831"/>
                    </a:lnTo>
                    <a:lnTo>
                      <a:pt x="63369" y="4012"/>
                    </a:lnTo>
                    <a:lnTo>
                      <a:pt x="63793" y="4184"/>
                    </a:lnTo>
                    <a:lnTo>
                      <a:pt x="63793" y="4184"/>
                    </a:lnTo>
                    <a:lnTo>
                      <a:pt x="63803" y="5478"/>
                    </a:lnTo>
                    <a:lnTo>
                      <a:pt x="63814" y="6802"/>
                    </a:lnTo>
                    <a:lnTo>
                      <a:pt x="63814" y="6802"/>
                    </a:lnTo>
                    <a:lnTo>
                      <a:pt x="63803" y="7732"/>
                    </a:lnTo>
                    <a:lnTo>
                      <a:pt x="63773" y="8672"/>
                    </a:lnTo>
                    <a:lnTo>
                      <a:pt x="63733" y="9612"/>
                    </a:lnTo>
                    <a:lnTo>
                      <a:pt x="63662" y="10551"/>
                    </a:lnTo>
                    <a:lnTo>
                      <a:pt x="63581" y="11481"/>
                    </a:lnTo>
                    <a:lnTo>
                      <a:pt x="63490" y="12401"/>
                    </a:lnTo>
                    <a:lnTo>
                      <a:pt x="63369" y="13321"/>
                    </a:lnTo>
                    <a:lnTo>
                      <a:pt x="63237" y="14220"/>
                    </a:lnTo>
                    <a:lnTo>
                      <a:pt x="63086" y="15099"/>
                    </a:lnTo>
                    <a:lnTo>
                      <a:pt x="62924" y="15958"/>
                    </a:lnTo>
                    <a:lnTo>
                      <a:pt x="62732" y="16797"/>
                    </a:lnTo>
                    <a:lnTo>
                      <a:pt x="62530" y="17606"/>
                    </a:lnTo>
                    <a:lnTo>
                      <a:pt x="62429" y="18000"/>
                    </a:lnTo>
                    <a:lnTo>
                      <a:pt x="62318" y="18394"/>
                    </a:lnTo>
                    <a:lnTo>
                      <a:pt x="62196" y="18768"/>
                    </a:lnTo>
                    <a:lnTo>
                      <a:pt x="62075" y="19142"/>
                    </a:lnTo>
                    <a:lnTo>
                      <a:pt x="61954" y="19496"/>
                    </a:lnTo>
                    <a:lnTo>
                      <a:pt x="61833" y="19849"/>
                    </a:lnTo>
                    <a:lnTo>
                      <a:pt x="61701" y="20193"/>
                    </a:lnTo>
                    <a:lnTo>
                      <a:pt x="61560" y="20527"/>
                    </a:lnTo>
                    <a:lnTo>
                      <a:pt x="61418" y="20850"/>
                    </a:lnTo>
                    <a:lnTo>
                      <a:pt x="61277" y="21163"/>
                    </a:lnTo>
                    <a:lnTo>
                      <a:pt x="61125" y="21456"/>
                    </a:lnTo>
                    <a:lnTo>
                      <a:pt x="60974" y="21750"/>
                    </a:lnTo>
                    <a:lnTo>
                      <a:pt x="60822" y="22022"/>
                    </a:lnTo>
                    <a:lnTo>
                      <a:pt x="60660" y="22285"/>
                    </a:lnTo>
                    <a:lnTo>
                      <a:pt x="60499" y="22538"/>
                    </a:lnTo>
                    <a:lnTo>
                      <a:pt x="60327" y="22780"/>
                    </a:lnTo>
                    <a:lnTo>
                      <a:pt x="60155" y="23003"/>
                    </a:lnTo>
                    <a:lnTo>
                      <a:pt x="59973" y="23215"/>
                    </a:lnTo>
                    <a:lnTo>
                      <a:pt x="59801" y="23407"/>
                    </a:lnTo>
                    <a:lnTo>
                      <a:pt x="59609" y="23589"/>
                    </a:lnTo>
                    <a:lnTo>
                      <a:pt x="59427" y="23761"/>
                    </a:lnTo>
                    <a:lnTo>
                      <a:pt x="59235" y="23912"/>
                    </a:lnTo>
                    <a:lnTo>
                      <a:pt x="59033" y="24044"/>
                    </a:lnTo>
                    <a:lnTo>
                      <a:pt x="58841" y="24165"/>
                    </a:lnTo>
                    <a:lnTo>
                      <a:pt x="58629" y="24266"/>
                    </a:lnTo>
                    <a:lnTo>
                      <a:pt x="58427" y="24347"/>
                    </a:lnTo>
                    <a:lnTo>
                      <a:pt x="58215" y="24418"/>
                    </a:lnTo>
                    <a:lnTo>
                      <a:pt x="58002" y="24468"/>
                    </a:lnTo>
                    <a:lnTo>
                      <a:pt x="57780" y="24499"/>
                    </a:lnTo>
                    <a:lnTo>
                      <a:pt x="57558" y="24519"/>
                    </a:lnTo>
                    <a:lnTo>
                      <a:pt x="57335" y="24509"/>
                    </a:lnTo>
                    <a:lnTo>
                      <a:pt x="57103" y="24488"/>
                    </a:lnTo>
                    <a:lnTo>
                      <a:pt x="56870" y="24438"/>
                    </a:lnTo>
                    <a:lnTo>
                      <a:pt x="56628" y="24377"/>
                    </a:lnTo>
                    <a:lnTo>
                      <a:pt x="56385" y="24296"/>
                    </a:lnTo>
                    <a:lnTo>
                      <a:pt x="56143" y="24185"/>
                    </a:lnTo>
                    <a:lnTo>
                      <a:pt x="55890" y="24064"/>
                    </a:lnTo>
                    <a:lnTo>
                      <a:pt x="55637" y="23912"/>
                    </a:lnTo>
                    <a:lnTo>
                      <a:pt x="55385" y="23741"/>
                    </a:lnTo>
                    <a:lnTo>
                      <a:pt x="55122" y="23549"/>
                    </a:lnTo>
                    <a:lnTo>
                      <a:pt x="55122" y="23549"/>
                    </a:lnTo>
                    <a:lnTo>
                      <a:pt x="54859" y="23367"/>
                    </a:lnTo>
                    <a:lnTo>
                      <a:pt x="54596" y="23195"/>
                    </a:lnTo>
                    <a:lnTo>
                      <a:pt x="54334" y="23053"/>
                    </a:lnTo>
                    <a:lnTo>
                      <a:pt x="54071" y="22942"/>
                    </a:lnTo>
                    <a:lnTo>
                      <a:pt x="53808" y="22851"/>
                    </a:lnTo>
                    <a:lnTo>
                      <a:pt x="53545" y="22791"/>
                    </a:lnTo>
                    <a:lnTo>
                      <a:pt x="53272" y="22740"/>
                    </a:lnTo>
                    <a:lnTo>
                      <a:pt x="53010" y="22730"/>
                    </a:lnTo>
                    <a:lnTo>
                      <a:pt x="52747" y="22730"/>
                    </a:lnTo>
                    <a:lnTo>
                      <a:pt x="52484" y="22750"/>
                    </a:lnTo>
                    <a:lnTo>
                      <a:pt x="52221" y="22801"/>
                    </a:lnTo>
                    <a:lnTo>
                      <a:pt x="51959" y="22871"/>
                    </a:lnTo>
                    <a:lnTo>
                      <a:pt x="51696" y="22952"/>
                    </a:lnTo>
                    <a:lnTo>
                      <a:pt x="51433" y="23063"/>
                    </a:lnTo>
                    <a:lnTo>
                      <a:pt x="51170" y="23195"/>
                    </a:lnTo>
                    <a:lnTo>
                      <a:pt x="50907" y="23336"/>
                    </a:lnTo>
                    <a:lnTo>
                      <a:pt x="50645" y="23508"/>
                    </a:lnTo>
                    <a:lnTo>
                      <a:pt x="50392" y="23690"/>
                    </a:lnTo>
                    <a:lnTo>
                      <a:pt x="50129" y="23892"/>
                    </a:lnTo>
                    <a:lnTo>
                      <a:pt x="49877" y="24104"/>
                    </a:lnTo>
                    <a:lnTo>
                      <a:pt x="49624" y="24347"/>
                    </a:lnTo>
                    <a:lnTo>
                      <a:pt x="49371" y="24589"/>
                    </a:lnTo>
                    <a:lnTo>
                      <a:pt x="49119" y="24862"/>
                    </a:lnTo>
                    <a:lnTo>
                      <a:pt x="48876" y="25145"/>
                    </a:lnTo>
                    <a:lnTo>
                      <a:pt x="48634" y="25438"/>
                    </a:lnTo>
                    <a:lnTo>
                      <a:pt x="48391" y="25752"/>
                    </a:lnTo>
                    <a:lnTo>
                      <a:pt x="48148" y="26075"/>
                    </a:lnTo>
                    <a:lnTo>
                      <a:pt x="47906" y="26419"/>
                    </a:lnTo>
                    <a:lnTo>
                      <a:pt x="47673" y="26773"/>
                    </a:lnTo>
                    <a:lnTo>
                      <a:pt x="47441" y="27136"/>
                    </a:lnTo>
                    <a:lnTo>
                      <a:pt x="47208" y="27510"/>
                    </a:lnTo>
                    <a:lnTo>
                      <a:pt x="46986" y="27894"/>
                    </a:lnTo>
                    <a:lnTo>
                      <a:pt x="46754" y="28288"/>
                    </a:lnTo>
                    <a:lnTo>
                      <a:pt x="46541" y="28703"/>
                    </a:lnTo>
                    <a:lnTo>
                      <a:pt x="46319" y="29117"/>
                    </a:lnTo>
                    <a:lnTo>
                      <a:pt x="46107" y="29542"/>
                    </a:lnTo>
                    <a:lnTo>
                      <a:pt x="45895" y="29986"/>
                    </a:lnTo>
                    <a:lnTo>
                      <a:pt x="45693" y="30431"/>
                    </a:lnTo>
                    <a:lnTo>
                      <a:pt x="45490" y="30886"/>
                    </a:lnTo>
                    <a:lnTo>
                      <a:pt x="45288" y="31341"/>
                    </a:lnTo>
                    <a:lnTo>
                      <a:pt x="45096" y="31806"/>
                    </a:lnTo>
                    <a:lnTo>
                      <a:pt x="44904" y="32281"/>
                    </a:lnTo>
                    <a:lnTo>
                      <a:pt x="44722" y="32766"/>
                    </a:lnTo>
                    <a:lnTo>
                      <a:pt x="44540" y="33251"/>
                    </a:lnTo>
                    <a:lnTo>
                      <a:pt x="44369" y="33746"/>
                    </a:lnTo>
                    <a:lnTo>
                      <a:pt x="44197" y="34241"/>
                    </a:lnTo>
                    <a:lnTo>
                      <a:pt x="43873" y="35242"/>
                    </a:lnTo>
                    <a:lnTo>
                      <a:pt x="43560" y="36263"/>
                    </a:lnTo>
                    <a:lnTo>
                      <a:pt x="43277" y="37283"/>
                    </a:lnTo>
                    <a:lnTo>
                      <a:pt x="43024" y="38314"/>
                    </a:lnTo>
                    <a:lnTo>
                      <a:pt x="42782" y="39345"/>
                    </a:lnTo>
                    <a:lnTo>
                      <a:pt x="42570" y="40376"/>
                    </a:lnTo>
                    <a:lnTo>
                      <a:pt x="42479" y="40881"/>
                    </a:lnTo>
                    <a:lnTo>
                      <a:pt x="42388" y="41397"/>
                    </a:lnTo>
                    <a:lnTo>
                      <a:pt x="42307" y="41902"/>
                    </a:lnTo>
                    <a:lnTo>
                      <a:pt x="42226" y="42407"/>
                    </a:lnTo>
                    <a:lnTo>
                      <a:pt x="42155" y="42903"/>
                    </a:lnTo>
                    <a:lnTo>
                      <a:pt x="42095" y="43408"/>
                    </a:lnTo>
                    <a:lnTo>
                      <a:pt x="42095" y="43408"/>
                    </a:lnTo>
                    <a:lnTo>
                      <a:pt x="41872" y="45268"/>
                    </a:lnTo>
                    <a:lnTo>
                      <a:pt x="41751" y="46106"/>
                    </a:lnTo>
                    <a:lnTo>
                      <a:pt x="41640" y="46895"/>
                    </a:lnTo>
                    <a:lnTo>
                      <a:pt x="41519" y="47622"/>
                    </a:lnTo>
                    <a:lnTo>
                      <a:pt x="41397" y="48289"/>
                    </a:lnTo>
                    <a:lnTo>
                      <a:pt x="41266" y="48906"/>
                    </a:lnTo>
                    <a:lnTo>
                      <a:pt x="41195" y="49189"/>
                    </a:lnTo>
                    <a:lnTo>
                      <a:pt x="41114" y="49462"/>
                    </a:lnTo>
                    <a:lnTo>
                      <a:pt x="41044" y="49714"/>
                    </a:lnTo>
                    <a:lnTo>
                      <a:pt x="40963" y="49957"/>
                    </a:lnTo>
                    <a:lnTo>
                      <a:pt x="40882" y="50189"/>
                    </a:lnTo>
                    <a:lnTo>
                      <a:pt x="40791" y="50402"/>
                    </a:lnTo>
                    <a:lnTo>
                      <a:pt x="40700" y="50604"/>
                    </a:lnTo>
                    <a:lnTo>
                      <a:pt x="40609" y="50786"/>
                    </a:lnTo>
                    <a:lnTo>
                      <a:pt x="40508" y="50958"/>
                    </a:lnTo>
                    <a:lnTo>
                      <a:pt x="40407" y="51109"/>
                    </a:lnTo>
                    <a:lnTo>
                      <a:pt x="40296" y="51261"/>
                    </a:lnTo>
                    <a:lnTo>
                      <a:pt x="40184" y="51382"/>
                    </a:lnTo>
                    <a:lnTo>
                      <a:pt x="40063" y="51503"/>
                    </a:lnTo>
                    <a:lnTo>
                      <a:pt x="39942" y="51594"/>
                    </a:lnTo>
                    <a:lnTo>
                      <a:pt x="39811" y="51685"/>
                    </a:lnTo>
                    <a:lnTo>
                      <a:pt x="39679" y="51756"/>
                    </a:lnTo>
                    <a:lnTo>
                      <a:pt x="39528" y="51817"/>
                    </a:lnTo>
                    <a:lnTo>
                      <a:pt x="39386" y="51857"/>
                    </a:lnTo>
                    <a:lnTo>
                      <a:pt x="39224" y="51887"/>
                    </a:lnTo>
                    <a:lnTo>
                      <a:pt x="39063" y="51897"/>
                    </a:lnTo>
                    <a:lnTo>
                      <a:pt x="38891" y="51897"/>
                    </a:lnTo>
                    <a:lnTo>
                      <a:pt x="38719" y="51887"/>
                    </a:lnTo>
                    <a:lnTo>
                      <a:pt x="38527" y="51867"/>
                    </a:lnTo>
                    <a:lnTo>
                      <a:pt x="38335" y="51827"/>
                    </a:lnTo>
                    <a:lnTo>
                      <a:pt x="38133" y="51766"/>
                    </a:lnTo>
                    <a:lnTo>
                      <a:pt x="37921" y="51695"/>
                    </a:lnTo>
                    <a:lnTo>
                      <a:pt x="37698" y="51614"/>
                    </a:lnTo>
                    <a:lnTo>
                      <a:pt x="37476" y="51513"/>
                    </a:lnTo>
                    <a:lnTo>
                      <a:pt x="37233" y="51412"/>
                    </a:lnTo>
                    <a:lnTo>
                      <a:pt x="36991" y="51281"/>
                    </a:lnTo>
                    <a:lnTo>
                      <a:pt x="36738" y="51139"/>
                    </a:lnTo>
                    <a:lnTo>
                      <a:pt x="36465" y="50988"/>
                    </a:lnTo>
                    <a:lnTo>
                      <a:pt x="36192" y="50826"/>
                    </a:lnTo>
                    <a:lnTo>
                      <a:pt x="35899" y="50644"/>
                    </a:lnTo>
                    <a:lnTo>
                      <a:pt x="35293" y="50240"/>
                    </a:lnTo>
                    <a:lnTo>
                      <a:pt x="34646" y="49785"/>
                    </a:lnTo>
                    <a:lnTo>
                      <a:pt x="33949" y="49270"/>
                    </a:lnTo>
                    <a:lnTo>
                      <a:pt x="33201" y="48704"/>
                    </a:lnTo>
                    <a:lnTo>
                      <a:pt x="32402" y="48077"/>
                    </a:lnTo>
                    <a:lnTo>
                      <a:pt x="31553" y="47400"/>
                    </a:lnTo>
                    <a:lnTo>
                      <a:pt x="30644" y="46672"/>
                    </a:lnTo>
                    <a:lnTo>
                      <a:pt x="29684" y="45884"/>
                    </a:lnTo>
                    <a:lnTo>
                      <a:pt x="29684" y="45884"/>
                    </a:lnTo>
                    <a:lnTo>
                      <a:pt x="29199" y="45490"/>
                    </a:lnTo>
                    <a:lnTo>
                      <a:pt x="28714" y="45116"/>
                    </a:lnTo>
                    <a:lnTo>
                      <a:pt x="28249" y="44772"/>
                    </a:lnTo>
                    <a:lnTo>
                      <a:pt x="27784" y="44439"/>
                    </a:lnTo>
                    <a:lnTo>
                      <a:pt x="27329" y="44136"/>
                    </a:lnTo>
                    <a:lnTo>
                      <a:pt x="26884" y="43853"/>
                    </a:lnTo>
                    <a:lnTo>
                      <a:pt x="26440" y="43590"/>
                    </a:lnTo>
                    <a:lnTo>
                      <a:pt x="26015" y="43347"/>
                    </a:lnTo>
                    <a:lnTo>
                      <a:pt x="25591" y="43125"/>
                    </a:lnTo>
                    <a:lnTo>
                      <a:pt x="25176" y="42933"/>
                    </a:lnTo>
                    <a:lnTo>
                      <a:pt x="24772" y="42751"/>
                    </a:lnTo>
                    <a:lnTo>
                      <a:pt x="24378" y="42589"/>
                    </a:lnTo>
                    <a:lnTo>
                      <a:pt x="23984" y="42448"/>
                    </a:lnTo>
                    <a:lnTo>
                      <a:pt x="23600" y="42316"/>
                    </a:lnTo>
                    <a:lnTo>
                      <a:pt x="23226" y="42215"/>
                    </a:lnTo>
                    <a:lnTo>
                      <a:pt x="22852" y="42124"/>
                    </a:lnTo>
                    <a:lnTo>
                      <a:pt x="22488" y="42054"/>
                    </a:lnTo>
                    <a:lnTo>
                      <a:pt x="22134" y="42003"/>
                    </a:lnTo>
                    <a:lnTo>
                      <a:pt x="21791" y="41963"/>
                    </a:lnTo>
                    <a:lnTo>
                      <a:pt x="21447" y="41942"/>
                    </a:lnTo>
                    <a:lnTo>
                      <a:pt x="21113" y="41932"/>
                    </a:lnTo>
                    <a:lnTo>
                      <a:pt x="20780" y="41942"/>
                    </a:lnTo>
                    <a:lnTo>
                      <a:pt x="20467" y="41963"/>
                    </a:lnTo>
                    <a:lnTo>
                      <a:pt x="20143" y="42003"/>
                    </a:lnTo>
                    <a:lnTo>
                      <a:pt x="19840" y="42054"/>
                    </a:lnTo>
                    <a:lnTo>
                      <a:pt x="19537" y="42124"/>
                    </a:lnTo>
                    <a:lnTo>
                      <a:pt x="19234" y="42205"/>
                    </a:lnTo>
                    <a:lnTo>
                      <a:pt x="18941" y="42296"/>
                    </a:lnTo>
                    <a:lnTo>
                      <a:pt x="18658" y="42397"/>
                    </a:lnTo>
                    <a:lnTo>
                      <a:pt x="18375" y="42519"/>
                    </a:lnTo>
                    <a:lnTo>
                      <a:pt x="18092" y="42640"/>
                    </a:lnTo>
                    <a:lnTo>
                      <a:pt x="17819" y="42781"/>
                    </a:lnTo>
                    <a:lnTo>
                      <a:pt x="17556" y="42933"/>
                    </a:lnTo>
                    <a:lnTo>
                      <a:pt x="17293" y="43095"/>
                    </a:lnTo>
                    <a:lnTo>
                      <a:pt x="17040" y="43266"/>
                    </a:lnTo>
                    <a:lnTo>
                      <a:pt x="16788" y="43448"/>
                    </a:lnTo>
                    <a:lnTo>
                      <a:pt x="16535" y="43640"/>
                    </a:lnTo>
                    <a:lnTo>
                      <a:pt x="16293" y="43843"/>
                    </a:lnTo>
                    <a:lnTo>
                      <a:pt x="16060" y="44045"/>
                    </a:lnTo>
                    <a:lnTo>
                      <a:pt x="15818" y="44257"/>
                    </a:lnTo>
                    <a:lnTo>
                      <a:pt x="15585" y="44489"/>
                    </a:lnTo>
                    <a:lnTo>
                      <a:pt x="15363" y="44712"/>
                    </a:lnTo>
                    <a:lnTo>
                      <a:pt x="15140" y="44954"/>
                    </a:lnTo>
                    <a:lnTo>
                      <a:pt x="14918" y="45197"/>
                    </a:lnTo>
                    <a:lnTo>
                      <a:pt x="14706" y="45449"/>
                    </a:lnTo>
                    <a:lnTo>
                      <a:pt x="14494" y="45702"/>
                    </a:lnTo>
                    <a:lnTo>
                      <a:pt x="14069" y="46238"/>
                    </a:lnTo>
                    <a:lnTo>
                      <a:pt x="13665" y="46784"/>
                    </a:lnTo>
                    <a:lnTo>
                      <a:pt x="13271" y="47339"/>
                    </a:lnTo>
                    <a:lnTo>
                      <a:pt x="12887" y="47915"/>
                    </a:lnTo>
                    <a:lnTo>
                      <a:pt x="12513" y="48502"/>
                    </a:lnTo>
                    <a:lnTo>
                      <a:pt x="12149" y="49088"/>
                    </a:lnTo>
                    <a:lnTo>
                      <a:pt x="11785" y="49674"/>
                    </a:lnTo>
                    <a:lnTo>
                      <a:pt x="11078" y="50846"/>
                    </a:lnTo>
                    <a:lnTo>
                      <a:pt x="11078" y="50846"/>
                    </a:lnTo>
                    <a:lnTo>
                      <a:pt x="10906" y="51119"/>
                    </a:lnTo>
                    <a:lnTo>
                      <a:pt x="10724" y="51392"/>
                    </a:lnTo>
                    <a:lnTo>
                      <a:pt x="10532" y="51665"/>
                    </a:lnTo>
                    <a:lnTo>
                      <a:pt x="10340" y="51928"/>
                    </a:lnTo>
                    <a:lnTo>
                      <a:pt x="10128" y="52191"/>
                    </a:lnTo>
                    <a:lnTo>
                      <a:pt x="9915" y="52443"/>
                    </a:lnTo>
                    <a:lnTo>
                      <a:pt x="9683" y="52696"/>
                    </a:lnTo>
                    <a:lnTo>
                      <a:pt x="9461" y="52949"/>
                    </a:lnTo>
                    <a:lnTo>
                      <a:pt x="9218" y="53181"/>
                    </a:lnTo>
                    <a:lnTo>
                      <a:pt x="8975" y="53424"/>
                    </a:lnTo>
                    <a:lnTo>
                      <a:pt x="8723" y="53646"/>
                    </a:lnTo>
                    <a:lnTo>
                      <a:pt x="8470" y="53868"/>
                    </a:lnTo>
                    <a:lnTo>
                      <a:pt x="8217" y="54081"/>
                    </a:lnTo>
                    <a:lnTo>
                      <a:pt x="7955" y="54293"/>
                    </a:lnTo>
                    <a:lnTo>
                      <a:pt x="7682" y="54495"/>
                    </a:lnTo>
                    <a:lnTo>
                      <a:pt x="7419" y="54687"/>
                    </a:lnTo>
                    <a:lnTo>
                      <a:pt x="7146" y="54869"/>
                    </a:lnTo>
                    <a:lnTo>
                      <a:pt x="6873" y="55041"/>
                    </a:lnTo>
                    <a:lnTo>
                      <a:pt x="6590" y="55202"/>
                    </a:lnTo>
                    <a:lnTo>
                      <a:pt x="6317" y="55354"/>
                    </a:lnTo>
                    <a:lnTo>
                      <a:pt x="6045" y="55506"/>
                    </a:lnTo>
                    <a:lnTo>
                      <a:pt x="5762" y="55637"/>
                    </a:lnTo>
                    <a:lnTo>
                      <a:pt x="5489" y="55758"/>
                    </a:lnTo>
                    <a:lnTo>
                      <a:pt x="5216" y="55869"/>
                    </a:lnTo>
                    <a:lnTo>
                      <a:pt x="4943" y="55970"/>
                    </a:lnTo>
                    <a:lnTo>
                      <a:pt x="4670" y="56051"/>
                    </a:lnTo>
                    <a:lnTo>
                      <a:pt x="4407" y="56132"/>
                    </a:lnTo>
                    <a:lnTo>
                      <a:pt x="4134" y="56193"/>
                    </a:lnTo>
                    <a:lnTo>
                      <a:pt x="3872" y="56243"/>
                    </a:lnTo>
                    <a:lnTo>
                      <a:pt x="3619" y="56274"/>
                    </a:lnTo>
                    <a:lnTo>
                      <a:pt x="3366" y="56294"/>
                    </a:lnTo>
                    <a:lnTo>
                      <a:pt x="3114" y="56304"/>
                    </a:lnTo>
                    <a:lnTo>
                      <a:pt x="2871" y="56294"/>
                    </a:lnTo>
                    <a:lnTo>
                      <a:pt x="2639" y="56264"/>
                    </a:lnTo>
                    <a:lnTo>
                      <a:pt x="2406" y="56223"/>
                    </a:lnTo>
                    <a:lnTo>
                      <a:pt x="2184" y="56173"/>
                    </a:lnTo>
                    <a:lnTo>
                      <a:pt x="1972" y="56102"/>
                    </a:lnTo>
                    <a:lnTo>
                      <a:pt x="1769" y="56011"/>
                    </a:lnTo>
                    <a:lnTo>
                      <a:pt x="1567" y="55900"/>
                    </a:lnTo>
                    <a:lnTo>
                      <a:pt x="1385" y="55778"/>
                    </a:lnTo>
                    <a:lnTo>
                      <a:pt x="1204" y="55637"/>
                    </a:lnTo>
                    <a:lnTo>
                      <a:pt x="1032" y="55475"/>
                    </a:lnTo>
                    <a:lnTo>
                      <a:pt x="880" y="55303"/>
                    </a:lnTo>
                    <a:lnTo>
                      <a:pt x="729" y="55101"/>
                    </a:lnTo>
                    <a:lnTo>
                      <a:pt x="597" y="54889"/>
                    </a:lnTo>
                    <a:lnTo>
                      <a:pt x="476" y="54646"/>
                    </a:lnTo>
                    <a:lnTo>
                      <a:pt x="365" y="54394"/>
                    </a:lnTo>
                    <a:lnTo>
                      <a:pt x="274" y="54111"/>
                    </a:lnTo>
                    <a:lnTo>
                      <a:pt x="193" y="53808"/>
                    </a:lnTo>
                    <a:lnTo>
                      <a:pt x="122" y="53494"/>
                    </a:lnTo>
                    <a:lnTo>
                      <a:pt x="72" y="53151"/>
                    </a:lnTo>
                    <a:lnTo>
                      <a:pt x="31" y="52787"/>
                    </a:lnTo>
                    <a:lnTo>
                      <a:pt x="11" y="52393"/>
                    </a:lnTo>
                    <a:lnTo>
                      <a:pt x="1" y="51988"/>
                    </a:lnTo>
                    <a:lnTo>
                      <a:pt x="11" y="51554"/>
                    </a:lnTo>
                    <a:lnTo>
                      <a:pt x="41" y="51089"/>
                    </a:lnTo>
                    <a:lnTo>
                      <a:pt x="92" y="50614"/>
                    </a:lnTo>
                    <a:lnTo>
                      <a:pt x="152" y="50109"/>
                    </a:lnTo>
                    <a:lnTo>
                      <a:pt x="233" y="49573"/>
                    </a:lnTo>
                    <a:lnTo>
                      <a:pt x="344" y="49017"/>
                    </a:lnTo>
                    <a:lnTo>
                      <a:pt x="466" y="48431"/>
                    </a:lnTo>
                    <a:lnTo>
                      <a:pt x="607" y="47825"/>
                    </a:lnTo>
                    <a:lnTo>
                      <a:pt x="769" y="47188"/>
                    </a:lnTo>
                    <a:lnTo>
                      <a:pt x="961" y="46531"/>
                    </a:lnTo>
                    <a:lnTo>
                      <a:pt x="961" y="4653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4765800" y="238125"/>
                <a:ext cx="762300" cy="1509175"/>
              </a:xfrm>
              <a:custGeom>
                <a:avLst/>
                <a:gdLst/>
                <a:ahLst/>
                <a:cxnLst/>
                <a:rect l="l" t="t" r="r" b="b"/>
                <a:pathLst>
                  <a:path w="30492" h="60367" extrusionOk="0">
                    <a:moveTo>
                      <a:pt x="19435" y="0"/>
                    </a:moveTo>
                    <a:lnTo>
                      <a:pt x="19435" y="0"/>
                    </a:lnTo>
                    <a:lnTo>
                      <a:pt x="18920" y="131"/>
                    </a:lnTo>
                    <a:lnTo>
                      <a:pt x="18405" y="273"/>
                    </a:lnTo>
                    <a:lnTo>
                      <a:pt x="17899" y="424"/>
                    </a:lnTo>
                    <a:lnTo>
                      <a:pt x="17394" y="596"/>
                    </a:lnTo>
                    <a:lnTo>
                      <a:pt x="16909" y="778"/>
                    </a:lnTo>
                    <a:lnTo>
                      <a:pt x="16424" y="970"/>
                    </a:lnTo>
                    <a:lnTo>
                      <a:pt x="15939" y="1172"/>
                    </a:lnTo>
                    <a:lnTo>
                      <a:pt x="15474" y="1395"/>
                    </a:lnTo>
                    <a:lnTo>
                      <a:pt x="14999" y="1617"/>
                    </a:lnTo>
                    <a:lnTo>
                      <a:pt x="14544" y="1860"/>
                    </a:lnTo>
                    <a:lnTo>
                      <a:pt x="14089" y="2112"/>
                    </a:lnTo>
                    <a:lnTo>
                      <a:pt x="13644" y="2375"/>
                    </a:lnTo>
                    <a:lnTo>
                      <a:pt x="13210" y="2648"/>
                    </a:lnTo>
                    <a:lnTo>
                      <a:pt x="12775" y="2941"/>
                    </a:lnTo>
                    <a:lnTo>
                      <a:pt x="12351" y="3234"/>
                    </a:lnTo>
                    <a:lnTo>
                      <a:pt x="11936" y="3537"/>
                    </a:lnTo>
                    <a:lnTo>
                      <a:pt x="11522" y="3861"/>
                    </a:lnTo>
                    <a:lnTo>
                      <a:pt x="11118" y="4184"/>
                    </a:lnTo>
                    <a:lnTo>
                      <a:pt x="10713" y="4528"/>
                    </a:lnTo>
                    <a:lnTo>
                      <a:pt x="10329" y="4871"/>
                    </a:lnTo>
                    <a:lnTo>
                      <a:pt x="9945" y="5235"/>
                    </a:lnTo>
                    <a:lnTo>
                      <a:pt x="9571" y="5599"/>
                    </a:lnTo>
                    <a:lnTo>
                      <a:pt x="9197" y="5973"/>
                    </a:lnTo>
                    <a:lnTo>
                      <a:pt x="8834" y="6367"/>
                    </a:lnTo>
                    <a:lnTo>
                      <a:pt x="8480" y="6761"/>
                    </a:lnTo>
                    <a:lnTo>
                      <a:pt x="8126" y="7166"/>
                    </a:lnTo>
                    <a:lnTo>
                      <a:pt x="7793" y="7570"/>
                    </a:lnTo>
                    <a:lnTo>
                      <a:pt x="7449" y="7994"/>
                    </a:lnTo>
                    <a:lnTo>
                      <a:pt x="7126" y="8429"/>
                    </a:lnTo>
                    <a:lnTo>
                      <a:pt x="6802" y="8863"/>
                    </a:lnTo>
                    <a:lnTo>
                      <a:pt x="6489" y="9308"/>
                    </a:lnTo>
                    <a:lnTo>
                      <a:pt x="6186" y="9763"/>
                    </a:lnTo>
                    <a:lnTo>
                      <a:pt x="5883" y="10218"/>
                    </a:lnTo>
                    <a:lnTo>
                      <a:pt x="5600" y="10683"/>
                    </a:lnTo>
                    <a:lnTo>
                      <a:pt x="5306" y="11158"/>
                    </a:lnTo>
                    <a:lnTo>
                      <a:pt x="5034" y="11643"/>
                    </a:lnTo>
                    <a:lnTo>
                      <a:pt x="4761" y="12128"/>
                    </a:lnTo>
                    <a:lnTo>
                      <a:pt x="4498" y="12623"/>
                    </a:lnTo>
                    <a:lnTo>
                      <a:pt x="4245" y="13128"/>
                    </a:lnTo>
                    <a:lnTo>
                      <a:pt x="3993" y="13634"/>
                    </a:lnTo>
                    <a:lnTo>
                      <a:pt x="3750" y="14149"/>
                    </a:lnTo>
                    <a:lnTo>
                      <a:pt x="3518" y="14665"/>
                    </a:lnTo>
                    <a:lnTo>
                      <a:pt x="3295" y="15190"/>
                    </a:lnTo>
                    <a:lnTo>
                      <a:pt x="3073" y="15716"/>
                    </a:lnTo>
                    <a:lnTo>
                      <a:pt x="2861" y="16251"/>
                    </a:lnTo>
                    <a:lnTo>
                      <a:pt x="2659" y="16797"/>
                    </a:lnTo>
                    <a:lnTo>
                      <a:pt x="2456" y="17343"/>
                    </a:lnTo>
                    <a:lnTo>
                      <a:pt x="2275" y="17889"/>
                    </a:lnTo>
                    <a:lnTo>
                      <a:pt x="2093" y="18445"/>
                    </a:lnTo>
                    <a:lnTo>
                      <a:pt x="1911" y="19000"/>
                    </a:lnTo>
                    <a:lnTo>
                      <a:pt x="1749" y="19566"/>
                    </a:lnTo>
                    <a:lnTo>
                      <a:pt x="1587" y="20132"/>
                    </a:lnTo>
                    <a:lnTo>
                      <a:pt x="1436" y="20698"/>
                    </a:lnTo>
                    <a:lnTo>
                      <a:pt x="1294" y="21274"/>
                    </a:lnTo>
                    <a:lnTo>
                      <a:pt x="1153" y="21850"/>
                    </a:lnTo>
                    <a:lnTo>
                      <a:pt x="1021" y="22437"/>
                    </a:lnTo>
                    <a:lnTo>
                      <a:pt x="900" y="23013"/>
                    </a:lnTo>
                    <a:lnTo>
                      <a:pt x="789" y="23599"/>
                    </a:lnTo>
                    <a:lnTo>
                      <a:pt x="678" y="24195"/>
                    </a:lnTo>
                    <a:lnTo>
                      <a:pt x="587" y="24781"/>
                    </a:lnTo>
                    <a:lnTo>
                      <a:pt x="496" y="25378"/>
                    </a:lnTo>
                    <a:lnTo>
                      <a:pt x="405" y="25974"/>
                    </a:lnTo>
                    <a:lnTo>
                      <a:pt x="334" y="26570"/>
                    </a:lnTo>
                    <a:lnTo>
                      <a:pt x="263" y="27167"/>
                    </a:lnTo>
                    <a:lnTo>
                      <a:pt x="203" y="27763"/>
                    </a:lnTo>
                    <a:lnTo>
                      <a:pt x="152" y="28369"/>
                    </a:lnTo>
                    <a:lnTo>
                      <a:pt x="102" y="28976"/>
                    </a:lnTo>
                    <a:lnTo>
                      <a:pt x="71" y="29572"/>
                    </a:lnTo>
                    <a:lnTo>
                      <a:pt x="41" y="30178"/>
                    </a:lnTo>
                    <a:lnTo>
                      <a:pt x="21" y="30785"/>
                    </a:lnTo>
                    <a:lnTo>
                      <a:pt x="1" y="31391"/>
                    </a:lnTo>
                    <a:lnTo>
                      <a:pt x="1" y="31997"/>
                    </a:lnTo>
                    <a:lnTo>
                      <a:pt x="1" y="32604"/>
                    </a:lnTo>
                    <a:lnTo>
                      <a:pt x="11" y="33200"/>
                    </a:lnTo>
                    <a:lnTo>
                      <a:pt x="21" y="33807"/>
                    </a:lnTo>
                    <a:lnTo>
                      <a:pt x="51" y="34413"/>
                    </a:lnTo>
                    <a:lnTo>
                      <a:pt x="81" y="35019"/>
                    </a:lnTo>
                    <a:lnTo>
                      <a:pt x="122" y="35616"/>
                    </a:lnTo>
                    <a:lnTo>
                      <a:pt x="172" y="36222"/>
                    </a:lnTo>
                    <a:lnTo>
                      <a:pt x="233" y="36818"/>
                    </a:lnTo>
                    <a:lnTo>
                      <a:pt x="304" y="37415"/>
                    </a:lnTo>
                    <a:lnTo>
                      <a:pt x="374" y="38011"/>
                    </a:lnTo>
                    <a:lnTo>
                      <a:pt x="455" y="38607"/>
                    </a:lnTo>
                    <a:lnTo>
                      <a:pt x="546" y="39203"/>
                    </a:lnTo>
                    <a:lnTo>
                      <a:pt x="637" y="39790"/>
                    </a:lnTo>
                    <a:lnTo>
                      <a:pt x="748" y="40376"/>
                    </a:lnTo>
                    <a:lnTo>
                      <a:pt x="860" y="40962"/>
                    </a:lnTo>
                    <a:lnTo>
                      <a:pt x="981" y="41548"/>
                    </a:lnTo>
                    <a:lnTo>
                      <a:pt x="1112" y="42124"/>
                    </a:lnTo>
                    <a:lnTo>
                      <a:pt x="1254" y="42700"/>
                    </a:lnTo>
                    <a:lnTo>
                      <a:pt x="1395" y="43276"/>
                    </a:lnTo>
                    <a:lnTo>
                      <a:pt x="1557" y="43842"/>
                    </a:lnTo>
                    <a:lnTo>
                      <a:pt x="1719" y="44408"/>
                    </a:lnTo>
                    <a:lnTo>
                      <a:pt x="1890" y="44974"/>
                    </a:lnTo>
                    <a:lnTo>
                      <a:pt x="2072" y="45530"/>
                    </a:lnTo>
                    <a:lnTo>
                      <a:pt x="2254" y="46086"/>
                    </a:lnTo>
                    <a:lnTo>
                      <a:pt x="2456" y="46632"/>
                    </a:lnTo>
                    <a:lnTo>
                      <a:pt x="2659" y="47178"/>
                    </a:lnTo>
                    <a:lnTo>
                      <a:pt x="2871" y="47713"/>
                    </a:lnTo>
                    <a:lnTo>
                      <a:pt x="3093" y="48249"/>
                    </a:lnTo>
                    <a:lnTo>
                      <a:pt x="3326" y="48774"/>
                    </a:lnTo>
                    <a:lnTo>
                      <a:pt x="3558" y="49300"/>
                    </a:lnTo>
                    <a:lnTo>
                      <a:pt x="3811" y="49815"/>
                    </a:lnTo>
                    <a:lnTo>
                      <a:pt x="4063" y="50331"/>
                    </a:lnTo>
                    <a:lnTo>
                      <a:pt x="4326" y="50836"/>
                    </a:lnTo>
                    <a:lnTo>
                      <a:pt x="4599" y="51331"/>
                    </a:lnTo>
                    <a:lnTo>
                      <a:pt x="4882" y="51827"/>
                    </a:lnTo>
                    <a:lnTo>
                      <a:pt x="5165" y="52312"/>
                    </a:lnTo>
                    <a:lnTo>
                      <a:pt x="5468" y="52787"/>
                    </a:lnTo>
                    <a:lnTo>
                      <a:pt x="5771" y="53262"/>
                    </a:lnTo>
                    <a:lnTo>
                      <a:pt x="6085" y="53727"/>
                    </a:lnTo>
                    <a:lnTo>
                      <a:pt x="6408" y="54192"/>
                    </a:lnTo>
                    <a:lnTo>
                      <a:pt x="6742" y="54636"/>
                    </a:lnTo>
                    <a:lnTo>
                      <a:pt x="7085" y="55081"/>
                    </a:lnTo>
                    <a:lnTo>
                      <a:pt x="7429" y="55515"/>
                    </a:lnTo>
                    <a:lnTo>
                      <a:pt x="7783" y="55940"/>
                    </a:lnTo>
                    <a:lnTo>
                      <a:pt x="8157" y="56364"/>
                    </a:lnTo>
                    <a:lnTo>
                      <a:pt x="8530" y="56769"/>
                    </a:lnTo>
                    <a:lnTo>
                      <a:pt x="8915" y="57173"/>
                    </a:lnTo>
                    <a:lnTo>
                      <a:pt x="9309" y="57567"/>
                    </a:lnTo>
                    <a:lnTo>
                      <a:pt x="9703" y="57951"/>
                    </a:lnTo>
                    <a:lnTo>
                      <a:pt x="10117" y="58325"/>
                    </a:lnTo>
                    <a:lnTo>
                      <a:pt x="10532" y="58689"/>
                    </a:lnTo>
                    <a:lnTo>
                      <a:pt x="10966" y="59043"/>
                    </a:lnTo>
                    <a:lnTo>
                      <a:pt x="11401" y="59386"/>
                    </a:lnTo>
                    <a:lnTo>
                      <a:pt x="11845" y="59720"/>
                    </a:lnTo>
                    <a:lnTo>
                      <a:pt x="12300" y="60053"/>
                    </a:lnTo>
                    <a:lnTo>
                      <a:pt x="12765" y="60367"/>
                    </a:lnTo>
                    <a:lnTo>
                      <a:pt x="12765" y="60367"/>
                    </a:lnTo>
                    <a:lnTo>
                      <a:pt x="13220" y="60245"/>
                    </a:lnTo>
                    <a:lnTo>
                      <a:pt x="13675" y="60104"/>
                    </a:lnTo>
                    <a:lnTo>
                      <a:pt x="14119" y="59952"/>
                    </a:lnTo>
                    <a:lnTo>
                      <a:pt x="14564" y="59791"/>
                    </a:lnTo>
                    <a:lnTo>
                      <a:pt x="14999" y="59619"/>
                    </a:lnTo>
                    <a:lnTo>
                      <a:pt x="15433" y="59427"/>
                    </a:lnTo>
                    <a:lnTo>
                      <a:pt x="15858" y="59235"/>
                    </a:lnTo>
                    <a:lnTo>
                      <a:pt x="16272" y="59022"/>
                    </a:lnTo>
                    <a:lnTo>
                      <a:pt x="16686" y="58790"/>
                    </a:lnTo>
                    <a:lnTo>
                      <a:pt x="17101" y="58558"/>
                    </a:lnTo>
                    <a:lnTo>
                      <a:pt x="17505" y="58315"/>
                    </a:lnTo>
                    <a:lnTo>
                      <a:pt x="17899" y="58052"/>
                    </a:lnTo>
                    <a:lnTo>
                      <a:pt x="18293" y="57779"/>
                    </a:lnTo>
                    <a:lnTo>
                      <a:pt x="18677" y="57496"/>
                    </a:lnTo>
                    <a:lnTo>
                      <a:pt x="19061" y="57203"/>
                    </a:lnTo>
                    <a:lnTo>
                      <a:pt x="19435" y="56900"/>
                    </a:lnTo>
                    <a:lnTo>
                      <a:pt x="19799" y="56587"/>
                    </a:lnTo>
                    <a:lnTo>
                      <a:pt x="20163" y="56263"/>
                    </a:lnTo>
                    <a:lnTo>
                      <a:pt x="20517" y="55930"/>
                    </a:lnTo>
                    <a:lnTo>
                      <a:pt x="20871" y="55586"/>
                    </a:lnTo>
                    <a:lnTo>
                      <a:pt x="21214" y="55222"/>
                    </a:lnTo>
                    <a:lnTo>
                      <a:pt x="21558" y="54859"/>
                    </a:lnTo>
                    <a:lnTo>
                      <a:pt x="21891" y="54485"/>
                    </a:lnTo>
                    <a:lnTo>
                      <a:pt x="22215" y="54101"/>
                    </a:lnTo>
                    <a:lnTo>
                      <a:pt x="22538" y="53717"/>
                    </a:lnTo>
                    <a:lnTo>
                      <a:pt x="22851" y="53312"/>
                    </a:lnTo>
                    <a:lnTo>
                      <a:pt x="23165" y="52898"/>
                    </a:lnTo>
                    <a:lnTo>
                      <a:pt x="23468" y="52484"/>
                    </a:lnTo>
                    <a:lnTo>
                      <a:pt x="23761" y="52059"/>
                    </a:lnTo>
                    <a:lnTo>
                      <a:pt x="24054" y="51624"/>
                    </a:lnTo>
                    <a:lnTo>
                      <a:pt x="24337" y="51180"/>
                    </a:lnTo>
                    <a:lnTo>
                      <a:pt x="24620" y="50725"/>
                    </a:lnTo>
                    <a:lnTo>
                      <a:pt x="24893" y="50270"/>
                    </a:lnTo>
                    <a:lnTo>
                      <a:pt x="25156" y="49805"/>
                    </a:lnTo>
                    <a:lnTo>
                      <a:pt x="25418" y="49330"/>
                    </a:lnTo>
                    <a:lnTo>
                      <a:pt x="25671" y="48855"/>
                    </a:lnTo>
                    <a:lnTo>
                      <a:pt x="25924" y="48370"/>
                    </a:lnTo>
                    <a:lnTo>
                      <a:pt x="26166" y="47875"/>
                    </a:lnTo>
                    <a:lnTo>
                      <a:pt x="26399" y="47380"/>
                    </a:lnTo>
                    <a:lnTo>
                      <a:pt x="26631" y="46874"/>
                    </a:lnTo>
                    <a:lnTo>
                      <a:pt x="26854" y="46359"/>
                    </a:lnTo>
                    <a:lnTo>
                      <a:pt x="27066" y="45843"/>
                    </a:lnTo>
                    <a:lnTo>
                      <a:pt x="27278" y="45318"/>
                    </a:lnTo>
                    <a:lnTo>
                      <a:pt x="27480" y="44792"/>
                    </a:lnTo>
                    <a:lnTo>
                      <a:pt x="27672" y="44257"/>
                    </a:lnTo>
                    <a:lnTo>
                      <a:pt x="27864" y="43711"/>
                    </a:lnTo>
                    <a:lnTo>
                      <a:pt x="28046" y="43165"/>
                    </a:lnTo>
                    <a:lnTo>
                      <a:pt x="28228" y="42619"/>
                    </a:lnTo>
                    <a:lnTo>
                      <a:pt x="28400" y="42064"/>
                    </a:lnTo>
                    <a:lnTo>
                      <a:pt x="28562" y="41508"/>
                    </a:lnTo>
                    <a:lnTo>
                      <a:pt x="28723" y="40952"/>
                    </a:lnTo>
                    <a:lnTo>
                      <a:pt x="28875" y="40386"/>
                    </a:lnTo>
                    <a:lnTo>
                      <a:pt x="29016" y="39810"/>
                    </a:lnTo>
                    <a:lnTo>
                      <a:pt x="29158" y="39234"/>
                    </a:lnTo>
                    <a:lnTo>
                      <a:pt x="29289" y="38658"/>
                    </a:lnTo>
                    <a:lnTo>
                      <a:pt x="29411" y="38082"/>
                    </a:lnTo>
                    <a:lnTo>
                      <a:pt x="29532" y="37495"/>
                    </a:lnTo>
                    <a:lnTo>
                      <a:pt x="29643" y="36909"/>
                    </a:lnTo>
                    <a:lnTo>
                      <a:pt x="29744" y="36323"/>
                    </a:lnTo>
                    <a:lnTo>
                      <a:pt x="29845" y="35737"/>
                    </a:lnTo>
                    <a:lnTo>
                      <a:pt x="29936" y="35141"/>
                    </a:lnTo>
                    <a:lnTo>
                      <a:pt x="30017" y="34544"/>
                    </a:lnTo>
                    <a:lnTo>
                      <a:pt x="30098" y="33948"/>
                    </a:lnTo>
                    <a:lnTo>
                      <a:pt x="30169" y="33352"/>
                    </a:lnTo>
                    <a:lnTo>
                      <a:pt x="30229" y="32745"/>
                    </a:lnTo>
                    <a:lnTo>
                      <a:pt x="30290" y="32139"/>
                    </a:lnTo>
                    <a:lnTo>
                      <a:pt x="30340" y="31543"/>
                    </a:lnTo>
                    <a:lnTo>
                      <a:pt x="30381" y="30936"/>
                    </a:lnTo>
                    <a:lnTo>
                      <a:pt x="30421" y="30330"/>
                    </a:lnTo>
                    <a:lnTo>
                      <a:pt x="30452" y="29723"/>
                    </a:lnTo>
                    <a:lnTo>
                      <a:pt x="30472" y="29117"/>
                    </a:lnTo>
                    <a:lnTo>
                      <a:pt x="30482" y="28511"/>
                    </a:lnTo>
                    <a:lnTo>
                      <a:pt x="30492" y="27904"/>
                    </a:lnTo>
                    <a:lnTo>
                      <a:pt x="30492" y="27298"/>
                    </a:lnTo>
                    <a:lnTo>
                      <a:pt x="30492" y="26692"/>
                    </a:lnTo>
                    <a:lnTo>
                      <a:pt x="30472" y="26085"/>
                    </a:lnTo>
                    <a:lnTo>
                      <a:pt x="30452" y="25489"/>
                    </a:lnTo>
                    <a:lnTo>
                      <a:pt x="30431" y="24882"/>
                    </a:lnTo>
                    <a:lnTo>
                      <a:pt x="30391" y="24276"/>
                    </a:lnTo>
                    <a:lnTo>
                      <a:pt x="30350" y="23680"/>
                    </a:lnTo>
                    <a:lnTo>
                      <a:pt x="30300" y="23073"/>
                    </a:lnTo>
                    <a:lnTo>
                      <a:pt x="30249" y="22477"/>
                    </a:lnTo>
                    <a:lnTo>
                      <a:pt x="30179" y="21881"/>
                    </a:lnTo>
                    <a:lnTo>
                      <a:pt x="30108" y="21284"/>
                    </a:lnTo>
                    <a:lnTo>
                      <a:pt x="30037" y="20698"/>
                    </a:lnTo>
                    <a:lnTo>
                      <a:pt x="29946" y="20102"/>
                    </a:lnTo>
                    <a:lnTo>
                      <a:pt x="29855" y="19516"/>
                    </a:lnTo>
                    <a:lnTo>
                      <a:pt x="29754" y="18940"/>
                    </a:lnTo>
                    <a:lnTo>
                      <a:pt x="29643" y="18354"/>
                    </a:lnTo>
                    <a:lnTo>
                      <a:pt x="29532" y="17777"/>
                    </a:lnTo>
                    <a:lnTo>
                      <a:pt x="29411" y="17201"/>
                    </a:lnTo>
                    <a:lnTo>
                      <a:pt x="29279" y="16625"/>
                    </a:lnTo>
                    <a:lnTo>
                      <a:pt x="29138" y="16059"/>
                    </a:lnTo>
                    <a:lnTo>
                      <a:pt x="28996" y="15493"/>
                    </a:lnTo>
                    <a:lnTo>
                      <a:pt x="28845" y="14938"/>
                    </a:lnTo>
                    <a:lnTo>
                      <a:pt x="28683" y="14382"/>
                    </a:lnTo>
                    <a:lnTo>
                      <a:pt x="28521" y="13836"/>
                    </a:lnTo>
                    <a:lnTo>
                      <a:pt x="28339" y="13290"/>
                    </a:lnTo>
                    <a:lnTo>
                      <a:pt x="28157" y="12744"/>
                    </a:lnTo>
                    <a:lnTo>
                      <a:pt x="27965" y="12209"/>
                    </a:lnTo>
                    <a:lnTo>
                      <a:pt x="27773" y="11673"/>
                    </a:lnTo>
                    <a:lnTo>
                      <a:pt x="27561" y="11148"/>
                    </a:lnTo>
                    <a:lnTo>
                      <a:pt x="27349" y="10632"/>
                    </a:lnTo>
                    <a:lnTo>
                      <a:pt x="27126" y="10117"/>
                    </a:lnTo>
                    <a:lnTo>
                      <a:pt x="26904" y="9611"/>
                    </a:lnTo>
                    <a:lnTo>
                      <a:pt x="26662" y="9106"/>
                    </a:lnTo>
                    <a:lnTo>
                      <a:pt x="26419" y="8611"/>
                    </a:lnTo>
                    <a:lnTo>
                      <a:pt x="26166" y="8126"/>
                    </a:lnTo>
                    <a:lnTo>
                      <a:pt x="25904" y="7641"/>
                    </a:lnTo>
                    <a:lnTo>
                      <a:pt x="25641" y="7166"/>
                    </a:lnTo>
                    <a:lnTo>
                      <a:pt x="25358" y="6701"/>
                    </a:lnTo>
                    <a:lnTo>
                      <a:pt x="25075" y="6236"/>
                    </a:lnTo>
                    <a:lnTo>
                      <a:pt x="24782" y="5781"/>
                    </a:lnTo>
                    <a:lnTo>
                      <a:pt x="24489" y="5336"/>
                    </a:lnTo>
                    <a:lnTo>
                      <a:pt x="24175" y="4902"/>
                    </a:lnTo>
                    <a:lnTo>
                      <a:pt x="23862" y="4467"/>
                    </a:lnTo>
                    <a:lnTo>
                      <a:pt x="23539" y="4043"/>
                    </a:lnTo>
                    <a:lnTo>
                      <a:pt x="23205" y="3628"/>
                    </a:lnTo>
                    <a:lnTo>
                      <a:pt x="22862" y="3224"/>
                    </a:lnTo>
                    <a:lnTo>
                      <a:pt x="22518" y="2830"/>
                    </a:lnTo>
                    <a:lnTo>
                      <a:pt x="22154" y="2446"/>
                    </a:lnTo>
                    <a:lnTo>
                      <a:pt x="21790" y="2072"/>
                    </a:lnTo>
                    <a:lnTo>
                      <a:pt x="21426" y="1698"/>
                    </a:lnTo>
                    <a:lnTo>
                      <a:pt x="21042" y="1344"/>
                    </a:lnTo>
                    <a:lnTo>
                      <a:pt x="20648" y="990"/>
                    </a:lnTo>
                    <a:lnTo>
                      <a:pt x="20254" y="657"/>
                    </a:lnTo>
                    <a:lnTo>
                      <a:pt x="19850" y="323"/>
                    </a:lnTo>
                    <a:lnTo>
                      <a:pt x="19435" y="0"/>
                    </a:lnTo>
                    <a:lnTo>
                      <a:pt x="194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5021750" y="454400"/>
                <a:ext cx="293875" cy="898000"/>
              </a:xfrm>
              <a:custGeom>
                <a:avLst/>
                <a:gdLst/>
                <a:ahLst/>
                <a:cxnLst/>
                <a:rect l="l" t="t" r="r" b="b"/>
                <a:pathLst>
                  <a:path w="11755" h="35920" extrusionOk="0">
                    <a:moveTo>
                      <a:pt x="9501" y="0"/>
                    </a:moveTo>
                    <a:lnTo>
                      <a:pt x="9501" y="0"/>
                    </a:lnTo>
                    <a:lnTo>
                      <a:pt x="9197" y="263"/>
                    </a:lnTo>
                    <a:lnTo>
                      <a:pt x="8904" y="536"/>
                    </a:lnTo>
                    <a:lnTo>
                      <a:pt x="8611" y="809"/>
                    </a:lnTo>
                    <a:lnTo>
                      <a:pt x="8328" y="1092"/>
                    </a:lnTo>
                    <a:lnTo>
                      <a:pt x="8045" y="1375"/>
                    </a:lnTo>
                    <a:lnTo>
                      <a:pt x="7772" y="1658"/>
                    </a:lnTo>
                    <a:lnTo>
                      <a:pt x="7500" y="1941"/>
                    </a:lnTo>
                    <a:lnTo>
                      <a:pt x="7237" y="2234"/>
                    </a:lnTo>
                    <a:lnTo>
                      <a:pt x="6721" y="2830"/>
                    </a:lnTo>
                    <a:lnTo>
                      <a:pt x="6226" y="3436"/>
                    </a:lnTo>
                    <a:lnTo>
                      <a:pt x="5761" y="4053"/>
                    </a:lnTo>
                    <a:lnTo>
                      <a:pt x="5306" y="4669"/>
                    </a:lnTo>
                    <a:lnTo>
                      <a:pt x="4872" y="5306"/>
                    </a:lnTo>
                    <a:lnTo>
                      <a:pt x="4468" y="5953"/>
                    </a:lnTo>
                    <a:lnTo>
                      <a:pt x="4073" y="6610"/>
                    </a:lnTo>
                    <a:lnTo>
                      <a:pt x="3699" y="7267"/>
                    </a:lnTo>
                    <a:lnTo>
                      <a:pt x="3346" y="7934"/>
                    </a:lnTo>
                    <a:lnTo>
                      <a:pt x="3012" y="8611"/>
                    </a:lnTo>
                    <a:lnTo>
                      <a:pt x="2699" y="9298"/>
                    </a:lnTo>
                    <a:lnTo>
                      <a:pt x="2406" y="9986"/>
                    </a:lnTo>
                    <a:lnTo>
                      <a:pt x="2123" y="10673"/>
                    </a:lnTo>
                    <a:lnTo>
                      <a:pt x="1870" y="11370"/>
                    </a:lnTo>
                    <a:lnTo>
                      <a:pt x="1628" y="12068"/>
                    </a:lnTo>
                    <a:lnTo>
                      <a:pt x="1395" y="12765"/>
                    </a:lnTo>
                    <a:lnTo>
                      <a:pt x="1193" y="13462"/>
                    </a:lnTo>
                    <a:lnTo>
                      <a:pt x="1001" y="14170"/>
                    </a:lnTo>
                    <a:lnTo>
                      <a:pt x="829" y="14867"/>
                    </a:lnTo>
                    <a:lnTo>
                      <a:pt x="678" y="15574"/>
                    </a:lnTo>
                    <a:lnTo>
                      <a:pt x="536" y="16282"/>
                    </a:lnTo>
                    <a:lnTo>
                      <a:pt x="415" y="16979"/>
                    </a:lnTo>
                    <a:lnTo>
                      <a:pt x="304" y="17677"/>
                    </a:lnTo>
                    <a:lnTo>
                      <a:pt x="223" y="18374"/>
                    </a:lnTo>
                    <a:lnTo>
                      <a:pt x="142" y="19061"/>
                    </a:lnTo>
                    <a:lnTo>
                      <a:pt x="81" y="19759"/>
                    </a:lnTo>
                    <a:lnTo>
                      <a:pt x="41" y="20436"/>
                    </a:lnTo>
                    <a:lnTo>
                      <a:pt x="11" y="21113"/>
                    </a:lnTo>
                    <a:lnTo>
                      <a:pt x="0" y="21790"/>
                    </a:lnTo>
                    <a:lnTo>
                      <a:pt x="0" y="22457"/>
                    </a:lnTo>
                    <a:lnTo>
                      <a:pt x="11" y="23114"/>
                    </a:lnTo>
                    <a:lnTo>
                      <a:pt x="41" y="23761"/>
                    </a:lnTo>
                    <a:lnTo>
                      <a:pt x="81" y="24398"/>
                    </a:lnTo>
                    <a:lnTo>
                      <a:pt x="142" y="25034"/>
                    </a:lnTo>
                    <a:lnTo>
                      <a:pt x="213" y="25651"/>
                    </a:lnTo>
                    <a:lnTo>
                      <a:pt x="294" y="26257"/>
                    </a:lnTo>
                    <a:lnTo>
                      <a:pt x="395" y="26864"/>
                    </a:lnTo>
                    <a:lnTo>
                      <a:pt x="506" y="27450"/>
                    </a:lnTo>
                    <a:lnTo>
                      <a:pt x="627" y="28016"/>
                    </a:lnTo>
                    <a:lnTo>
                      <a:pt x="758" y="28582"/>
                    </a:lnTo>
                    <a:lnTo>
                      <a:pt x="910" y="29127"/>
                    </a:lnTo>
                    <a:lnTo>
                      <a:pt x="1062" y="29653"/>
                    </a:lnTo>
                    <a:lnTo>
                      <a:pt x="1233" y="30168"/>
                    </a:lnTo>
                    <a:lnTo>
                      <a:pt x="1415" y="30674"/>
                    </a:lnTo>
                    <a:lnTo>
                      <a:pt x="1607" y="31159"/>
                    </a:lnTo>
                    <a:lnTo>
                      <a:pt x="1810" y="31624"/>
                    </a:lnTo>
                    <a:lnTo>
                      <a:pt x="2022" y="32068"/>
                    </a:lnTo>
                    <a:lnTo>
                      <a:pt x="2254" y="32493"/>
                    </a:lnTo>
                    <a:lnTo>
                      <a:pt x="2487" y="32907"/>
                    </a:lnTo>
                    <a:lnTo>
                      <a:pt x="2729" y="33291"/>
                    </a:lnTo>
                    <a:lnTo>
                      <a:pt x="2992" y="33655"/>
                    </a:lnTo>
                    <a:lnTo>
                      <a:pt x="3255" y="34009"/>
                    </a:lnTo>
                    <a:lnTo>
                      <a:pt x="3528" y="34332"/>
                    </a:lnTo>
                    <a:lnTo>
                      <a:pt x="3811" y="34636"/>
                    </a:lnTo>
                    <a:lnTo>
                      <a:pt x="4104" y="34908"/>
                    </a:lnTo>
                    <a:lnTo>
                      <a:pt x="4255" y="35040"/>
                    </a:lnTo>
                    <a:lnTo>
                      <a:pt x="4407" y="35161"/>
                    </a:lnTo>
                    <a:lnTo>
                      <a:pt x="4559" y="35282"/>
                    </a:lnTo>
                    <a:lnTo>
                      <a:pt x="4720" y="35394"/>
                    </a:lnTo>
                    <a:lnTo>
                      <a:pt x="4882" y="35495"/>
                    </a:lnTo>
                    <a:lnTo>
                      <a:pt x="5034" y="35596"/>
                    </a:lnTo>
                    <a:lnTo>
                      <a:pt x="5205" y="35687"/>
                    </a:lnTo>
                    <a:lnTo>
                      <a:pt x="5367" y="35778"/>
                    </a:lnTo>
                    <a:lnTo>
                      <a:pt x="5529" y="35848"/>
                    </a:lnTo>
                    <a:lnTo>
                      <a:pt x="5701" y="35919"/>
                    </a:lnTo>
                    <a:lnTo>
                      <a:pt x="5701" y="35919"/>
                    </a:lnTo>
                    <a:lnTo>
                      <a:pt x="5862" y="35869"/>
                    </a:lnTo>
                    <a:lnTo>
                      <a:pt x="6034" y="35808"/>
                    </a:lnTo>
                    <a:lnTo>
                      <a:pt x="6186" y="35747"/>
                    </a:lnTo>
                    <a:lnTo>
                      <a:pt x="6347" y="35676"/>
                    </a:lnTo>
                    <a:lnTo>
                      <a:pt x="6509" y="35596"/>
                    </a:lnTo>
                    <a:lnTo>
                      <a:pt x="6661" y="35505"/>
                    </a:lnTo>
                    <a:lnTo>
                      <a:pt x="6812" y="35414"/>
                    </a:lnTo>
                    <a:lnTo>
                      <a:pt x="6954" y="35313"/>
                    </a:lnTo>
                    <a:lnTo>
                      <a:pt x="7105" y="35212"/>
                    </a:lnTo>
                    <a:lnTo>
                      <a:pt x="7247" y="35100"/>
                    </a:lnTo>
                    <a:lnTo>
                      <a:pt x="7388" y="34979"/>
                    </a:lnTo>
                    <a:lnTo>
                      <a:pt x="7530" y="34858"/>
                    </a:lnTo>
                    <a:lnTo>
                      <a:pt x="7793" y="34585"/>
                    </a:lnTo>
                    <a:lnTo>
                      <a:pt x="8055" y="34302"/>
                    </a:lnTo>
                    <a:lnTo>
                      <a:pt x="8308" y="33989"/>
                    </a:lnTo>
                    <a:lnTo>
                      <a:pt x="8551" y="33645"/>
                    </a:lnTo>
                    <a:lnTo>
                      <a:pt x="8783" y="33291"/>
                    </a:lnTo>
                    <a:lnTo>
                      <a:pt x="9005" y="32917"/>
                    </a:lnTo>
                    <a:lnTo>
                      <a:pt x="9218" y="32513"/>
                    </a:lnTo>
                    <a:lnTo>
                      <a:pt x="9420" y="32099"/>
                    </a:lnTo>
                    <a:lnTo>
                      <a:pt x="9612" y="31654"/>
                    </a:lnTo>
                    <a:lnTo>
                      <a:pt x="9804" y="31199"/>
                    </a:lnTo>
                    <a:lnTo>
                      <a:pt x="9976" y="30724"/>
                    </a:lnTo>
                    <a:lnTo>
                      <a:pt x="10147" y="30239"/>
                    </a:lnTo>
                    <a:lnTo>
                      <a:pt x="10309" y="29724"/>
                    </a:lnTo>
                    <a:lnTo>
                      <a:pt x="10461" y="29198"/>
                    </a:lnTo>
                    <a:lnTo>
                      <a:pt x="10602" y="28663"/>
                    </a:lnTo>
                    <a:lnTo>
                      <a:pt x="10734" y="28107"/>
                    </a:lnTo>
                    <a:lnTo>
                      <a:pt x="10855" y="27541"/>
                    </a:lnTo>
                    <a:lnTo>
                      <a:pt x="10976" y="26955"/>
                    </a:lnTo>
                    <a:lnTo>
                      <a:pt x="11077" y="26358"/>
                    </a:lnTo>
                    <a:lnTo>
                      <a:pt x="11178" y="25752"/>
                    </a:lnTo>
                    <a:lnTo>
                      <a:pt x="11269" y="25135"/>
                    </a:lnTo>
                    <a:lnTo>
                      <a:pt x="11360" y="24509"/>
                    </a:lnTo>
                    <a:lnTo>
                      <a:pt x="11431" y="23872"/>
                    </a:lnTo>
                    <a:lnTo>
                      <a:pt x="11502" y="23215"/>
                    </a:lnTo>
                    <a:lnTo>
                      <a:pt x="11552" y="22558"/>
                    </a:lnTo>
                    <a:lnTo>
                      <a:pt x="11613" y="21891"/>
                    </a:lnTo>
                    <a:lnTo>
                      <a:pt x="11653" y="21224"/>
                    </a:lnTo>
                    <a:lnTo>
                      <a:pt x="11684" y="20537"/>
                    </a:lnTo>
                    <a:lnTo>
                      <a:pt x="11714" y="19850"/>
                    </a:lnTo>
                    <a:lnTo>
                      <a:pt x="11734" y="19162"/>
                    </a:lnTo>
                    <a:lnTo>
                      <a:pt x="11744" y="18465"/>
                    </a:lnTo>
                    <a:lnTo>
                      <a:pt x="11754" y="17758"/>
                    </a:lnTo>
                    <a:lnTo>
                      <a:pt x="11754" y="17050"/>
                    </a:lnTo>
                    <a:lnTo>
                      <a:pt x="11744" y="16343"/>
                    </a:lnTo>
                    <a:lnTo>
                      <a:pt x="11724" y="15625"/>
                    </a:lnTo>
                    <a:lnTo>
                      <a:pt x="11704" y="14918"/>
                    </a:lnTo>
                    <a:lnTo>
                      <a:pt x="11674" y="14200"/>
                    </a:lnTo>
                    <a:lnTo>
                      <a:pt x="11633" y="13482"/>
                    </a:lnTo>
                    <a:lnTo>
                      <a:pt x="11583" y="12765"/>
                    </a:lnTo>
                    <a:lnTo>
                      <a:pt x="11532" y="12047"/>
                    </a:lnTo>
                    <a:lnTo>
                      <a:pt x="11471" y="11330"/>
                    </a:lnTo>
                    <a:lnTo>
                      <a:pt x="11411" y="10622"/>
                    </a:lnTo>
                    <a:lnTo>
                      <a:pt x="11340" y="9915"/>
                    </a:lnTo>
                    <a:lnTo>
                      <a:pt x="11259" y="9207"/>
                    </a:lnTo>
                    <a:lnTo>
                      <a:pt x="11178" y="8500"/>
                    </a:lnTo>
                    <a:lnTo>
                      <a:pt x="11077" y="7803"/>
                    </a:lnTo>
                    <a:lnTo>
                      <a:pt x="10986" y="7105"/>
                    </a:lnTo>
                    <a:lnTo>
                      <a:pt x="10875" y="6418"/>
                    </a:lnTo>
                    <a:lnTo>
                      <a:pt x="10764" y="5741"/>
                    </a:lnTo>
                    <a:lnTo>
                      <a:pt x="10653" y="5064"/>
                    </a:lnTo>
                    <a:lnTo>
                      <a:pt x="10531" y="4397"/>
                    </a:lnTo>
                    <a:lnTo>
                      <a:pt x="10400" y="3740"/>
                    </a:lnTo>
                    <a:lnTo>
                      <a:pt x="10259" y="3093"/>
                    </a:lnTo>
                    <a:lnTo>
                      <a:pt x="10127" y="2446"/>
                    </a:lnTo>
                    <a:lnTo>
                      <a:pt x="9976" y="1819"/>
                    </a:lnTo>
                    <a:lnTo>
                      <a:pt x="9824" y="1203"/>
                    </a:lnTo>
                    <a:lnTo>
                      <a:pt x="9662" y="597"/>
                    </a:lnTo>
                    <a:lnTo>
                      <a:pt x="9501" y="0"/>
                    </a:lnTo>
                    <a:lnTo>
                      <a:pt x="950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238450" y="238125"/>
                <a:ext cx="762300" cy="1509175"/>
              </a:xfrm>
              <a:custGeom>
                <a:avLst/>
                <a:gdLst/>
                <a:ahLst/>
                <a:cxnLst/>
                <a:rect l="l" t="t" r="r" b="b"/>
                <a:pathLst>
                  <a:path w="30492" h="60367" extrusionOk="0">
                    <a:moveTo>
                      <a:pt x="11057" y="0"/>
                    </a:moveTo>
                    <a:lnTo>
                      <a:pt x="11057" y="0"/>
                    </a:lnTo>
                    <a:lnTo>
                      <a:pt x="11573" y="131"/>
                    </a:lnTo>
                    <a:lnTo>
                      <a:pt x="12088" y="273"/>
                    </a:lnTo>
                    <a:lnTo>
                      <a:pt x="12593" y="424"/>
                    </a:lnTo>
                    <a:lnTo>
                      <a:pt x="13088" y="596"/>
                    </a:lnTo>
                    <a:lnTo>
                      <a:pt x="13584" y="778"/>
                    </a:lnTo>
                    <a:lnTo>
                      <a:pt x="14069" y="970"/>
                    </a:lnTo>
                    <a:lnTo>
                      <a:pt x="14554" y="1172"/>
                    </a:lnTo>
                    <a:lnTo>
                      <a:pt x="15019" y="1395"/>
                    </a:lnTo>
                    <a:lnTo>
                      <a:pt x="15494" y="1617"/>
                    </a:lnTo>
                    <a:lnTo>
                      <a:pt x="15949" y="1860"/>
                    </a:lnTo>
                    <a:lnTo>
                      <a:pt x="16403" y="2112"/>
                    </a:lnTo>
                    <a:lnTo>
                      <a:pt x="16848" y="2375"/>
                    </a:lnTo>
                    <a:lnTo>
                      <a:pt x="17283" y="2648"/>
                    </a:lnTo>
                    <a:lnTo>
                      <a:pt x="17717" y="2941"/>
                    </a:lnTo>
                    <a:lnTo>
                      <a:pt x="18142" y="3234"/>
                    </a:lnTo>
                    <a:lnTo>
                      <a:pt x="18556" y="3537"/>
                    </a:lnTo>
                    <a:lnTo>
                      <a:pt x="18970" y="3861"/>
                    </a:lnTo>
                    <a:lnTo>
                      <a:pt x="19375" y="4184"/>
                    </a:lnTo>
                    <a:lnTo>
                      <a:pt x="19769" y="4528"/>
                    </a:lnTo>
                    <a:lnTo>
                      <a:pt x="20163" y="4871"/>
                    </a:lnTo>
                    <a:lnTo>
                      <a:pt x="20547" y="5235"/>
                    </a:lnTo>
                    <a:lnTo>
                      <a:pt x="20921" y="5599"/>
                    </a:lnTo>
                    <a:lnTo>
                      <a:pt x="21295" y="5973"/>
                    </a:lnTo>
                    <a:lnTo>
                      <a:pt x="21659" y="6367"/>
                    </a:lnTo>
                    <a:lnTo>
                      <a:pt x="22013" y="6761"/>
                    </a:lnTo>
                    <a:lnTo>
                      <a:pt x="22366" y="7166"/>
                    </a:lnTo>
                    <a:lnTo>
                      <a:pt x="22700" y="7570"/>
                    </a:lnTo>
                    <a:lnTo>
                      <a:pt x="23043" y="7994"/>
                    </a:lnTo>
                    <a:lnTo>
                      <a:pt x="23367" y="8429"/>
                    </a:lnTo>
                    <a:lnTo>
                      <a:pt x="23690" y="8863"/>
                    </a:lnTo>
                    <a:lnTo>
                      <a:pt x="24004" y="9308"/>
                    </a:lnTo>
                    <a:lnTo>
                      <a:pt x="24307" y="9763"/>
                    </a:lnTo>
                    <a:lnTo>
                      <a:pt x="24610" y="10218"/>
                    </a:lnTo>
                    <a:lnTo>
                      <a:pt x="24893" y="10683"/>
                    </a:lnTo>
                    <a:lnTo>
                      <a:pt x="25186" y="11158"/>
                    </a:lnTo>
                    <a:lnTo>
                      <a:pt x="25459" y="11643"/>
                    </a:lnTo>
                    <a:lnTo>
                      <a:pt x="25732" y="12128"/>
                    </a:lnTo>
                    <a:lnTo>
                      <a:pt x="25995" y="12623"/>
                    </a:lnTo>
                    <a:lnTo>
                      <a:pt x="26247" y="13128"/>
                    </a:lnTo>
                    <a:lnTo>
                      <a:pt x="26500" y="13634"/>
                    </a:lnTo>
                    <a:lnTo>
                      <a:pt x="26742" y="14149"/>
                    </a:lnTo>
                    <a:lnTo>
                      <a:pt x="26975" y="14665"/>
                    </a:lnTo>
                    <a:lnTo>
                      <a:pt x="27197" y="15190"/>
                    </a:lnTo>
                    <a:lnTo>
                      <a:pt x="27420" y="15716"/>
                    </a:lnTo>
                    <a:lnTo>
                      <a:pt x="27632" y="16251"/>
                    </a:lnTo>
                    <a:lnTo>
                      <a:pt x="27834" y="16797"/>
                    </a:lnTo>
                    <a:lnTo>
                      <a:pt x="28026" y="17343"/>
                    </a:lnTo>
                    <a:lnTo>
                      <a:pt x="28218" y="17889"/>
                    </a:lnTo>
                    <a:lnTo>
                      <a:pt x="28400" y="18445"/>
                    </a:lnTo>
                    <a:lnTo>
                      <a:pt x="28582" y="19000"/>
                    </a:lnTo>
                    <a:lnTo>
                      <a:pt x="28744" y="19566"/>
                    </a:lnTo>
                    <a:lnTo>
                      <a:pt x="28905" y="20132"/>
                    </a:lnTo>
                    <a:lnTo>
                      <a:pt x="29057" y="20698"/>
                    </a:lnTo>
                    <a:lnTo>
                      <a:pt x="29198" y="21274"/>
                    </a:lnTo>
                    <a:lnTo>
                      <a:pt x="29340" y="21850"/>
                    </a:lnTo>
                    <a:lnTo>
                      <a:pt x="29471" y="22437"/>
                    </a:lnTo>
                    <a:lnTo>
                      <a:pt x="29592" y="23013"/>
                    </a:lnTo>
                    <a:lnTo>
                      <a:pt x="29704" y="23599"/>
                    </a:lnTo>
                    <a:lnTo>
                      <a:pt x="29815" y="24195"/>
                    </a:lnTo>
                    <a:lnTo>
                      <a:pt x="29906" y="24781"/>
                    </a:lnTo>
                    <a:lnTo>
                      <a:pt x="29997" y="25378"/>
                    </a:lnTo>
                    <a:lnTo>
                      <a:pt x="30088" y="25974"/>
                    </a:lnTo>
                    <a:lnTo>
                      <a:pt x="30158" y="26570"/>
                    </a:lnTo>
                    <a:lnTo>
                      <a:pt x="30229" y="27167"/>
                    </a:lnTo>
                    <a:lnTo>
                      <a:pt x="30290" y="27763"/>
                    </a:lnTo>
                    <a:lnTo>
                      <a:pt x="30340" y="28369"/>
                    </a:lnTo>
                    <a:lnTo>
                      <a:pt x="30391" y="28976"/>
                    </a:lnTo>
                    <a:lnTo>
                      <a:pt x="30421" y="29572"/>
                    </a:lnTo>
                    <a:lnTo>
                      <a:pt x="30452" y="30178"/>
                    </a:lnTo>
                    <a:lnTo>
                      <a:pt x="30472" y="30785"/>
                    </a:lnTo>
                    <a:lnTo>
                      <a:pt x="30492" y="31391"/>
                    </a:lnTo>
                    <a:lnTo>
                      <a:pt x="30492" y="31997"/>
                    </a:lnTo>
                    <a:lnTo>
                      <a:pt x="30492" y="32604"/>
                    </a:lnTo>
                    <a:lnTo>
                      <a:pt x="30482" y="33200"/>
                    </a:lnTo>
                    <a:lnTo>
                      <a:pt x="30462" y="33807"/>
                    </a:lnTo>
                    <a:lnTo>
                      <a:pt x="30441" y="34413"/>
                    </a:lnTo>
                    <a:lnTo>
                      <a:pt x="30411" y="35019"/>
                    </a:lnTo>
                    <a:lnTo>
                      <a:pt x="30371" y="35616"/>
                    </a:lnTo>
                    <a:lnTo>
                      <a:pt x="30320" y="36222"/>
                    </a:lnTo>
                    <a:lnTo>
                      <a:pt x="30259" y="36818"/>
                    </a:lnTo>
                    <a:lnTo>
                      <a:pt x="30189" y="37415"/>
                    </a:lnTo>
                    <a:lnTo>
                      <a:pt x="30118" y="38011"/>
                    </a:lnTo>
                    <a:lnTo>
                      <a:pt x="30037" y="38607"/>
                    </a:lnTo>
                    <a:lnTo>
                      <a:pt x="29946" y="39203"/>
                    </a:lnTo>
                    <a:lnTo>
                      <a:pt x="29855" y="39790"/>
                    </a:lnTo>
                    <a:lnTo>
                      <a:pt x="29744" y="40376"/>
                    </a:lnTo>
                    <a:lnTo>
                      <a:pt x="29633" y="40962"/>
                    </a:lnTo>
                    <a:lnTo>
                      <a:pt x="29512" y="41548"/>
                    </a:lnTo>
                    <a:lnTo>
                      <a:pt x="29380" y="42124"/>
                    </a:lnTo>
                    <a:lnTo>
                      <a:pt x="29239" y="42700"/>
                    </a:lnTo>
                    <a:lnTo>
                      <a:pt x="29097" y="43276"/>
                    </a:lnTo>
                    <a:lnTo>
                      <a:pt x="28936" y="43842"/>
                    </a:lnTo>
                    <a:lnTo>
                      <a:pt x="28774" y="44408"/>
                    </a:lnTo>
                    <a:lnTo>
                      <a:pt x="28602" y="44974"/>
                    </a:lnTo>
                    <a:lnTo>
                      <a:pt x="28420" y="45530"/>
                    </a:lnTo>
                    <a:lnTo>
                      <a:pt x="28238" y="46086"/>
                    </a:lnTo>
                    <a:lnTo>
                      <a:pt x="28036" y="46632"/>
                    </a:lnTo>
                    <a:lnTo>
                      <a:pt x="27834" y="47178"/>
                    </a:lnTo>
                    <a:lnTo>
                      <a:pt x="27622" y="47713"/>
                    </a:lnTo>
                    <a:lnTo>
                      <a:pt x="27399" y="48249"/>
                    </a:lnTo>
                    <a:lnTo>
                      <a:pt x="27167" y="48774"/>
                    </a:lnTo>
                    <a:lnTo>
                      <a:pt x="26934" y="49300"/>
                    </a:lnTo>
                    <a:lnTo>
                      <a:pt x="26682" y="49815"/>
                    </a:lnTo>
                    <a:lnTo>
                      <a:pt x="26429" y="50331"/>
                    </a:lnTo>
                    <a:lnTo>
                      <a:pt x="26166" y="50836"/>
                    </a:lnTo>
                    <a:lnTo>
                      <a:pt x="25893" y="51331"/>
                    </a:lnTo>
                    <a:lnTo>
                      <a:pt x="25610" y="51827"/>
                    </a:lnTo>
                    <a:lnTo>
                      <a:pt x="25328" y="52312"/>
                    </a:lnTo>
                    <a:lnTo>
                      <a:pt x="25024" y="52787"/>
                    </a:lnTo>
                    <a:lnTo>
                      <a:pt x="24721" y="53262"/>
                    </a:lnTo>
                    <a:lnTo>
                      <a:pt x="24408" y="53727"/>
                    </a:lnTo>
                    <a:lnTo>
                      <a:pt x="24084" y="54192"/>
                    </a:lnTo>
                    <a:lnTo>
                      <a:pt x="23751" y="54636"/>
                    </a:lnTo>
                    <a:lnTo>
                      <a:pt x="23407" y="55081"/>
                    </a:lnTo>
                    <a:lnTo>
                      <a:pt x="23064" y="55515"/>
                    </a:lnTo>
                    <a:lnTo>
                      <a:pt x="22710" y="55940"/>
                    </a:lnTo>
                    <a:lnTo>
                      <a:pt x="22336" y="56364"/>
                    </a:lnTo>
                    <a:lnTo>
                      <a:pt x="21962" y="56769"/>
                    </a:lnTo>
                    <a:lnTo>
                      <a:pt x="21578" y="57173"/>
                    </a:lnTo>
                    <a:lnTo>
                      <a:pt x="21184" y="57567"/>
                    </a:lnTo>
                    <a:lnTo>
                      <a:pt x="20790" y="57951"/>
                    </a:lnTo>
                    <a:lnTo>
                      <a:pt x="20375" y="58325"/>
                    </a:lnTo>
                    <a:lnTo>
                      <a:pt x="19961" y="58689"/>
                    </a:lnTo>
                    <a:lnTo>
                      <a:pt x="19526" y="59043"/>
                    </a:lnTo>
                    <a:lnTo>
                      <a:pt x="19092" y="59386"/>
                    </a:lnTo>
                    <a:lnTo>
                      <a:pt x="18647" y="59720"/>
                    </a:lnTo>
                    <a:lnTo>
                      <a:pt x="18192" y="60053"/>
                    </a:lnTo>
                    <a:lnTo>
                      <a:pt x="17727" y="60367"/>
                    </a:lnTo>
                    <a:lnTo>
                      <a:pt x="17727" y="60367"/>
                    </a:lnTo>
                    <a:lnTo>
                      <a:pt x="17273" y="60245"/>
                    </a:lnTo>
                    <a:lnTo>
                      <a:pt x="16818" y="60104"/>
                    </a:lnTo>
                    <a:lnTo>
                      <a:pt x="16373" y="59952"/>
                    </a:lnTo>
                    <a:lnTo>
                      <a:pt x="15928" y="59791"/>
                    </a:lnTo>
                    <a:lnTo>
                      <a:pt x="15494" y="59619"/>
                    </a:lnTo>
                    <a:lnTo>
                      <a:pt x="15059" y="59427"/>
                    </a:lnTo>
                    <a:lnTo>
                      <a:pt x="14635" y="59235"/>
                    </a:lnTo>
                    <a:lnTo>
                      <a:pt x="14220" y="59022"/>
                    </a:lnTo>
                    <a:lnTo>
                      <a:pt x="13806" y="58790"/>
                    </a:lnTo>
                    <a:lnTo>
                      <a:pt x="13392" y="58558"/>
                    </a:lnTo>
                    <a:lnTo>
                      <a:pt x="12987" y="58315"/>
                    </a:lnTo>
                    <a:lnTo>
                      <a:pt x="12593" y="58052"/>
                    </a:lnTo>
                    <a:lnTo>
                      <a:pt x="12199" y="57779"/>
                    </a:lnTo>
                    <a:lnTo>
                      <a:pt x="11815" y="57496"/>
                    </a:lnTo>
                    <a:lnTo>
                      <a:pt x="11431" y="57203"/>
                    </a:lnTo>
                    <a:lnTo>
                      <a:pt x="11057" y="56900"/>
                    </a:lnTo>
                    <a:lnTo>
                      <a:pt x="10693" y="56587"/>
                    </a:lnTo>
                    <a:lnTo>
                      <a:pt x="10329" y="56263"/>
                    </a:lnTo>
                    <a:lnTo>
                      <a:pt x="9976" y="55930"/>
                    </a:lnTo>
                    <a:lnTo>
                      <a:pt x="9622" y="55586"/>
                    </a:lnTo>
                    <a:lnTo>
                      <a:pt x="9278" y="55222"/>
                    </a:lnTo>
                    <a:lnTo>
                      <a:pt x="8935" y="54859"/>
                    </a:lnTo>
                    <a:lnTo>
                      <a:pt x="8601" y="54485"/>
                    </a:lnTo>
                    <a:lnTo>
                      <a:pt x="8278" y="54101"/>
                    </a:lnTo>
                    <a:lnTo>
                      <a:pt x="7954" y="53717"/>
                    </a:lnTo>
                    <a:lnTo>
                      <a:pt x="7641" y="53312"/>
                    </a:lnTo>
                    <a:lnTo>
                      <a:pt x="7328" y="52898"/>
                    </a:lnTo>
                    <a:lnTo>
                      <a:pt x="7025" y="52484"/>
                    </a:lnTo>
                    <a:lnTo>
                      <a:pt x="6731" y="52059"/>
                    </a:lnTo>
                    <a:lnTo>
                      <a:pt x="6438" y="51624"/>
                    </a:lnTo>
                    <a:lnTo>
                      <a:pt x="6155" y="51180"/>
                    </a:lnTo>
                    <a:lnTo>
                      <a:pt x="5872" y="50725"/>
                    </a:lnTo>
                    <a:lnTo>
                      <a:pt x="5600" y="50270"/>
                    </a:lnTo>
                    <a:lnTo>
                      <a:pt x="5337" y="49805"/>
                    </a:lnTo>
                    <a:lnTo>
                      <a:pt x="5074" y="49330"/>
                    </a:lnTo>
                    <a:lnTo>
                      <a:pt x="4821" y="48855"/>
                    </a:lnTo>
                    <a:lnTo>
                      <a:pt x="4569" y="48370"/>
                    </a:lnTo>
                    <a:lnTo>
                      <a:pt x="4326" y="47875"/>
                    </a:lnTo>
                    <a:lnTo>
                      <a:pt x="4094" y="47380"/>
                    </a:lnTo>
                    <a:lnTo>
                      <a:pt x="3861" y="46874"/>
                    </a:lnTo>
                    <a:lnTo>
                      <a:pt x="3639" y="46359"/>
                    </a:lnTo>
                    <a:lnTo>
                      <a:pt x="3427" y="45843"/>
                    </a:lnTo>
                    <a:lnTo>
                      <a:pt x="3214" y="45318"/>
                    </a:lnTo>
                    <a:lnTo>
                      <a:pt x="3012" y="44792"/>
                    </a:lnTo>
                    <a:lnTo>
                      <a:pt x="2820" y="44257"/>
                    </a:lnTo>
                    <a:lnTo>
                      <a:pt x="2628" y="43711"/>
                    </a:lnTo>
                    <a:lnTo>
                      <a:pt x="2446" y="43165"/>
                    </a:lnTo>
                    <a:lnTo>
                      <a:pt x="2264" y="42619"/>
                    </a:lnTo>
                    <a:lnTo>
                      <a:pt x="2093" y="42064"/>
                    </a:lnTo>
                    <a:lnTo>
                      <a:pt x="1931" y="41508"/>
                    </a:lnTo>
                    <a:lnTo>
                      <a:pt x="1769" y="40952"/>
                    </a:lnTo>
                    <a:lnTo>
                      <a:pt x="1618" y="40386"/>
                    </a:lnTo>
                    <a:lnTo>
                      <a:pt x="1476" y="39810"/>
                    </a:lnTo>
                    <a:lnTo>
                      <a:pt x="1335" y="39234"/>
                    </a:lnTo>
                    <a:lnTo>
                      <a:pt x="1203" y="38658"/>
                    </a:lnTo>
                    <a:lnTo>
                      <a:pt x="1082" y="38082"/>
                    </a:lnTo>
                    <a:lnTo>
                      <a:pt x="961" y="37495"/>
                    </a:lnTo>
                    <a:lnTo>
                      <a:pt x="849" y="36909"/>
                    </a:lnTo>
                    <a:lnTo>
                      <a:pt x="748" y="36323"/>
                    </a:lnTo>
                    <a:lnTo>
                      <a:pt x="647" y="35737"/>
                    </a:lnTo>
                    <a:lnTo>
                      <a:pt x="556" y="35141"/>
                    </a:lnTo>
                    <a:lnTo>
                      <a:pt x="476" y="34544"/>
                    </a:lnTo>
                    <a:lnTo>
                      <a:pt x="395" y="33948"/>
                    </a:lnTo>
                    <a:lnTo>
                      <a:pt x="324" y="33352"/>
                    </a:lnTo>
                    <a:lnTo>
                      <a:pt x="263" y="32745"/>
                    </a:lnTo>
                    <a:lnTo>
                      <a:pt x="203" y="32139"/>
                    </a:lnTo>
                    <a:lnTo>
                      <a:pt x="152" y="31543"/>
                    </a:lnTo>
                    <a:lnTo>
                      <a:pt x="112" y="30936"/>
                    </a:lnTo>
                    <a:lnTo>
                      <a:pt x="71" y="30330"/>
                    </a:lnTo>
                    <a:lnTo>
                      <a:pt x="41" y="29723"/>
                    </a:lnTo>
                    <a:lnTo>
                      <a:pt x="21" y="29117"/>
                    </a:lnTo>
                    <a:lnTo>
                      <a:pt x="11" y="28511"/>
                    </a:lnTo>
                    <a:lnTo>
                      <a:pt x="1" y="27904"/>
                    </a:lnTo>
                    <a:lnTo>
                      <a:pt x="1" y="27298"/>
                    </a:lnTo>
                    <a:lnTo>
                      <a:pt x="1" y="26692"/>
                    </a:lnTo>
                    <a:lnTo>
                      <a:pt x="21" y="26085"/>
                    </a:lnTo>
                    <a:lnTo>
                      <a:pt x="41" y="25489"/>
                    </a:lnTo>
                    <a:lnTo>
                      <a:pt x="61" y="24882"/>
                    </a:lnTo>
                    <a:lnTo>
                      <a:pt x="102" y="24276"/>
                    </a:lnTo>
                    <a:lnTo>
                      <a:pt x="142" y="23680"/>
                    </a:lnTo>
                    <a:lnTo>
                      <a:pt x="193" y="23073"/>
                    </a:lnTo>
                    <a:lnTo>
                      <a:pt x="243" y="22477"/>
                    </a:lnTo>
                    <a:lnTo>
                      <a:pt x="314" y="21881"/>
                    </a:lnTo>
                    <a:lnTo>
                      <a:pt x="385" y="21284"/>
                    </a:lnTo>
                    <a:lnTo>
                      <a:pt x="455" y="20698"/>
                    </a:lnTo>
                    <a:lnTo>
                      <a:pt x="546" y="20102"/>
                    </a:lnTo>
                    <a:lnTo>
                      <a:pt x="637" y="19516"/>
                    </a:lnTo>
                    <a:lnTo>
                      <a:pt x="738" y="18940"/>
                    </a:lnTo>
                    <a:lnTo>
                      <a:pt x="849" y="18354"/>
                    </a:lnTo>
                    <a:lnTo>
                      <a:pt x="961" y="17777"/>
                    </a:lnTo>
                    <a:lnTo>
                      <a:pt x="1082" y="17201"/>
                    </a:lnTo>
                    <a:lnTo>
                      <a:pt x="1213" y="16625"/>
                    </a:lnTo>
                    <a:lnTo>
                      <a:pt x="1355" y="16059"/>
                    </a:lnTo>
                    <a:lnTo>
                      <a:pt x="1496" y="15493"/>
                    </a:lnTo>
                    <a:lnTo>
                      <a:pt x="1648" y="14938"/>
                    </a:lnTo>
                    <a:lnTo>
                      <a:pt x="1810" y="14382"/>
                    </a:lnTo>
                    <a:lnTo>
                      <a:pt x="1971" y="13836"/>
                    </a:lnTo>
                    <a:lnTo>
                      <a:pt x="2153" y="13290"/>
                    </a:lnTo>
                    <a:lnTo>
                      <a:pt x="2335" y="12744"/>
                    </a:lnTo>
                    <a:lnTo>
                      <a:pt x="2527" y="12209"/>
                    </a:lnTo>
                    <a:lnTo>
                      <a:pt x="2719" y="11673"/>
                    </a:lnTo>
                    <a:lnTo>
                      <a:pt x="2931" y="11148"/>
                    </a:lnTo>
                    <a:lnTo>
                      <a:pt x="3144" y="10632"/>
                    </a:lnTo>
                    <a:lnTo>
                      <a:pt x="3366" y="10117"/>
                    </a:lnTo>
                    <a:lnTo>
                      <a:pt x="3588" y="9611"/>
                    </a:lnTo>
                    <a:lnTo>
                      <a:pt x="3831" y="9106"/>
                    </a:lnTo>
                    <a:lnTo>
                      <a:pt x="4073" y="8611"/>
                    </a:lnTo>
                    <a:lnTo>
                      <a:pt x="4326" y="8126"/>
                    </a:lnTo>
                    <a:lnTo>
                      <a:pt x="4589" y="7641"/>
                    </a:lnTo>
                    <a:lnTo>
                      <a:pt x="4852" y="7166"/>
                    </a:lnTo>
                    <a:lnTo>
                      <a:pt x="5135" y="6701"/>
                    </a:lnTo>
                    <a:lnTo>
                      <a:pt x="5418" y="6236"/>
                    </a:lnTo>
                    <a:lnTo>
                      <a:pt x="5711" y="5781"/>
                    </a:lnTo>
                    <a:lnTo>
                      <a:pt x="6004" y="5336"/>
                    </a:lnTo>
                    <a:lnTo>
                      <a:pt x="6317" y="4902"/>
                    </a:lnTo>
                    <a:lnTo>
                      <a:pt x="6630" y="4467"/>
                    </a:lnTo>
                    <a:lnTo>
                      <a:pt x="6954" y="4043"/>
                    </a:lnTo>
                    <a:lnTo>
                      <a:pt x="7287" y="3628"/>
                    </a:lnTo>
                    <a:lnTo>
                      <a:pt x="7631" y="3224"/>
                    </a:lnTo>
                    <a:lnTo>
                      <a:pt x="7975" y="2830"/>
                    </a:lnTo>
                    <a:lnTo>
                      <a:pt x="8328" y="2446"/>
                    </a:lnTo>
                    <a:lnTo>
                      <a:pt x="8702" y="2072"/>
                    </a:lnTo>
                    <a:lnTo>
                      <a:pt x="9066" y="1698"/>
                    </a:lnTo>
                    <a:lnTo>
                      <a:pt x="9450" y="1344"/>
                    </a:lnTo>
                    <a:lnTo>
                      <a:pt x="9844" y="990"/>
                    </a:lnTo>
                    <a:lnTo>
                      <a:pt x="10238" y="657"/>
                    </a:lnTo>
                    <a:lnTo>
                      <a:pt x="10643" y="323"/>
                    </a:lnTo>
                    <a:lnTo>
                      <a:pt x="11057" y="0"/>
                    </a:lnTo>
                    <a:lnTo>
                      <a:pt x="110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3450950" y="454400"/>
                <a:ext cx="293875" cy="898000"/>
              </a:xfrm>
              <a:custGeom>
                <a:avLst/>
                <a:gdLst/>
                <a:ahLst/>
                <a:cxnLst/>
                <a:rect l="l" t="t" r="r" b="b"/>
                <a:pathLst>
                  <a:path w="11755" h="35920" extrusionOk="0">
                    <a:moveTo>
                      <a:pt x="2254" y="0"/>
                    </a:moveTo>
                    <a:lnTo>
                      <a:pt x="2254" y="0"/>
                    </a:lnTo>
                    <a:lnTo>
                      <a:pt x="2557" y="263"/>
                    </a:lnTo>
                    <a:lnTo>
                      <a:pt x="2850" y="536"/>
                    </a:lnTo>
                    <a:lnTo>
                      <a:pt x="3143" y="809"/>
                    </a:lnTo>
                    <a:lnTo>
                      <a:pt x="3426" y="1092"/>
                    </a:lnTo>
                    <a:lnTo>
                      <a:pt x="3709" y="1375"/>
                    </a:lnTo>
                    <a:lnTo>
                      <a:pt x="3982" y="1658"/>
                    </a:lnTo>
                    <a:lnTo>
                      <a:pt x="4255" y="1941"/>
                    </a:lnTo>
                    <a:lnTo>
                      <a:pt x="4518" y="2234"/>
                    </a:lnTo>
                    <a:lnTo>
                      <a:pt x="5033" y="2830"/>
                    </a:lnTo>
                    <a:lnTo>
                      <a:pt x="5528" y="3436"/>
                    </a:lnTo>
                    <a:lnTo>
                      <a:pt x="5993" y="4053"/>
                    </a:lnTo>
                    <a:lnTo>
                      <a:pt x="6448" y="4669"/>
                    </a:lnTo>
                    <a:lnTo>
                      <a:pt x="6883" y="5306"/>
                    </a:lnTo>
                    <a:lnTo>
                      <a:pt x="7287" y="5953"/>
                    </a:lnTo>
                    <a:lnTo>
                      <a:pt x="7681" y="6610"/>
                    </a:lnTo>
                    <a:lnTo>
                      <a:pt x="8055" y="7267"/>
                    </a:lnTo>
                    <a:lnTo>
                      <a:pt x="8409" y="7934"/>
                    </a:lnTo>
                    <a:lnTo>
                      <a:pt x="8742" y="8611"/>
                    </a:lnTo>
                    <a:lnTo>
                      <a:pt x="9056" y="9298"/>
                    </a:lnTo>
                    <a:lnTo>
                      <a:pt x="9349" y="9986"/>
                    </a:lnTo>
                    <a:lnTo>
                      <a:pt x="9632" y="10673"/>
                    </a:lnTo>
                    <a:lnTo>
                      <a:pt x="9884" y="11370"/>
                    </a:lnTo>
                    <a:lnTo>
                      <a:pt x="10127" y="12068"/>
                    </a:lnTo>
                    <a:lnTo>
                      <a:pt x="10359" y="12765"/>
                    </a:lnTo>
                    <a:lnTo>
                      <a:pt x="10561" y="13462"/>
                    </a:lnTo>
                    <a:lnTo>
                      <a:pt x="10753" y="14170"/>
                    </a:lnTo>
                    <a:lnTo>
                      <a:pt x="10925" y="14867"/>
                    </a:lnTo>
                    <a:lnTo>
                      <a:pt x="11077" y="15574"/>
                    </a:lnTo>
                    <a:lnTo>
                      <a:pt x="11218" y="16282"/>
                    </a:lnTo>
                    <a:lnTo>
                      <a:pt x="11340" y="16979"/>
                    </a:lnTo>
                    <a:lnTo>
                      <a:pt x="11441" y="17677"/>
                    </a:lnTo>
                    <a:lnTo>
                      <a:pt x="11532" y="18374"/>
                    </a:lnTo>
                    <a:lnTo>
                      <a:pt x="11613" y="19061"/>
                    </a:lnTo>
                    <a:lnTo>
                      <a:pt x="11673" y="19759"/>
                    </a:lnTo>
                    <a:lnTo>
                      <a:pt x="11714" y="20436"/>
                    </a:lnTo>
                    <a:lnTo>
                      <a:pt x="11744" y="21113"/>
                    </a:lnTo>
                    <a:lnTo>
                      <a:pt x="11754" y="21790"/>
                    </a:lnTo>
                    <a:lnTo>
                      <a:pt x="11754" y="22457"/>
                    </a:lnTo>
                    <a:lnTo>
                      <a:pt x="11744" y="23114"/>
                    </a:lnTo>
                    <a:lnTo>
                      <a:pt x="11714" y="23761"/>
                    </a:lnTo>
                    <a:lnTo>
                      <a:pt x="11673" y="24398"/>
                    </a:lnTo>
                    <a:lnTo>
                      <a:pt x="11613" y="25034"/>
                    </a:lnTo>
                    <a:lnTo>
                      <a:pt x="11542" y="25651"/>
                    </a:lnTo>
                    <a:lnTo>
                      <a:pt x="11461" y="26257"/>
                    </a:lnTo>
                    <a:lnTo>
                      <a:pt x="11360" y="26864"/>
                    </a:lnTo>
                    <a:lnTo>
                      <a:pt x="11249" y="27450"/>
                    </a:lnTo>
                    <a:lnTo>
                      <a:pt x="11127" y="28016"/>
                    </a:lnTo>
                    <a:lnTo>
                      <a:pt x="10996" y="28582"/>
                    </a:lnTo>
                    <a:lnTo>
                      <a:pt x="10844" y="29127"/>
                    </a:lnTo>
                    <a:lnTo>
                      <a:pt x="10693" y="29653"/>
                    </a:lnTo>
                    <a:lnTo>
                      <a:pt x="10521" y="30168"/>
                    </a:lnTo>
                    <a:lnTo>
                      <a:pt x="10339" y="30674"/>
                    </a:lnTo>
                    <a:lnTo>
                      <a:pt x="10147" y="31159"/>
                    </a:lnTo>
                    <a:lnTo>
                      <a:pt x="9945" y="31624"/>
                    </a:lnTo>
                    <a:lnTo>
                      <a:pt x="9723" y="32068"/>
                    </a:lnTo>
                    <a:lnTo>
                      <a:pt x="9500" y="32493"/>
                    </a:lnTo>
                    <a:lnTo>
                      <a:pt x="9268" y="32907"/>
                    </a:lnTo>
                    <a:lnTo>
                      <a:pt x="9025" y="33291"/>
                    </a:lnTo>
                    <a:lnTo>
                      <a:pt x="8762" y="33655"/>
                    </a:lnTo>
                    <a:lnTo>
                      <a:pt x="8500" y="34009"/>
                    </a:lnTo>
                    <a:lnTo>
                      <a:pt x="8227" y="34332"/>
                    </a:lnTo>
                    <a:lnTo>
                      <a:pt x="7944" y="34636"/>
                    </a:lnTo>
                    <a:lnTo>
                      <a:pt x="7651" y="34908"/>
                    </a:lnTo>
                    <a:lnTo>
                      <a:pt x="7499" y="35040"/>
                    </a:lnTo>
                    <a:lnTo>
                      <a:pt x="7348" y="35161"/>
                    </a:lnTo>
                    <a:lnTo>
                      <a:pt x="7186" y="35282"/>
                    </a:lnTo>
                    <a:lnTo>
                      <a:pt x="7034" y="35394"/>
                    </a:lnTo>
                    <a:lnTo>
                      <a:pt x="6873" y="35495"/>
                    </a:lnTo>
                    <a:lnTo>
                      <a:pt x="6711" y="35596"/>
                    </a:lnTo>
                    <a:lnTo>
                      <a:pt x="6549" y="35687"/>
                    </a:lnTo>
                    <a:lnTo>
                      <a:pt x="6387" y="35778"/>
                    </a:lnTo>
                    <a:lnTo>
                      <a:pt x="6226" y="35848"/>
                    </a:lnTo>
                    <a:lnTo>
                      <a:pt x="6054" y="35919"/>
                    </a:lnTo>
                    <a:lnTo>
                      <a:pt x="6054" y="35919"/>
                    </a:lnTo>
                    <a:lnTo>
                      <a:pt x="5882" y="35869"/>
                    </a:lnTo>
                    <a:lnTo>
                      <a:pt x="5720" y="35808"/>
                    </a:lnTo>
                    <a:lnTo>
                      <a:pt x="5559" y="35747"/>
                    </a:lnTo>
                    <a:lnTo>
                      <a:pt x="5407" y="35676"/>
                    </a:lnTo>
                    <a:lnTo>
                      <a:pt x="5245" y="35596"/>
                    </a:lnTo>
                    <a:lnTo>
                      <a:pt x="5094" y="35505"/>
                    </a:lnTo>
                    <a:lnTo>
                      <a:pt x="4942" y="35414"/>
                    </a:lnTo>
                    <a:lnTo>
                      <a:pt x="4801" y="35313"/>
                    </a:lnTo>
                    <a:lnTo>
                      <a:pt x="4649" y="35212"/>
                    </a:lnTo>
                    <a:lnTo>
                      <a:pt x="4508" y="35100"/>
                    </a:lnTo>
                    <a:lnTo>
                      <a:pt x="4366" y="34979"/>
                    </a:lnTo>
                    <a:lnTo>
                      <a:pt x="4225" y="34858"/>
                    </a:lnTo>
                    <a:lnTo>
                      <a:pt x="3962" y="34585"/>
                    </a:lnTo>
                    <a:lnTo>
                      <a:pt x="3699" y="34302"/>
                    </a:lnTo>
                    <a:lnTo>
                      <a:pt x="3446" y="33989"/>
                    </a:lnTo>
                    <a:lnTo>
                      <a:pt x="3204" y="33645"/>
                    </a:lnTo>
                    <a:lnTo>
                      <a:pt x="2971" y="33291"/>
                    </a:lnTo>
                    <a:lnTo>
                      <a:pt x="2749" y="32917"/>
                    </a:lnTo>
                    <a:lnTo>
                      <a:pt x="2537" y="32513"/>
                    </a:lnTo>
                    <a:lnTo>
                      <a:pt x="2335" y="32099"/>
                    </a:lnTo>
                    <a:lnTo>
                      <a:pt x="2143" y="31654"/>
                    </a:lnTo>
                    <a:lnTo>
                      <a:pt x="1951" y="31199"/>
                    </a:lnTo>
                    <a:lnTo>
                      <a:pt x="1779" y="30724"/>
                    </a:lnTo>
                    <a:lnTo>
                      <a:pt x="1607" y="30239"/>
                    </a:lnTo>
                    <a:lnTo>
                      <a:pt x="1445" y="29724"/>
                    </a:lnTo>
                    <a:lnTo>
                      <a:pt x="1294" y="29198"/>
                    </a:lnTo>
                    <a:lnTo>
                      <a:pt x="1152" y="28663"/>
                    </a:lnTo>
                    <a:lnTo>
                      <a:pt x="1021" y="28107"/>
                    </a:lnTo>
                    <a:lnTo>
                      <a:pt x="900" y="27541"/>
                    </a:lnTo>
                    <a:lnTo>
                      <a:pt x="778" y="26955"/>
                    </a:lnTo>
                    <a:lnTo>
                      <a:pt x="677" y="26358"/>
                    </a:lnTo>
                    <a:lnTo>
                      <a:pt x="576" y="25752"/>
                    </a:lnTo>
                    <a:lnTo>
                      <a:pt x="485" y="25135"/>
                    </a:lnTo>
                    <a:lnTo>
                      <a:pt x="394" y="24509"/>
                    </a:lnTo>
                    <a:lnTo>
                      <a:pt x="324" y="23872"/>
                    </a:lnTo>
                    <a:lnTo>
                      <a:pt x="253" y="23215"/>
                    </a:lnTo>
                    <a:lnTo>
                      <a:pt x="192" y="22558"/>
                    </a:lnTo>
                    <a:lnTo>
                      <a:pt x="142" y="21891"/>
                    </a:lnTo>
                    <a:lnTo>
                      <a:pt x="101" y="21224"/>
                    </a:lnTo>
                    <a:lnTo>
                      <a:pt x="71" y="20537"/>
                    </a:lnTo>
                    <a:lnTo>
                      <a:pt x="41" y="19850"/>
                    </a:lnTo>
                    <a:lnTo>
                      <a:pt x="20" y="19162"/>
                    </a:lnTo>
                    <a:lnTo>
                      <a:pt x="10" y="18465"/>
                    </a:lnTo>
                    <a:lnTo>
                      <a:pt x="0" y="17758"/>
                    </a:lnTo>
                    <a:lnTo>
                      <a:pt x="0" y="17050"/>
                    </a:lnTo>
                    <a:lnTo>
                      <a:pt x="10" y="16343"/>
                    </a:lnTo>
                    <a:lnTo>
                      <a:pt x="30" y="15625"/>
                    </a:lnTo>
                    <a:lnTo>
                      <a:pt x="51" y="14918"/>
                    </a:lnTo>
                    <a:lnTo>
                      <a:pt x="81" y="14200"/>
                    </a:lnTo>
                    <a:lnTo>
                      <a:pt x="121" y="13482"/>
                    </a:lnTo>
                    <a:lnTo>
                      <a:pt x="172" y="12765"/>
                    </a:lnTo>
                    <a:lnTo>
                      <a:pt x="222" y="12047"/>
                    </a:lnTo>
                    <a:lnTo>
                      <a:pt x="273" y="11330"/>
                    </a:lnTo>
                    <a:lnTo>
                      <a:pt x="344" y="10622"/>
                    </a:lnTo>
                    <a:lnTo>
                      <a:pt x="414" y="9915"/>
                    </a:lnTo>
                    <a:lnTo>
                      <a:pt x="495" y="9207"/>
                    </a:lnTo>
                    <a:lnTo>
                      <a:pt x="576" y="8500"/>
                    </a:lnTo>
                    <a:lnTo>
                      <a:pt x="667" y="7803"/>
                    </a:lnTo>
                    <a:lnTo>
                      <a:pt x="768" y="7105"/>
                    </a:lnTo>
                    <a:lnTo>
                      <a:pt x="879" y="6418"/>
                    </a:lnTo>
                    <a:lnTo>
                      <a:pt x="991" y="5741"/>
                    </a:lnTo>
                    <a:lnTo>
                      <a:pt x="1102" y="5064"/>
                    </a:lnTo>
                    <a:lnTo>
                      <a:pt x="1223" y="4397"/>
                    </a:lnTo>
                    <a:lnTo>
                      <a:pt x="1354" y="3740"/>
                    </a:lnTo>
                    <a:lnTo>
                      <a:pt x="1486" y="3093"/>
                    </a:lnTo>
                    <a:lnTo>
                      <a:pt x="1627" y="2446"/>
                    </a:lnTo>
                    <a:lnTo>
                      <a:pt x="1779" y="1819"/>
                    </a:lnTo>
                    <a:lnTo>
                      <a:pt x="1930" y="1203"/>
                    </a:lnTo>
                    <a:lnTo>
                      <a:pt x="2092" y="597"/>
                    </a:lnTo>
                    <a:lnTo>
                      <a:pt x="2254" y="0"/>
                    </a:lnTo>
                    <a:lnTo>
                      <a:pt x="225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3286200" y="817975"/>
                <a:ext cx="2194150" cy="2351825"/>
              </a:xfrm>
              <a:custGeom>
                <a:avLst/>
                <a:gdLst/>
                <a:ahLst/>
                <a:cxnLst/>
                <a:rect l="l" t="t" r="r" b="b"/>
                <a:pathLst>
                  <a:path w="87766" h="94073" extrusionOk="0">
                    <a:moveTo>
                      <a:pt x="43883" y="1"/>
                    </a:moveTo>
                    <a:lnTo>
                      <a:pt x="43883" y="1"/>
                    </a:lnTo>
                    <a:lnTo>
                      <a:pt x="44419" y="11"/>
                    </a:lnTo>
                    <a:lnTo>
                      <a:pt x="44944" y="21"/>
                    </a:lnTo>
                    <a:lnTo>
                      <a:pt x="45470" y="41"/>
                    </a:lnTo>
                    <a:lnTo>
                      <a:pt x="45996" y="71"/>
                    </a:lnTo>
                    <a:lnTo>
                      <a:pt x="46521" y="112"/>
                    </a:lnTo>
                    <a:lnTo>
                      <a:pt x="47047" y="162"/>
                    </a:lnTo>
                    <a:lnTo>
                      <a:pt x="47562" y="213"/>
                    </a:lnTo>
                    <a:lnTo>
                      <a:pt x="48088" y="273"/>
                    </a:lnTo>
                    <a:lnTo>
                      <a:pt x="48603" y="344"/>
                    </a:lnTo>
                    <a:lnTo>
                      <a:pt x="49118" y="425"/>
                    </a:lnTo>
                    <a:lnTo>
                      <a:pt x="49624" y="516"/>
                    </a:lnTo>
                    <a:lnTo>
                      <a:pt x="50139" y="607"/>
                    </a:lnTo>
                    <a:lnTo>
                      <a:pt x="50645" y="708"/>
                    </a:lnTo>
                    <a:lnTo>
                      <a:pt x="51150" y="819"/>
                    </a:lnTo>
                    <a:lnTo>
                      <a:pt x="51655" y="941"/>
                    </a:lnTo>
                    <a:lnTo>
                      <a:pt x="52150" y="1062"/>
                    </a:lnTo>
                    <a:lnTo>
                      <a:pt x="52646" y="1193"/>
                    </a:lnTo>
                    <a:lnTo>
                      <a:pt x="53141" y="1335"/>
                    </a:lnTo>
                    <a:lnTo>
                      <a:pt x="53636" y="1486"/>
                    </a:lnTo>
                    <a:lnTo>
                      <a:pt x="54131" y="1638"/>
                    </a:lnTo>
                    <a:lnTo>
                      <a:pt x="54616" y="1800"/>
                    </a:lnTo>
                    <a:lnTo>
                      <a:pt x="55102" y="1971"/>
                    </a:lnTo>
                    <a:lnTo>
                      <a:pt x="55587" y="2143"/>
                    </a:lnTo>
                    <a:lnTo>
                      <a:pt x="56072" y="2335"/>
                    </a:lnTo>
                    <a:lnTo>
                      <a:pt x="56547" y="2517"/>
                    </a:lnTo>
                    <a:lnTo>
                      <a:pt x="57022" y="2719"/>
                    </a:lnTo>
                    <a:lnTo>
                      <a:pt x="57497" y="2921"/>
                    </a:lnTo>
                    <a:lnTo>
                      <a:pt x="57972" y="3134"/>
                    </a:lnTo>
                    <a:lnTo>
                      <a:pt x="58437" y="3356"/>
                    </a:lnTo>
                    <a:lnTo>
                      <a:pt x="58902" y="3578"/>
                    </a:lnTo>
                    <a:lnTo>
                      <a:pt x="59366" y="3811"/>
                    </a:lnTo>
                    <a:lnTo>
                      <a:pt x="59821" y="4043"/>
                    </a:lnTo>
                    <a:lnTo>
                      <a:pt x="60286" y="4296"/>
                    </a:lnTo>
                    <a:lnTo>
                      <a:pt x="60731" y="4538"/>
                    </a:lnTo>
                    <a:lnTo>
                      <a:pt x="61186" y="4801"/>
                    </a:lnTo>
                    <a:lnTo>
                      <a:pt x="61640" y="5064"/>
                    </a:lnTo>
                    <a:lnTo>
                      <a:pt x="62085" y="5337"/>
                    </a:lnTo>
                    <a:lnTo>
                      <a:pt x="62530" y="5610"/>
                    </a:lnTo>
                    <a:lnTo>
                      <a:pt x="62964" y="5893"/>
                    </a:lnTo>
                    <a:lnTo>
                      <a:pt x="63399" y="6176"/>
                    </a:lnTo>
                    <a:lnTo>
                      <a:pt x="63834" y="6469"/>
                    </a:lnTo>
                    <a:lnTo>
                      <a:pt x="64268" y="6772"/>
                    </a:lnTo>
                    <a:lnTo>
                      <a:pt x="64693" y="7075"/>
                    </a:lnTo>
                    <a:lnTo>
                      <a:pt x="65127" y="7389"/>
                    </a:lnTo>
                    <a:lnTo>
                      <a:pt x="65542" y="7702"/>
                    </a:lnTo>
                    <a:lnTo>
                      <a:pt x="65966" y="8025"/>
                    </a:lnTo>
                    <a:lnTo>
                      <a:pt x="66380" y="8349"/>
                    </a:lnTo>
                    <a:lnTo>
                      <a:pt x="66795" y="8682"/>
                    </a:lnTo>
                    <a:lnTo>
                      <a:pt x="67199" y="9026"/>
                    </a:lnTo>
                    <a:lnTo>
                      <a:pt x="67613" y="9369"/>
                    </a:lnTo>
                    <a:lnTo>
                      <a:pt x="68412" y="10067"/>
                    </a:lnTo>
                    <a:lnTo>
                      <a:pt x="69200" y="10794"/>
                    </a:lnTo>
                    <a:lnTo>
                      <a:pt x="69978" y="11542"/>
                    </a:lnTo>
                    <a:lnTo>
                      <a:pt x="70746" y="12300"/>
                    </a:lnTo>
                    <a:lnTo>
                      <a:pt x="71494" y="13089"/>
                    </a:lnTo>
                    <a:lnTo>
                      <a:pt x="72232" y="13887"/>
                    </a:lnTo>
                    <a:lnTo>
                      <a:pt x="72950" y="14706"/>
                    </a:lnTo>
                    <a:lnTo>
                      <a:pt x="73657" y="15534"/>
                    </a:lnTo>
                    <a:lnTo>
                      <a:pt x="74354" y="16394"/>
                    </a:lnTo>
                    <a:lnTo>
                      <a:pt x="75032" y="17263"/>
                    </a:lnTo>
                    <a:lnTo>
                      <a:pt x="75689" y="18142"/>
                    </a:lnTo>
                    <a:lnTo>
                      <a:pt x="76335" y="19041"/>
                    </a:lnTo>
                    <a:lnTo>
                      <a:pt x="76972" y="19951"/>
                    </a:lnTo>
                    <a:lnTo>
                      <a:pt x="77589" y="20881"/>
                    </a:lnTo>
                    <a:lnTo>
                      <a:pt x="78185" y="21821"/>
                    </a:lnTo>
                    <a:lnTo>
                      <a:pt x="78771" y="22771"/>
                    </a:lnTo>
                    <a:lnTo>
                      <a:pt x="79337" y="23741"/>
                    </a:lnTo>
                    <a:lnTo>
                      <a:pt x="79893" y="24721"/>
                    </a:lnTo>
                    <a:lnTo>
                      <a:pt x="80428" y="25712"/>
                    </a:lnTo>
                    <a:lnTo>
                      <a:pt x="80944" y="26712"/>
                    </a:lnTo>
                    <a:lnTo>
                      <a:pt x="81449" y="27723"/>
                    </a:lnTo>
                    <a:lnTo>
                      <a:pt x="81924" y="28734"/>
                    </a:lnTo>
                    <a:lnTo>
                      <a:pt x="82399" y="29765"/>
                    </a:lnTo>
                    <a:lnTo>
                      <a:pt x="82844" y="30806"/>
                    </a:lnTo>
                    <a:lnTo>
                      <a:pt x="83268" y="31846"/>
                    </a:lnTo>
                    <a:lnTo>
                      <a:pt x="83683" y="32908"/>
                    </a:lnTo>
                    <a:lnTo>
                      <a:pt x="84077" y="33969"/>
                    </a:lnTo>
                    <a:lnTo>
                      <a:pt x="84451" y="35030"/>
                    </a:lnTo>
                    <a:lnTo>
                      <a:pt x="84805" y="36101"/>
                    </a:lnTo>
                    <a:lnTo>
                      <a:pt x="85148" y="37183"/>
                    </a:lnTo>
                    <a:lnTo>
                      <a:pt x="85462" y="38264"/>
                    </a:lnTo>
                    <a:lnTo>
                      <a:pt x="85765" y="39356"/>
                    </a:lnTo>
                    <a:lnTo>
                      <a:pt x="86038" y="40447"/>
                    </a:lnTo>
                    <a:lnTo>
                      <a:pt x="86300" y="41539"/>
                    </a:lnTo>
                    <a:lnTo>
                      <a:pt x="86533" y="42630"/>
                    </a:lnTo>
                    <a:lnTo>
                      <a:pt x="86755" y="43732"/>
                    </a:lnTo>
                    <a:lnTo>
                      <a:pt x="86947" y="44833"/>
                    </a:lnTo>
                    <a:lnTo>
                      <a:pt x="87129" y="45935"/>
                    </a:lnTo>
                    <a:lnTo>
                      <a:pt x="87281" y="47037"/>
                    </a:lnTo>
                    <a:lnTo>
                      <a:pt x="87422" y="48138"/>
                    </a:lnTo>
                    <a:lnTo>
                      <a:pt x="87533" y="49240"/>
                    </a:lnTo>
                    <a:lnTo>
                      <a:pt x="87624" y="50342"/>
                    </a:lnTo>
                    <a:lnTo>
                      <a:pt x="87695" y="51443"/>
                    </a:lnTo>
                    <a:lnTo>
                      <a:pt x="87736" y="52535"/>
                    </a:lnTo>
                    <a:lnTo>
                      <a:pt x="87766" y="53626"/>
                    </a:lnTo>
                    <a:lnTo>
                      <a:pt x="87766" y="54718"/>
                    </a:lnTo>
                    <a:lnTo>
                      <a:pt x="87746" y="55809"/>
                    </a:lnTo>
                    <a:lnTo>
                      <a:pt x="87705" y="56891"/>
                    </a:lnTo>
                    <a:lnTo>
                      <a:pt x="87645" y="57972"/>
                    </a:lnTo>
                    <a:lnTo>
                      <a:pt x="87554" y="59043"/>
                    </a:lnTo>
                    <a:lnTo>
                      <a:pt x="87442" y="60105"/>
                    </a:lnTo>
                    <a:lnTo>
                      <a:pt x="87372" y="60640"/>
                    </a:lnTo>
                    <a:lnTo>
                      <a:pt x="87301" y="61166"/>
                    </a:lnTo>
                    <a:lnTo>
                      <a:pt x="87220" y="61701"/>
                    </a:lnTo>
                    <a:lnTo>
                      <a:pt x="87139" y="62227"/>
                    </a:lnTo>
                    <a:lnTo>
                      <a:pt x="87048" y="62742"/>
                    </a:lnTo>
                    <a:lnTo>
                      <a:pt x="86957" y="63268"/>
                    </a:lnTo>
                    <a:lnTo>
                      <a:pt x="86856" y="63783"/>
                    </a:lnTo>
                    <a:lnTo>
                      <a:pt x="86745" y="64309"/>
                    </a:lnTo>
                    <a:lnTo>
                      <a:pt x="86634" y="64824"/>
                    </a:lnTo>
                    <a:lnTo>
                      <a:pt x="86513" y="65340"/>
                    </a:lnTo>
                    <a:lnTo>
                      <a:pt x="86391" y="65845"/>
                    </a:lnTo>
                    <a:lnTo>
                      <a:pt x="86260" y="66350"/>
                    </a:lnTo>
                    <a:lnTo>
                      <a:pt x="86118" y="66866"/>
                    </a:lnTo>
                    <a:lnTo>
                      <a:pt x="85977" y="67361"/>
                    </a:lnTo>
                    <a:lnTo>
                      <a:pt x="85825" y="67866"/>
                    </a:lnTo>
                    <a:lnTo>
                      <a:pt x="85664" y="68362"/>
                    </a:lnTo>
                    <a:lnTo>
                      <a:pt x="85502" y="68857"/>
                    </a:lnTo>
                    <a:lnTo>
                      <a:pt x="85330" y="69352"/>
                    </a:lnTo>
                    <a:lnTo>
                      <a:pt x="85158" y="69847"/>
                    </a:lnTo>
                    <a:lnTo>
                      <a:pt x="84966" y="70332"/>
                    </a:lnTo>
                    <a:lnTo>
                      <a:pt x="84784" y="70817"/>
                    </a:lnTo>
                    <a:lnTo>
                      <a:pt x="84582" y="71303"/>
                    </a:lnTo>
                    <a:lnTo>
                      <a:pt x="84380" y="71778"/>
                    </a:lnTo>
                    <a:lnTo>
                      <a:pt x="84178" y="72253"/>
                    </a:lnTo>
                    <a:lnTo>
                      <a:pt x="83956" y="72728"/>
                    </a:lnTo>
                    <a:lnTo>
                      <a:pt x="83733" y="73193"/>
                    </a:lnTo>
                    <a:lnTo>
                      <a:pt x="83511" y="73657"/>
                    </a:lnTo>
                    <a:lnTo>
                      <a:pt x="83268" y="74122"/>
                    </a:lnTo>
                    <a:lnTo>
                      <a:pt x="83026" y="74577"/>
                    </a:lnTo>
                    <a:lnTo>
                      <a:pt x="82783" y="75032"/>
                    </a:lnTo>
                    <a:lnTo>
                      <a:pt x="82521" y="75487"/>
                    </a:lnTo>
                    <a:lnTo>
                      <a:pt x="82258" y="75931"/>
                    </a:lnTo>
                    <a:lnTo>
                      <a:pt x="81995" y="76376"/>
                    </a:lnTo>
                    <a:lnTo>
                      <a:pt x="81712" y="76811"/>
                    </a:lnTo>
                    <a:lnTo>
                      <a:pt x="81429" y="77255"/>
                    </a:lnTo>
                    <a:lnTo>
                      <a:pt x="81146" y="77680"/>
                    </a:lnTo>
                    <a:lnTo>
                      <a:pt x="80843" y="78114"/>
                    </a:lnTo>
                    <a:lnTo>
                      <a:pt x="80540" y="78539"/>
                    </a:lnTo>
                    <a:lnTo>
                      <a:pt x="80236" y="78953"/>
                    </a:lnTo>
                    <a:lnTo>
                      <a:pt x="79913" y="79368"/>
                    </a:lnTo>
                    <a:lnTo>
                      <a:pt x="79590" y="79782"/>
                    </a:lnTo>
                    <a:lnTo>
                      <a:pt x="79256" y="80186"/>
                    </a:lnTo>
                    <a:lnTo>
                      <a:pt x="78923" y="80591"/>
                    </a:lnTo>
                    <a:lnTo>
                      <a:pt x="78579" y="80985"/>
                    </a:lnTo>
                    <a:lnTo>
                      <a:pt x="78225" y="81379"/>
                    </a:lnTo>
                    <a:lnTo>
                      <a:pt x="77861" y="81773"/>
                    </a:lnTo>
                    <a:lnTo>
                      <a:pt x="77498" y="82157"/>
                    </a:lnTo>
                    <a:lnTo>
                      <a:pt x="77124" y="82531"/>
                    </a:lnTo>
                    <a:lnTo>
                      <a:pt x="76740" y="82905"/>
                    </a:lnTo>
                    <a:lnTo>
                      <a:pt x="76356" y="83279"/>
                    </a:lnTo>
                    <a:lnTo>
                      <a:pt x="75961" y="83643"/>
                    </a:lnTo>
                    <a:lnTo>
                      <a:pt x="75557" y="84007"/>
                    </a:lnTo>
                    <a:lnTo>
                      <a:pt x="75143" y="84360"/>
                    </a:lnTo>
                    <a:lnTo>
                      <a:pt x="74728" y="84704"/>
                    </a:lnTo>
                    <a:lnTo>
                      <a:pt x="74304" y="85048"/>
                    </a:lnTo>
                    <a:lnTo>
                      <a:pt x="73869" y="85391"/>
                    </a:lnTo>
                    <a:lnTo>
                      <a:pt x="73425" y="85725"/>
                    </a:lnTo>
                    <a:lnTo>
                      <a:pt x="72980" y="86048"/>
                    </a:lnTo>
                    <a:lnTo>
                      <a:pt x="72525" y="86372"/>
                    </a:lnTo>
                    <a:lnTo>
                      <a:pt x="72060" y="86685"/>
                    </a:lnTo>
                    <a:lnTo>
                      <a:pt x="71595" y="86998"/>
                    </a:lnTo>
                    <a:lnTo>
                      <a:pt x="71110" y="87301"/>
                    </a:lnTo>
                    <a:lnTo>
                      <a:pt x="70625" y="87605"/>
                    </a:lnTo>
                    <a:lnTo>
                      <a:pt x="70140" y="87898"/>
                    </a:lnTo>
                    <a:lnTo>
                      <a:pt x="69635" y="88181"/>
                    </a:lnTo>
                    <a:lnTo>
                      <a:pt x="69129" y="88464"/>
                    </a:lnTo>
                    <a:lnTo>
                      <a:pt x="68614" y="88736"/>
                    </a:lnTo>
                    <a:lnTo>
                      <a:pt x="68088" y="89009"/>
                    </a:lnTo>
                    <a:lnTo>
                      <a:pt x="67563" y="89272"/>
                    </a:lnTo>
                    <a:lnTo>
                      <a:pt x="67017" y="89535"/>
                    </a:lnTo>
                    <a:lnTo>
                      <a:pt x="66471" y="89777"/>
                    </a:lnTo>
                    <a:lnTo>
                      <a:pt x="65915" y="90030"/>
                    </a:lnTo>
                    <a:lnTo>
                      <a:pt x="65360" y="90263"/>
                    </a:lnTo>
                    <a:lnTo>
                      <a:pt x="64784" y="90495"/>
                    </a:lnTo>
                    <a:lnTo>
                      <a:pt x="64207" y="90717"/>
                    </a:lnTo>
                    <a:lnTo>
                      <a:pt x="63621" y="90940"/>
                    </a:lnTo>
                    <a:lnTo>
                      <a:pt x="63025" y="91152"/>
                    </a:lnTo>
                    <a:lnTo>
                      <a:pt x="62429" y="91354"/>
                    </a:lnTo>
                    <a:lnTo>
                      <a:pt x="61812" y="91556"/>
                    </a:lnTo>
                    <a:lnTo>
                      <a:pt x="61196" y="91738"/>
                    </a:lnTo>
                    <a:lnTo>
                      <a:pt x="60569" y="91930"/>
                    </a:lnTo>
                    <a:lnTo>
                      <a:pt x="59932" y="92102"/>
                    </a:lnTo>
                    <a:lnTo>
                      <a:pt x="59296" y="92274"/>
                    </a:lnTo>
                    <a:lnTo>
                      <a:pt x="58639" y="92435"/>
                    </a:lnTo>
                    <a:lnTo>
                      <a:pt x="57982" y="92587"/>
                    </a:lnTo>
                    <a:lnTo>
                      <a:pt x="57315" y="92739"/>
                    </a:lnTo>
                    <a:lnTo>
                      <a:pt x="56648" y="92880"/>
                    </a:lnTo>
                    <a:lnTo>
                      <a:pt x="55961" y="93012"/>
                    </a:lnTo>
                    <a:lnTo>
                      <a:pt x="55263" y="93133"/>
                    </a:lnTo>
                    <a:lnTo>
                      <a:pt x="54566" y="93254"/>
                    </a:lnTo>
                    <a:lnTo>
                      <a:pt x="53858" y="93365"/>
                    </a:lnTo>
                    <a:lnTo>
                      <a:pt x="53141" y="93466"/>
                    </a:lnTo>
                    <a:lnTo>
                      <a:pt x="52423" y="93557"/>
                    </a:lnTo>
                    <a:lnTo>
                      <a:pt x="51685" y="93648"/>
                    </a:lnTo>
                    <a:lnTo>
                      <a:pt x="50948" y="93729"/>
                    </a:lnTo>
                    <a:lnTo>
                      <a:pt x="50190" y="93800"/>
                    </a:lnTo>
                    <a:lnTo>
                      <a:pt x="49432" y="93861"/>
                    </a:lnTo>
                    <a:lnTo>
                      <a:pt x="48664" y="93911"/>
                    </a:lnTo>
                    <a:lnTo>
                      <a:pt x="47896" y="93962"/>
                    </a:lnTo>
                    <a:lnTo>
                      <a:pt x="47107" y="94002"/>
                    </a:lnTo>
                    <a:lnTo>
                      <a:pt x="46309" y="94032"/>
                    </a:lnTo>
                    <a:lnTo>
                      <a:pt x="45510" y="94053"/>
                    </a:lnTo>
                    <a:lnTo>
                      <a:pt x="44702" y="94063"/>
                    </a:lnTo>
                    <a:lnTo>
                      <a:pt x="43883" y="94073"/>
                    </a:lnTo>
                    <a:lnTo>
                      <a:pt x="43883" y="94073"/>
                    </a:lnTo>
                    <a:lnTo>
                      <a:pt x="43065" y="94063"/>
                    </a:lnTo>
                    <a:lnTo>
                      <a:pt x="42256" y="94053"/>
                    </a:lnTo>
                    <a:lnTo>
                      <a:pt x="41448" y="94032"/>
                    </a:lnTo>
                    <a:lnTo>
                      <a:pt x="40659" y="94002"/>
                    </a:lnTo>
                    <a:lnTo>
                      <a:pt x="39871" y="93962"/>
                    </a:lnTo>
                    <a:lnTo>
                      <a:pt x="39103" y="93911"/>
                    </a:lnTo>
                    <a:lnTo>
                      <a:pt x="38335" y="93861"/>
                    </a:lnTo>
                    <a:lnTo>
                      <a:pt x="37577" y="93800"/>
                    </a:lnTo>
                    <a:lnTo>
                      <a:pt x="36819" y="93729"/>
                    </a:lnTo>
                    <a:lnTo>
                      <a:pt x="36081" y="93648"/>
                    </a:lnTo>
                    <a:lnTo>
                      <a:pt x="35343" y="93557"/>
                    </a:lnTo>
                    <a:lnTo>
                      <a:pt x="34626" y="93466"/>
                    </a:lnTo>
                    <a:lnTo>
                      <a:pt x="33908" y="93365"/>
                    </a:lnTo>
                    <a:lnTo>
                      <a:pt x="33201" y="93254"/>
                    </a:lnTo>
                    <a:lnTo>
                      <a:pt x="32493" y="93133"/>
                    </a:lnTo>
                    <a:lnTo>
                      <a:pt x="31806" y="93012"/>
                    </a:lnTo>
                    <a:lnTo>
                      <a:pt x="31119" y="92880"/>
                    </a:lnTo>
                    <a:lnTo>
                      <a:pt x="30452" y="92739"/>
                    </a:lnTo>
                    <a:lnTo>
                      <a:pt x="29785" y="92587"/>
                    </a:lnTo>
                    <a:lnTo>
                      <a:pt x="29128" y="92435"/>
                    </a:lnTo>
                    <a:lnTo>
                      <a:pt x="28471" y="92274"/>
                    </a:lnTo>
                    <a:lnTo>
                      <a:pt x="27834" y="92102"/>
                    </a:lnTo>
                    <a:lnTo>
                      <a:pt x="27197" y="91930"/>
                    </a:lnTo>
                    <a:lnTo>
                      <a:pt x="26571" y="91738"/>
                    </a:lnTo>
                    <a:lnTo>
                      <a:pt x="25954" y="91556"/>
                    </a:lnTo>
                    <a:lnTo>
                      <a:pt x="25338" y="91354"/>
                    </a:lnTo>
                    <a:lnTo>
                      <a:pt x="24741" y="91152"/>
                    </a:lnTo>
                    <a:lnTo>
                      <a:pt x="24145" y="90940"/>
                    </a:lnTo>
                    <a:lnTo>
                      <a:pt x="23559" y="90717"/>
                    </a:lnTo>
                    <a:lnTo>
                      <a:pt x="22983" y="90495"/>
                    </a:lnTo>
                    <a:lnTo>
                      <a:pt x="22407" y="90263"/>
                    </a:lnTo>
                    <a:lnTo>
                      <a:pt x="21851" y="90030"/>
                    </a:lnTo>
                    <a:lnTo>
                      <a:pt x="21295" y="89777"/>
                    </a:lnTo>
                    <a:lnTo>
                      <a:pt x="20749" y="89535"/>
                    </a:lnTo>
                    <a:lnTo>
                      <a:pt x="20204" y="89272"/>
                    </a:lnTo>
                    <a:lnTo>
                      <a:pt x="19678" y="89009"/>
                    </a:lnTo>
                    <a:lnTo>
                      <a:pt x="19153" y="88736"/>
                    </a:lnTo>
                    <a:lnTo>
                      <a:pt x="18637" y="88464"/>
                    </a:lnTo>
                    <a:lnTo>
                      <a:pt x="18132" y="88181"/>
                    </a:lnTo>
                    <a:lnTo>
                      <a:pt x="17626" y="87898"/>
                    </a:lnTo>
                    <a:lnTo>
                      <a:pt x="17141" y="87605"/>
                    </a:lnTo>
                    <a:lnTo>
                      <a:pt x="16656" y="87301"/>
                    </a:lnTo>
                    <a:lnTo>
                      <a:pt x="16171" y="86998"/>
                    </a:lnTo>
                    <a:lnTo>
                      <a:pt x="15706" y="86685"/>
                    </a:lnTo>
                    <a:lnTo>
                      <a:pt x="15241" y="86372"/>
                    </a:lnTo>
                    <a:lnTo>
                      <a:pt x="14787" y="86048"/>
                    </a:lnTo>
                    <a:lnTo>
                      <a:pt x="14342" y="85725"/>
                    </a:lnTo>
                    <a:lnTo>
                      <a:pt x="13897" y="85391"/>
                    </a:lnTo>
                    <a:lnTo>
                      <a:pt x="13463" y="85048"/>
                    </a:lnTo>
                    <a:lnTo>
                      <a:pt x="13038" y="84704"/>
                    </a:lnTo>
                    <a:lnTo>
                      <a:pt x="12624" y="84360"/>
                    </a:lnTo>
                    <a:lnTo>
                      <a:pt x="12209" y="84007"/>
                    </a:lnTo>
                    <a:lnTo>
                      <a:pt x="11805" y="83643"/>
                    </a:lnTo>
                    <a:lnTo>
                      <a:pt x="11411" y="83279"/>
                    </a:lnTo>
                    <a:lnTo>
                      <a:pt x="11027" y="82905"/>
                    </a:lnTo>
                    <a:lnTo>
                      <a:pt x="10643" y="82531"/>
                    </a:lnTo>
                    <a:lnTo>
                      <a:pt x="10269" y="82157"/>
                    </a:lnTo>
                    <a:lnTo>
                      <a:pt x="9905" y="81773"/>
                    </a:lnTo>
                    <a:lnTo>
                      <a:pt x="9541" y="81379"/>
                    </a:lnTo>
                    <a:lnTo>
                      <a:pt x="9187" y="80985"/>
                    </a:lnTo>
                    <a:lnTo>
                      <a:pt x="8844" y="80591"/>
                    </a:lnTo>
                    <a:lnTo>
                      <a:pt x="8510" y="80186"/>
                    </a:lnTo>
                    <a:lnTo>
                      <a:pt x="8177" y="79782"/>
                    </a:lnTo>
                    <a:lnTo>
                      <a:pt x="7853" y="79368"/>
                    </a:lnTo>
                    <a:lnTo>
                      <a:pt x="7530" y="78953"/>
                    </a:lnTo>
                    <a:lnTo>
                      <a:pt x="7227" y="78539"/>
                    </a:lnTo>
                    <a:lnTo>
                      <a:pt x="6924" y="78114"/>
                    </a:lnTo>
                    <a:lnTo>
                      <a:pt x="6620" y="77680"/>
                    </a:lnTo>
                    <a:lnTo>
                      <a:pt x="6337" y="77255"/>
                    </a:lnTo>
                    <a:lnTo>
                      <a:pt x="6054" y="76811"/>
                    </a:lnTo>
                    <a:lnTo>
                      <a:pt x="5771" y="76376"/>
                    </a:lnTo>
                    <a:lnTo>
                      <a:pt x="5509" y="75931"/>
                    </a:lnTo>
                    <a:lnTo>
                      <a:pt x="5246" y="75487"/>
                    </a:lnTo>
                    <a:lnTo>
                      <a:pt x="4983" y="75032"/>
                    </a:lnTo>
                    <a:lnTo>
                      <a:pt x="4741" y="74577"/>
                    </a:lnTo>
                    <a:lnTo>
                      <a:pt x="4498" y="74122"/>
                    </a:lnTo>
                    <a:lnTo>
                      <a:pt x="4256" y="73657"/>
                    </a:lnTo>
                    <a:lnTo>
                      <a:pt x="4033" y="73193"/>
                    </a:lnTo>
                    <a:lnTo>
                      <a:pt x="3811" y="72728"/>
                    </a:lnTo>
                    <a:lnTo>
                      <a:pt x="3588" y="72253"/>
                    </a:lnTo>
                    <a:lnTo>
                      <a:pt x="3386" y="71778"/>
                    </a:lnTo>
                    <a:lnTo>
                      <a:pt x="3184" y="71303"/>
                    </a:lnTo>
                    <a:lnTo>
                      <a:pt x="2982" y="70817"/>
                    </a:lnTo>
                    <a:lnTo>
                      <a:pt x="2800" y="70332"/>
                    </a:lnTo>
                    <a:lnTo>
                      <a:pt x="2608" y="69847"/>
                    </a:lnTo>
                    <a:lnTo>
                      <a:pt x="2436" y="69352"/>
                    </a:lnTo>
                    <a:lnTo>
                      <a:pt x="2265" y="68857"/>
                    </a:lnTo>
                    <a:lnTo>
                      <a:pt x="2103" y="68362"/>
                    </a:lnTo>
                    <a:lnTo>
                      <a:pt x="1941" y="67866"/>
                    </a:lnTo>
                    <a:lnTo>
                      <a:pt x="1790" y="67361"/>
                    </a:lnTo>
                    <a:lnTo>
                      <a:pt x="1648" y="66866"/>
                    </a:lnTo>
                    <a:lnTo>
                      <a:pt x="1507" y="66350"/>
                    </a:lnTo>
                    <a:lnTo>
                      <a:pt x="1375" y="65845"/>
                    </a:lnTo>
                    <a:lnTo>
                      <a:pt x="1254" y="65340"/>
                    </a:lnTo>
                    <a:lnTo>
                      <a:pt x="1133" y="64824"/>
                    </a:lnTo>
                    <a:lnTo>
                      <a:pt x="1021" y="64309"/>
                    </a:lnTo>
                    <a:lnTo>
                      <a:pt x="910" y="63783"/>
                    </a:lnTo>
                    <a:lnTo>
                      <a:pt x="809" y="63268"/>
                    </a:lnTo>
                    <a:lnTo>
                      <a:pt x="718" y="62742"/>
                    </a:lnTo>
                    <a:lnTo>
                      <a:pt x="627" y="62227"/>
                    </a:lnTo>
                    <a:lnTo>
                      <a:pt x="546" y="61701"/>
                    </a:lnTo>
                    <a:lnTo>
                      <a:pt x="466" y="61166"/>
                    </a:lnTo>
                    <a:lnTo>
                      <a:pt x="395" y="60640"/>
                    </a:lnTo>
                    <a:lnTo>
                      <a:pt x="324" y="60105"/>
                    </a:lnTo>
                    <a:lnTo>
                      <a:pt x="213" y="59043"/>
                    </a:lnTo>
                    <a:lnTo>
                      <a:pt x="122" y="57972"/>
                    </a:lnTo>
                    <a:lnTo>
                      <a:pt x="61" y="56891"/>
                    </a:lnTo>
                    <a:lnTo>
                      <a:pt x="21" y="55809"/>
                    </a:lnTo>
                    <a:lnTo>
                      <a:pt x="1" y="54718"/>
                    </a:lnTo>
                    <a:lnTo>
                      <a:pt x="1" y="53626"/>
                    </a:lnTo>
                    <a:lnTo>
                      <a:pt x="31" y="52535"/>
                    </a:lnTo>
                    <a:lnTo>
                      <a:pt x="71" y="51443"/>
                    </a:lnTo>
                    <a:lnTo>
                      <a:pt x="142" y="50342"/>
                    </a:lnTo>
                    <a:lnTo>
                      <a:pt x="233" y="49240"/>
                    </a:lnTo>
                    <a:lnTo>
                      <a:pt x="344" y="48138"/>
                    </a:lnTo>
                    <a:lnTo>
                      <a:pt x="486" y="47037"/>
                    </a:lnTo>
                    <a:lnTo>
                      <a:pt x="637" y="45935"/>
                    </a:lnTo>
                    <a:lnTo>
                      <a:pt x="819" y="44833"/>
                    </a:lnTo>
                    <a:lnTo>
                      <a:pt x="1011" y="43732"/>
                    </a:lnTo>
                    <a:lnTo>
                      <a:pt x="1234" y="42630"/>
                    </a:lnTo>
                    <a:lnTo>
                      <a:pt x="1466" y="41539"/>
                    </a:lnTo>
                    <a:lnTo>
                      <a:pt x="1729" y="40447"/>
                    </a:lnTo>
                    <a:lnTo>
                      <a:pt x="2002" y="39356"/>
                    </a:lnTo>
                    <a:lnTo>
                      <a:pt x="2305" y="38264"/>
                    </a:lnTo>
                    <a:lnTo>
                      <a:pt x="2618" y="37183"/>
                    </a:lnTo>
                    <a:lnTo>
                      <a:pt x="2962" y="36101"/>
                    </a:lnTo>
                    <a:lnTo>
                      <a:pt x="3316" y="35030"/>
                    </a:lnTo>
                    <a:lnTo>
                      <a:pt x="3690" y="33969"/>
                    </a:lnTo>
                    <a:lnTo>
                      <a:pt x="4084" y="32908"/>
                    </a:lnTo>
                    <a:lnTo>
                      <a:pt x="4498" y="31846"/>
                    </a:lnTo>
                    <a:lnTo>
                      <a:pt x="4923" y="30806"/>
                    </a:lnTo>
                    <a:lnTo>
                      <a:pt x="5367" y="29765"/>
                    </a:lnTo>
                    <a:lnTo>
                      <a:pt x="5842" y="28734"/>
                    </a:lnTo>
                    <a:lnTo>
                      <a:pt x="6317" y="27723"/>
                    </a:lnTo>
                    <a:lnTo>
                      <a:pt x="6823" y="26712"/>
                    </a:lnTo>
                    <a:lnTo>
                      <a:pt x="7338" y="25712"/>
                    </a:lnTo>
                    <a:lnTo>
                      <a:pt x="7874" y="24721"/>
                    </a:lnTo>
                    <a:lnTo>
                      <a:pt x="8430" y="23741"/>
                    </a:lnTo>
                    <a:lnTo>
                      <a:pt x="8995" y="22771"/>
                    </a:lnTo>
                    <a:lnTo>
                      <a:pt x="9582" y="21821"/>
                    </a:lnTo>
                    <a:lnTo>
                      <a:pt x="10178" y="20881"/>
                    </a:lnTo>
                    <a:lnTo>
                      <a:pt x="10794" y="19951"/>
                    </a:lnTo>
                    <a:lnTo>
                      <a:pt x="11431" y="19041"/>
                    </a:lnTo>
                    <a:lnTo>
                      <a:pt x="12078" y="18142"/>
                    </a:lnTo>
                    <a:lnTo>
                      <a:pt x="12735" y="17263"/>
                    </a:lnTo>
                    <a:lnTo>
                      <a:pt x="13412" y="16394"/>
                    </a:lnTo>
                    <a:lnTo>
                      <a:pt x="14109" y="15534"/>
                    </a:lnTo>
                    <a:lnTo>
                      <a:pt x="14817" y="14706"/>
                    </a:lnTo>
                    <a:lnTo>
                      <a:pt x="15534" y="13887"/>
                    </a:lnTo>
                    <a:lnTo>
                      <a:pt x="16272" y="13089"/>
                    </a:lnTo>
                    <a:lnTo>
                      <a:pt x="17020" y="12300"/>
                    </a:lnTo>
                    <a:lnTo>
                      <a:pt x="17788" y="11542"/>
                    </a:lnTo>
                    <a:lnTo>
                      <a:pt x="18566" y="10794"/>
                    </a:lnTo>
                    <a:lnTo>
                      <a:pt x="19355" y="10067"/>
                    </a:lnTo>
                    <a:lnTo>
                      <a:pt x="20153" y="9369"/>
                    </a:lnTo>
                    <a:lnTo>
                      <a:pt x="20567" y="9026"/>
                    </a:lnTo>
                    <a:lnTo>
                      <a:pt x="20972" y="8682"/>
                    </a:lnTo>
                    <a:lnTo>
                      <a:pt x="21386" y="8349"/>
                    </a:lnTo>
                    <a:lnTo>
                      <a:pt x="21800" y="8025"/>
                    </a:lnTo>
                    <a:lnTo>
                      <a:pt x="22225" y="7702"/>
                    </a:lnTo>
                    <a:lnTo>
                      <a:pt x="22639" y="7389"/>
                    </a:lnTo>
                    <a:lnTo>
                      <a:pt x="23064" y="7075"/>
                    </a:lnTo>
                    <a:lnTo>
                      <a:pt x="23498" y="6772"/>
                    </a:lnTo>
                    <a:lnTo>
                      <a:pt x="23933" y="6469"/>
                    </a:lnTo>
                    <a:lnTo>
                      <a:pt x="24368" y="6176"/>
                    </a:lnTo>
                    <a:lnTo>
                      <a:pt x="24802" y="5893"/>
                    </a:lnTo>
                    <a:lnTo>
                      <a:pt x="25237" y="5610"/>
                    </a:lnTo>
                    <a:lnTo>
                      <a:pt x="25681" y="5337"/>
                    </a:lnTo>
                    <a:lnTo>
                      <a:pt x="26126" y="5064"/>
                    </a:lnTo>
                    <a:lnTo>
                      <a:pt x="26581" y="4801"/>
                    </a:lnTo>
                    <a:lnTo>
                      <a:pt x="27026" y="4538"/>
                    </a:lnTo>
                    <a:lnTo>
                      <a:pt x="27480" y="4296"/>
                    </a:lnTo>
                    <a:lnTo>
                      <a:pt x="27945" y="4043"/>
                    </a:lnTo>
                    <a:lnTo>
                      <a:pt x="28400" y="3811"/>
                    </a:lnTo>
                    <a:lnTo>
                      <a:pt x="28865" y="3578"/>
                    </a:lnTo>
                    <a:lnTo>
                      <a:pt x="29330" y="3356"/>
                    </a:lnTo>
                    <a:lnTo>
                      <a:pt x="29795" y="3134"/>
                    </a:lnTo>
                    <a:lnTo>
                      <a:pt x="30270" y="2921"/>
                    </a:lnTo>
                    <a:lnTo>
                      <a:pt x="30745" y="2719"/>
                    </a:lnTo>
                    <a:lnTo>
                      <a:pt x="31220" y="2517"/>
                    </a:lnTo>
                    <a:lnTo>
                      <a:pt x="31695" y="2335"/>
                    </a:lnTo>
                    <a:lnTo>
                      <a:pt x="32180" y="2143"/>
                    </a:lnTo>
                    <a:lnTo>
                      <a:pt x="32665" y="1971"/>
                    </a:lnTo>
                    <a:lnTo>
                      <a:pt x="33150" y="1800"/>
                    </a:lnTo>
                    <a:lnTo>
                      <a:pt x="33635" y="1638"/>
                    </a:lnTo>
                    <a:lnTo>
                      <a:pt x="34130" y="1486"/>
                    </a:lnTo>
                    <a:lnTo>
                      <a:pt x="34626" y="1335"/>
                    </a:lnTo>
                    <a:lnTo>
                      <a:pt x="35121" y="1193"/>
                    </a:lnTo>
                    <a:lnTo>
                      <a:pt x="35616" y="1062"/>
                    </a:lnTo>
                    <a:lnTo>
                      <a:pt x="36111" y="941"/>
                    </a:lnTo>
                    <a:lnTo>
                      <a:pt x="36617" y="819"/>
                    </a:lnTo>
                    <a:lnTo>
                      <a:pt x="37122" y="708"/>
                    </a:lnTo>
                    <a:lnTo>
                      <a:pt x="37627" y="607"/>
                    </a:lnTo>
                    <a:lnTo>
                      <a:pt x="38143" y="516"/>
                    </a:lnTo>
                    <a:lnTo>
                      <a:pt x="38648" y="425"/>
                    </a:lnTo>
                    <a:lnTo>
                      <a:pt x="39163" y="344"/>
                    </a:lnTo>
                    <a:lnTo>
                      <a:pt x="39679" y="273"/>
                    </a:lnTo>
                    <a:lnTo>
                      <a:pt x="40204" y="213"/>
                    </a:lnTo>
                    <a:lnTo>
                      <a:pt x="40720" y="162"/>
                    </a:lnTo>
                    <a:lnTo>
                      <a:pt x="41245" y="112"/>
                    </a:lnTo>
                    <a:lnTo>
                      <a:pt x="41771" y="71"/>
                    </a:lnTo>
                    <a:lnTo>
                      <a:pt x="42297" y="41"/>
                    </a:lnTo>
                    <a:lnTo>
                      <a:pt x="42822" y="21"/>
                    </a:lnTo>
                    <a:lnTo>
                      <a:pt x="43348" y="11"/>
                    </a:lnTo>
                    <a:lnTo>
                      <a:pt x="43883" y="1"/>
                    </a:lnTo>
                    <a:lnTo>
                      <a:pt x="43883" y="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3612650" y="834400"/>
                <a:ext cx="1541275" cy="2335400"/>
              </a:xfrm>
              <a:custGeom>
                <a:avLst/>
                <a:gdLst/>
                <a:ahLst/>
                <a:cxnLst/>
                <a:rect l="l" t="t" r="r" b="b"/>
                <a:pathLst>
                  <a:path w="61651" h="93416" extrusionOk="0">
                    <a:moveTo>
                      <a:pt x="30825" y="93416"/>
                    </a:moveTo>
                    <a:lnTo>
                      <a:pt x="30825" y="93416"/>
                    </a:lnTo>
                    <a:lnTo>
                      <a:pt x="30259" y="93406"/>
                    </a:lnTo>
                    <a:lnTo>
                      <a:pt x="29703" y="93396"/>
                    </a:lnTo>
                    <a:lnTo>
                      <a:pt x="29137" y="93375"/>
                    </a:lnTo>
                    <a:lnTo>
                      <a:pt x="28571" y="93345"/>
                    </a:lnTo>
                    <a:lnTo>
                      <a:pt x="28006" y="93305"/>
                    </a:lnTo>
                    <a:lnTo>
                      <a:pt x="27440" y="93264"/>
                    </a:lnTo>
                    <a:lnTo>
                      <a:pt x="26884" y="93204"/>
                    </a:lnTo>
                    <a:lnTo>
                      <a:pt x="26318" y="93143"/>
                    </a:lnTo>
                    <a:lnTo>
                      <a:pt x="25752" y="93072"/>
                    </a:lnTo>
                    <a:lnTo>
                      <a:pt x="25186" y="93001"/>
                    </a:lnTo>
                    <a:lnTo>
                      <a:pt x="24630" y="92910"/>
                    </a:lnTo>
                    <a:lnTo>
                      <a:pt x="24064" y="92819"/>
                    </a:lnTo>
                    <a:lnTo>
                      <a:pt x="23508" y="92718"/>
                    </a:lnTo>
                    <a:lnTo>
                      <a:pt x="22952" y="92617"/>
                    </a:lnTo>
                    <a:lnTo>
                      <a:pt x="22396" y="92496"/>
                    </a:lnTo>
                    <a:lnTo>
                      <a:pt x="21841" y="92375"/>
                    </a:lnTo>
                    <a:lnTo>
                      <a:pt x="21285" y="92243"/>
                    </a:lnTo>
                    <a:lnTo>
                      <a:pt x="20739" y="92112"/>
                    </a:lnTo>
                    <a:lnTo>
                      <a:pt x="20193" y="91960"/>
                    </a:lnTo>
                    <a:lnTo>
                      <a:pt x="19647" y="91809"/>
                    </a:lnTo>
                    <a:lnTo>
                      <a:pt x="19102" y="91657"/>
                    </a:lnTo>
                    <a:lnTo>
                      <a:pt x="18566" y="91485"/>
                    </a:lnTo>
                    <a:lnTo>
                      <a:pt x="18030" y="91314"/>
                    </a:lnTo>
                    <a:lnTo>
                      <a:pt x="17505" y="91142"/>
                    </a:lnTo>
                    <a:lnTo>
                      <a:pt x="16969" y="90950"/>
                    </a:lnTo>
                    <a:lnTo>
                      <a:pt x="16454" y="90758"/>
                    </a:lnTo>
                    <a:lnTo>
                      <a:pt x="15928" y="90566"/>
                    </a:lnTo>
                    <a:lnTo>
                      <a:pt x="15413" y="90353"/>
                    </a:lnTo>
                    <a:lnTo>
                      <a:pt x="14907" y="90141"/>
                    </a:lnTo>
                    <a:lnTo>
                      <a:pt x="14402" y="89929"/>
                    </a:lnTo>
                    <a:lnTo>
                      <a:pt x="13907" y="89697"/>
                    </a:lnTo>
                    <a:lnTo>
                      <a:pt x="13412" y="89464"/>
                    </a:lnTo>
                    <a:lnTo>
                      <a:pt x="12916" y="89232"/>
                    </a:lnTo>
                    <a:lnTo>
                      <a:pt x="12441" y="88989"/>
                    </a:lnTo>
                    <a:lnTo>
                      <a:pt x="11956" y="88736"/>
                    </a:lnTo>
                    <a:lnTo>
                      <a:pt x="11491" y="88484"/>
                    </a:lnTo>
                    <a:lnTo>
                      <a:pt x="11027" y="88221"/>
                    </a:lnTo>
                    <a:lnTo>
                      <a:pt x="10572" y="87958"/>
                    </a:lnTo>
                    <a:lnTo>
                      <a:pt x="10117" y="87685"/>
                    </a:lnTo>
                    <a:lnTo>
                      <a:pt x="9672" y="87402"/>
                    </a:lnTo>
                    <a:lnTo>
                      <a:pt x="9238" y="87119"/>
                    </a:lnTo>
                    <a:lnTo>
                      <a:pt x="8803" y="86836"/>
                    </a:lnTo>
                    <a:lnTo>
                      <a:pt x="8379" y="86533"/>
                    </a:lnTo>
                    <a:lnTo>
                      <a:pt x="7964" y="86240"/>
                    </a:lnTo>
                    <a:lnTo>
                      <a:pt x="7560" y="85927"/>
                    </a:lnTo>
                    <a:lnTo>
                      <a:pt x="7166" y="85624"/>
                    </a:lnTo>
                    <a:lnTo>
                      <a:pt x="6772" y="85300"/>
                    </a:lnTo>
                    <a:lnTo>
                      <a:pt x="6398" y="84987"/>
                    </a:lnTo>
                    <a:lnTo>
                      <a:pt x="6024" y="84653"/>
                    </a:lnTo>
                    <a:lnTo>
                      <a:pt x="5660" y="84330"/>
                    </a:lnTo>
                    <a:lnTo>
                      <a:pt x="5306" y="83996"/>
                    </a:lnTo>
                    <a:lnTo>
                      <a:pt x="4963" y="83653"/>
                    </a:lnTo>
                    <a:lnTo>
                      <a:pt x="4629" y="83309"/>
                    </a:lnTo>
                    <a:lnTo>
                      <a:pt x="4296" y="82955"/>
                    </a:lnTo>
                    <a:lnTo>
                      <a:pt x="3982" y="82602"/>
                    </a:lnTo>
                    <a:lnTo>
                      <a:pt x="3679" y="82238"/>
                    </a:lnTo>
                    <a:lnTo>
                      <a:pt x="3386" y="81884"/>
                    </a:lnTo>
                    <a:lnTo>
                      <a:pt x="3103" y="81510"/>
                    </a:lnTo>
                    <a:lnTo>
                      <a:pt x="2830" y="81136"/>
                    </a:lnTo>
                    <a:lnTo>
                      <a:pt x="2567" y="80762"/>
                    </a:lnTo>
                    <a:lnTo>
                      <a:pt x="2325" y="80378"/>
                    </a:lnTo>
                    <a:lnTo>
                      <a:pt x="2082" y="79994"/>
                    </a:lnTo>
                    <a:lnTo>
                      <a:pt x="1860" y="79610"/>
                    </a:lnTo>
                    <a:lnTo>
                      <a:pt x="1648" y="79216"/>
                    </a:lnTo>
                    <a:lnTo>
                      <a:pt x="1446" y="78822"/>
                    </a:lnTo>
                    <a:lnTo>
                      <a:pt x="1254" y="78418"/>
                    </a:lnTo>
                    <a:lnTo>
                      <a:pt x="1072" y="78013"/>
                    </a:lnTo>
                    <a:lnTo>
                      <a:pt x="910" y="77609"/>
                    </a:lnTo>
                    <a:lnTo>
                      <a:pt x="758" y="77205"/>
                    </a:lnTo>
                    <a:lnTo>
                      <a:pt x="617" y="76790"/>
                    </a:lnTo>
                    <a:lnTo>
                      <a:pt x="496" y="76366"/>
                    </a:lnTo>
                    <a:lnTo>
                      <a:pt x="384" y="75941"/>
                    </a:lnTo>
                    <a:lnTo>
                      <a:pt x="283" y="75527"/>
                    </a:lnTo>
                    <a:lnTo>
                      <a:pt x="202" y="75093"/>
                    </a:lnTo>
                    <a:lnTo>
                      <a:pt x="132" y="74668"/>
                    </a:lnTo>
                    <a:lnTo>
                      <a:pt x="81" y="74233"/>
                    </a:lnTo>
                    <a:lnTo>
                      <a:pt x="41" y="73789"/>
                    </a:lnTo>
                    <a:lnTo>
                      <a:pt x="10" y="73354"/>
                    </a:lnTo>
                    <a:lnTo>
                      <a:pt x="0" y="72909"/>
                    </a:lnTo>
                    <a:lnTo>
                      <a:pt x="10" y="72465"/>
                    </a:lnTo>
                    <a:lnTo>
                      <a:pt x="31" y="72020"/>
                    </a:lnTo>
                    <a:lnTo>
                      <a:pt x="71" y="71565"/>
                    </a:lnTo>
                    <a:lnTo>
                      <a:pt x="122" y="71111"/>
                    </a:lnTo>
                    <a:lnTo>
                      <a:pt x="192" y="70656"/>
                    </a:lnTo>
                    <a:lnTo>
                      <a:pt x="273" y="70201"/>
                    </a:lnTo>
                    <a:lnTo>
                      <a:pt x="374" y="69736"/>
                    </a:lnTo>
                    <a:lnTo>
                      <a:pt x="496" y="69281"/>
                    </a:lnTo>
                    <a:lnTo>
                      <a:pt x="627" y="68816"/>
                    </a:lnTo>
                    <a:lnTo>
                      <a:pt x="779" y="68341"/>
                    </a:lnTo>
                    <a:lnTo>
                      <a:pt x="950" y="67876"/>
                    </a:lnTo>
                    <a:lnTo>
                      <a:pt x="1142" y="67401"/>
                    </a:lnTo>
                    <a:lnTo>
                      <a:pt x="1344" y="66926"/>
                    </a:lnTo>
                    <a:lnTo>
                      <a:pt x="1567" y="66461"/>
                    </a:lnTo>
                    <a:lnTo>
                      <a:pt x="1809" y="65976"/>
                    </a:lnTo>
                    <a:lnTo>
                      <a:pt x="2072" y="65501"/>
                    </a:lnTo>
                    <a:lnTo>
                      <a:pt x="2345" y="65026"/>
                    </a:lnTo>
                    <a:lnTo>
                      <a:pt x="2648" y="64541"/>
                    </a:lnTo>
                    <a:lnTo>
                      <a:pt x="2962" y="64056"/>
                    </a:lnTo>
                    <a:lnTo>
                      <a:pt x="3295" y="63571"/>
                    </a:lnTo>
                    <a:lnTo>
                      <a:pt x="3659" y="63086"/>
                    </a:lnTo>
                    <a:lnTo>
                      <a:pt x="4033" y="62601"/>
                    </a:lnTo>
                    <a:lnTo>
                      <a:pt x="4427" y="62116"/>
                    </a:lnTo>
                    <a:lnTo>
                      <a:pt x="4841" y="61620"/>
                    </a:lnTo>
                    <a:lnTo>
                      <a:pt x="5276" y="61135"/>
                    </a:lnTo>
                    <a:lnTo>
                      <a:pt x="5731" y="60640"/>
                    </a:lnTo>
                    <a:lnTo>
                      <a:pt x="6206" y="60155"/>
                    </a:lnTo>
                    <a:lnTo>
                      <a:pt x="6701" y="59660"/>
                    </a:lnTo>
                    <a:lnTo>
                      <a:pt x="7226" y="59165"/>
                    </a:lnTo>
                    <a:lnTo>
                      <a:pt x="7762" y="58669"/>
                    </a:lnTo>
                    <a:lnTo>
                      <a:pt x="8328" y="58174"/>
                    </a:lnTo>
                    <a:lnTo>
                      <a:pt x="8904" y="57679"/>
                    </a:lnTo>
                    <a:lnTo>
                      <a:pt x="9511" y="57184"/>
                    </a:lnTo>
                    <a:lnTo>
                      <a:pt x="10137" y="56688"/>
                    </a:lnTo>
                    <a:lnTo>
                      <a:pt x="10794" y="56193"/>
                    </a:lnTo>
                    <a:lnTo>
                      <a:pt x="11461" y="55688"/>
                    </a:lnTo>
                    <a:lnTo>
                      <a:pt x="12158" y="55193"/>
                    </a:lnTo>
                    <a:lnTo>
                      <a:pt x="12876" y="54697"/>
                    </a:lnTo>
                    <a:lnTo>
                      <a:pt x="13614" y="54202"/>
                    </a:lnTo>
                    <a:lnTo>
                      <a:pt x="14382" y="53707"/>
                    </a:lnTo>
                    <a:lnTo>
                      <a:pt x="15170" y="53212"/>
                    </a:lnTo>
                    <a:lnTo>
                      <a:pt x="15979" y="52706"/>
                    </a:lnTo>
                    <a:lnTo>
                      <a:pt x="16818" y="52211"/>
                    </a:lnTo>
                    <a:lnTo>
                      <a:pt x="17677" y="51716"/>
                    </a:lnTo>
                    <a:lnTo>
                      <a:pt x="18566" y="51221"/>
                    </a:lnTo>
                    <a:lnTo>
                      <a:pt x="19476" y="50726"/>
                    </a:lnTo>
                    <a:lnTo>
                      <a:pt x="20405" y="50230"/>
                    </a:lnTo>
                    <a:lnTo>
                      <a:pt x="21366" y="49735"/>
                    </a:lnTo>
                    <a:lnTo>
                      <a:pt x="22356" y="49240"/>
                    </a:lnTo>
                    <a:lnTo>
                      <a:pt x="22356" y="49240"/>
                    </a:lnTo>
                    <a:lnTo>
                      <a:pt x="22528" y="49149"/>
                    </a:lnTo>
                    <a:lnTo>
                      <a:pt x="22689" y="49038"/>
                    </a:lnTo>
                    <a:lnTo>
                      <a:pt x="22861" y="48916"/>
                    </a:lnTo>
                    <a:lnTo>
                      <a:pt x="23013" y="48785"/>
                    </a:lnTo>
                    <a:lnTo>
                      <a:pt x="23175" y="48633"/>
                    </a:lnTo>
                    <a:lnTo>
                      <a:pt x="23326" y="48462"/>
                    </a:lnTo>
                    <a:lnTo>
                      <a:pt x="23478" y="48280"/>
                    </a:lnTo>
                    <a:lnTo>
                      <a:pt x="23629" y="48088"/>
                    </a:lnTo>
                    <a:lnTo>
                      <a:pt x="23771" y="47886"/>
                    </a:lnTo>
                    <a:lnTo>
                      <a:pt x="23912" y="47663"/>
                    </a:lnTo>
                    <a:lnTo>
                      <a:pt x="24054" y="47431"/>
                    </a:lnTo>
                    <a:lnTo>
                      <a:pt x="24185" y="47188"/>
                    </a:lnTo>
                    <a:lnTo>
                      <a:pt x="24327" y="46925"/>
                    </a:lnTo>
                    <a:lnTo>
                      <a:pt x="24458" y="46663"/>
                    </a:lnTo>
                    <a:lnTo>
                      <a:pt x="24579" y="46380"/>
                    </a:lnTo>
                    <a:lnTo>
                      <a:pt x="24701" y="46087"/>
                    </a:lnTo>
                    <a:lnTo>
                      <a:pt x="24822" y="45783"/>
                    </a:lnTo>
                    <a:lnTo>
                      <a:pt x="24943" y="45460"/>
                    </a:lnTo>
                    <a:lnTo>
                      <a:pt x="25176" y="44803"/>
                    </a:lnTo>
                    <a:lnTo>
                      <a:pt x="25398" y="44096"/>
                    </a:lnTo>
                    <a:lnTo>
                      <a:pt x="25610" y="43348"/>
                    </a:lnTo>
                    <a:lnTo>
                      <a:pt x="25802" y="42570"/>
                    </a:lnTo>
                    <a:lnTo>
                      <a:pt x="25994" y="41751"/>
                    </a:lnTo>
                    <a:lnTo>
                      <a:pt x="26176" y="40902"/>
                    </a:lnTo>
                    <a:lnTo>
                      <a:pt x="26348" y="40013"/>
                    </a:lnTo>
                    <a:lnTo>
                      <a:pt x="26520" y="39103"/>
                    </a:lnTo>
                    <a:lnTo>
                      <a:pt x="26671" y="38163"/>
                    </a:lnTo>
                    <a:lnTo>
                      <a:pt x="26823" y="37203"/>
                    </a:lnTo>
                    <a:lnTo>
                      <a:pt x="26965" y="36212"/>
                    </a:lnTo>
                    <a:lnTo>
                      <a:pt x="27096" y="35202"/>
                    </a:lnTo>
                    <a:lnTo>
                      <a:pt x="27227" y="34171"/>
                    </a:lnTo>
                    <a:lnTo>
                      <a:pt x="27349" y="33130"/>
                    </a:lnTo>
                    <a:lnTo>
                      <a:pt x="27460" y="32069"/>
                    </a:lnTo>
                    <a:lnTo>
                      <a:pt x="27571" y="30987"/>
                    </a:lnTo>
                    <a:lnTo>
                      <a:pt x="27672" y="29906"/>
                    </a:lnTo>
                    <a:lnTo>
                      <a:pt x="27864" y="27703"/>
                    </a:lnTo>
                    <a:lnTo>
                      <a:pt x="28036" y="25489"/>
                    </a:lnTo>
                    <a:lnTo>
                      <a:pt x="28198" y="23256"/>
                    </a:lnTo>
                    <a:lnTo>
                      <a:pt x="28349" y="21042"/>
                    </a:lnTo>
                    <a:lnTo>
                      <a:pt x="28481" y="18859"/>
                    </a:lnTo>
                    <a:lnTo>
                      <a:pt x="28733" y="14625"/>
                    </a:lnTo>
                    <a:lnTo>
                      <a:pt x="28854" y="12614"/>
                    </a:lnTo>
                    <a:lnTo>
                      <a:pt x="28986" y="10693"/>
                    </a:lnTo>
                    <a:lnTo>
                      <a:pt x="29107" y="8874"/>
                    </a:lnTo>
                    <a:lnTo>
                      <a:pt x="29239" y="7186"/>
                    </a:lnTo>
                    <a:lnTo>
                      <a:pt x="29380" y="5630"/>
                    </a:lnTo>
                    <a:lnTo>
                      <a:pt x="29461" y="4912"/>
                    </a:lnTo>
                    <a:lnTo>
                      <a:pt x="29532" y="4235"/>
                    </a:lnTo>
                    <a:lnTo>
                      <a:pt x="29612" y="3598"/>
                    </a:lnTo>
                    <a:lnTo>
                      <a:pt x="29703" y="3012"/>
                    </a:lnTo>
                    <a:lnTo>
                      <a:pt x="29784" y="2467"/>
                    </a:lnTo>
                    <a:lnTo>
                      <a:pt x="29885" y="1971"/>
                    </a:lnTo>
                    <a:lnTo>
                      <a:pt x="29976" y="1527"/>
                    </a:lnTo>
                    <a:lnTo>
                      <a:pt x="30087" y="1132"/>
                    </a:lnTo>
                    <a:lnTo>
                      <a:pt x="30189" y="799"/>
                    </a:lnTo>
                    <a:lnTo>
                      <a:pt x="30249" y="647"/>
                    </a:lnTo>
                    <a:lnTo>
                      <a:pt x="30310" y="516"/>
                    </a:lnTo>
                    <a:lnTo>
                      <a:pt x="30360" y="395"/>
                    </a:lnTo>
                    <a:lnTo>
                      <a:pt x="30421" y="294"/>
                    </a:lnTo>
                    <a:lnTo>
                      <a:pt x="30492" y="213"/>
                    </a:lnTo>
                    <a:lnTo>
                      <a:pt x="30552" y="132"/>
                    </a:lnTo>
                    <a:lnTo>
                      <a:pt x="30613" y="81"/>
                    </a:lnTo>
                    <a:lnTo>
                      <a:pt x="30684" y="41"/>
                    </a:lnTo>
                    <a:lnTo>
                      <a:pt x="30754" y="11"/>
                    </a:lnTo>
                    <a:lnTo>
                      <a:pt x="30825" y="1"/>
                    </a:lnTo>
                    <a:lnTo>
                      <a:pt x="30825" y="1"/>
                    </a:lnTo>
                    <a:lnTo>
                      <a:pt x="30896" y="11"/>
                    </a:lnTo>
                    <a:lnTo>
                      <a:pt x="30967" y="41"/>
                    </a:lnTo>
                    <a:lnTo>
                      <a:pt x="31037" y="81"/>
                    </a:lnTo>
                    <a:lnTo>
                      <a:pt x="31098" y="132"/>
                    </a:lnTo>
                    <a:lnTo>
                      <a:pt x="31159" y="213"/>
                    </a:lnTo>
                    <a:lnTo>
                      <a:pt x="31230" y="294"/>
                    </a:lnTo>
                    <a:lnTo>
                      <a:pt x="31290" y="395"/>
                    </a:lnTo>
                    <a:lnTo>
                      <a:pt x="31341" y="516"/>
                    </a:lnTo>
                    <a:lnTo>
                      <a:pt x="31401" y="647"/>
                    </a:lnTo>
                    <a:lnTo>
                      <a:pt x="31462" y="799"/>
                    </a:lnTo>
                    <a:lnTo>
                      <a:pt x="31563" y="1132"/>
                    </a:lnTo>
                    <a:lnTo>
                      <a:pt x="31674" y="1527"/>
                    </a:lnTo>
                    <a:lnTo>
                      <a:pt x="31765" y="1971"/>
                    </a:lnTo>
                    <a:lnTo>
                      <a:pt x="31866" y="2467"/>
                    </a:lnTo>
                    <a:lnTo>
                      <a:pt x="31947" y="3012"/>
                    </a:lnTo>
                    <a:lnTo>
                      <a:pt x="32038" y="3598"/>
                    </a:lnTo>
                    <a:lnTo>
                      <a:pt x="32119" y="4235"/>
                    </a:lnTo>
                    <a:lnTo>
                      <a:pt x="32190" y="4912"/>
                    </a:lnTo>
                    <a:lnTo>
                      <a:pt x="32270" y="5630"/>
                    </a:lnTo>
                    <a:lnTo>
                      <a:pt x="32412" y="7186"/>
                    </a:lnTo>
                    <a:lnTo>
                      <a:pt x="32543" y="8874"/>
                    </a:lnTo>
                    <a:lnTo>
                      <a:pt x="32665" y="10693"/>
                    </a:lnTo>
                    <a:lnTo>
                      <a:pt x="32796" y="12614"/>
                    </a:lnTo>
                    <a:lnTo>
                      <a:pt x="32917" y="14625"/>
                    </a:lnTo>
                    <a:lnTo>
                      <a:pt x="33170" y="18859"/>
                    </a:lnTo>
                    <a:lnTo>
                      <a:pt x="33301" y="21042"/>
                    </a:lnTo>
                    <a:lnTo>
                      <a:pt x="33453" y="23256"/>
                    </a:lnTo>
                    <a:lnTo>
                      <a:pt x="33615" y="25489"/>
                    </a:lnTo>
                    <a:lnTo>
                      <a:pt x="33786" y="27703"/>
                    </a:lnTo>
                    <a:lnTo>
                      <a:pt x="33978" y="29906"/>
                    </a:lnTo>
                    <a:lnTo>
                      <a:pt x="34080" y="30987"/>
                    </a:lnTo>
                    <a:lnTo>
                      <a:pt x="34191" y="32069"/>
                    </a:lnTo>
                    <a:lnTo>
                      <a:pt x="34312" y="33130"/>
                    </a:lnTo>
                    <a:lnTo>
                      <a:pt x="34433" y="34171"/>
                    </a:lnTo>
                    <a:lnTo>
                      <a:pt x="34555" y="35202"/>
                    </a:lnTo>
                    <a:lnTo>
                      <a:pt x="34686" y="36212"/>
                    </a:lnTo>
                    <a:lnTo>
                      <a:pt x="34827" y="37203"/>
                    </a:lnTo>
                    <a:lnTo>
                      <a:pt x="34979" y="38163"/>
                    </a:lnTo>
                    <a:lnTo>
                      <a:pt x="35141" y="39103"/>
                    </a:lnTo>
                    <a:lnTo>
                      <a:pt x="35302" y="40013"/>
                    </a:lnTo>
                    <a:lnTo>
                      <a:pt x="35474" y="40902"/>
                    </a:lnTo>
                    <a:lnTo>
                      <a:pt x="35656" y="41751"/>
                    </a:lnTo>
                    <a:lnTo>
                      <a:pt x="35848" y="42570"/>
                    </a:lnTo>
                    <a:lnTo>
                      <a:pt x="36050" y="43348"/>
                    </a:lnTo>
                    <a:lnTo>
                      <a:pt x="36252" y="44096"/>
                    </a:lnTo>
                    <a:lnTo>
                      <a:pt x="36475" y="44803"/>
                    </a:lnTo>
                    <a:lnTo>
                      <a:pt x="36707" y="45460"/>
                    </a:lnTo>
                    <a:lnTo>
                      <a:pt x="36829" y="45783"/>
                    </a:lnTo>
                    <a:lnTo>
                      <a:pt x="36950" y="46087"/>
                    </a:lnTo>
                    <a:lnTo>
                      <a:pt x="37071" y="46380"/>
                    </a:lnTo>
                    <a:lnTo>
                      <a:pt x="37202" y="46663"/>
                    </a:lnTo>
                    <a:lnTo>
                      <a:pt x="37324" y="46925"/>
                    </a:lnTo>
                    <a:lnTo>
                      <a:pt x="37465" y="47188"/>
                    </a:lnTo>
                    <a:lnTo>
                      <a:pt x="37597" y="47431"/>
                    </a:lnTo>
                    <a:lnTo>
                      <a:pt x="37738" y="47663"/>
                    </a:lnTo>
                    <a:lnTo>
                      <a:pt x="37880" y="47886"/>
                    </a:lnTo>
                    <a:lnTo>
                      <a:pt x="38021" y="48088"/>
                    </a:lnTo>
                    <a:lnTo>
                      <a:pt x="38173" y="48280"/>
                    </a:lnTo>
                    <a:lnTo>
                      <a:pt x="38324" y="48462"/>
                    </a:lnTo>
                    <a:lnTo>
                      <a:pt x="38476" y="48633"/>
                    </a:lnTo>
                    <a:lnTo>
                      <a:pt x="38638" y="48785"/>
                    </a:lnTo>
                    <a:lnTo>
                      <a:pt x="38799" y="48916"/>
                    </a:lnTo>
                    <a:lnTo>
                      <a:pt x="38961" y="49038"/>
                    </a:lnTo>
                    <a:lnTo>
                      <a:pt x="39123" y="49149"/>
                    </a:lnTo>
                    <a:lnTo>
                      <a:pt x="39295" y="49240"/>
                    </a:lnTo>
                    <a:lnTo>
                      <a:pt x="39295" y="49240"/>
                    </a:lnTo>
                    <a:lnTo>
                      <a:pt x="40285" y="49735"/>
                    </a:lnTo>
                    <a:lnTo>
                      <a:pt x="41245" y="50230"/>
                    </a:lnTo>
                    <a:lnTo>
                      <a:pt x="42175" y="50726"/>
                    </a:lnTo>
                    <a:lnTo>
                      <a:pt x="43084" y="51221"/>
                    </a:lnTo>
                    <a:lnTo>
                      <a:pt x="43974" y="51716"/>
                    </a:lnTo>
                    <a:lnTo>
                      <a:pt x="44833" y="52211"/>
                    </a:lnTo>
                    <a:lnTo>
                      <a:pt x="45672" y="52706"/>
                    </a:lnTo>
                    <a:lnTo>
                      <a:pt x="46480" y="53212"/>
                    </a:lnTo>
                    <a:lnTo>
                      <a:pt x="47269" y="53707"/>
                    </a:lnTo>
                    <a:lnTo>
                      <a:pt x="48037" y="54202"/>
                    </a:lnTo>
                    <a:lnTo>
                      <a:pt x="48774" y="54697"/>
                    </a:lnTo>
                    <a:lnTo>
                      <a:pt x="49492" y="55193"/>
                    </a:lnTo>
                    <a:lnTo>
                      <a:pt x="50189" y="55698"/>
                    </a:lnTo>
                    <a:lnTo>
                      <a:pt x="50856" y="56193"/>
                    </a:lnTo>
                    <a:lnTo>
                      <a:pt x="51513" y="56688"/>
                    </a:lnTo>
                    <a:lnTo>
                      <a:pt x="52140" y="57184"/>
                    </a:lnTo>
                    <a:lnTo>
                      <a:pt x="52746" y="57679"/>
                    </a:lnTo>
                    <a:lnTo>
                      <a:pt x="53322" y="58174"/>
                    </a:lnTo>
                    <a:lnTo>
                      <a:pt x="53888" y="58669"/>
                    </a:lnTo>
                    <a:lnTo>
                      <a:pt x="54424" y="59165"/>
                    </a:lnTo>
                    <a:lnTo>
                      <a:pt x="54950" y="59660"/>
                    </a:lnTo>
                    <a:lnTo>
                      <a:pt x="55445" y="60155"/>
                    </a:lnTo>
                    <a:lnTo>
                      <a:pt x="55920" y="60640"/>
                    </a:lnTo>
                    <a:lnTo>
                      <a:pt x="56375" y="61135"/>
                    </a:lnTo>
                    <a:lnTo>
                      <a:pt x="56809" y="61620"/>
                    </a:lnTo>
                    <a:lnTo>
                      <a:pt x="57224" y="62116"/>
                    </a:lnTo>
                    <a:lnTo>
                      <a:pt x="57618" y="62601"/>
                    </a:lnTo>
                    <a:lnTo>
                      <a:pt x="57992" y="63086"/>
                    </a:lnTo>
                    <a:lnTo>
                      <a:pt x="58355" y="63571"/>
                    </a:lnTo>
                    <a:lnTo>
                      <a:pt x="58689" y="64056"/>
                    </a:lnTo>
                    <a:lnTo>
                      <a:pt x="59002" y="64541"/>
                    </a:lnTo>
                    <a:lnTo>
                      <a:pt x="59305" y="65026"/>
                    </a:lnTo>
                    <a:lnTo>
                      <a:pt x="59578" y="65501"/>
                    </a:lnTo>
                    <a:lnTo>
                      <a:pt x="59841" y="65976"/>
                    </a:lnTo>
                    <a:lnTo>
                      <a:pt x="60084" y="66461"/>
                    </a:lnTo>
                    <a:lnTo>
                      <a:pt x="60306" y="66936"/>
                    </a:lnTo>
                    <a:lnTo>
                      <a:pt x="60508" y="67401"/>
                    </a:lnTo>
                    <a:lnTo>
                      <a:pt x="60700" y="67876"/>
                    </a:lnTo>
                    <a:lnTo>
                      <a:pt x="60872" y="68341"/>
                    </a:lnTo>
                    <a:lnTo>
                      <a:pt x="61024" y="68816"/>
                    </a:lnTo>
                    <a:lnTo>
                      <a:pt x="61155" y="69281"/>
                    </a:lnTo>
                    <a:lnTo>
                      <a:pt x="61276" y="69736"/>
                    </a:lnTo>
                    <a:lnTo>
                      <a:pt x="61377" y="70201"/>
                    </a:lnTo>
                    <a:lnTo>
                      <a:pt x="61458" y="70656"/>
                    </a:lnTo>
                    <a:lnTo>
                      <a:pt x="61529" y="71111"/>
                    </a:lnTo>
                    <a:lnTo>
                      <a:pt x="61579" y="71565"/>
                    </a:lnTo>
                    <a:lnTo>
                      <a:pt x="61620" y="72020"/>
                    </a:lnTo>
                    <a:lnTo>
                      <a:pt x="61640" y="72465"/>
                    </a:lnTo>
                    <a:lnTo>
                      <a:pt x="61650" y="72909"/>
                    </a:lnTo>
                    <a:lnTo>
                      <a:pt x="61640" y="73354"/>
                    </a:lnTo>
                    <a:lnTo>
                      <a:pt x="61610" y="73789"/>
                    </a:lnTo>
                    <a:lnTo>
                      <a:pt x="61569" y="74233"/>
                    </a:lnTo>
                    <a:lnTo>
                      <a:pt x="61519" y="74668"/>
                    </a:lnTo>
                    <a:lnTo>
                      <a:pt x="61448" y="75093"/>
                    </a:lnTo>
                    <a:lnTo>
                      <a:pt x="61367" y="75527"/>
                    </a:lnTo>
                    <a:lnTo>
                      <a:pt x="61266" y="75952"/>
                    </a:lnTo>
                    <a:lnTo>
                      <a:pt x="61155" y="76366"/>
                    </a:lnTo>
                    <a:lnTo>
                      <a:pt x="61034" y="76790"/>
                    </a:lnTo>
                    <a:lnTo>
                      <a:pt x="60892" y="77205"/>
                    </a:lnTo>
                    <a:lnTo>
                      <a:pt x="60741" y="77609"/>
                    </a:lnTo>
                    <a:lnTo>
                      <a:pt x="60579" y="78023"/>
                    </a:lnTo>
                    <a:lnTo>
                      <a:pt x="60397" y="78418"/>
                    </a:lnTo>
                    <a:lnTo>
                      <a:pt x="60215" y="78822"/>
                    </a:lnTo>
                    <a:lnTo>
                      <a:pt x="60013" y="79216"/>
                    </a:lnTo>
                    <a:lnTo>
                      <a:pt x="59791" y="79610"/>
                    </a:lnTo>
                    <a:lnTo>
                      <a:pt x="59568" y="79994"/>
                    </a:lnTo>
                    <a:lnTo>
                      <a:pt x="59326" y="80388"/>
                    </a:lnTo>
                    <a:lnTo>
                      <a:pt x="59083" y="80762"/>
                    </a:lnTo>
                    <a:lnTo>
                      <a:pt x="58820" y="81136"/>
                    </a:lnTo>
                    <a:lnTo>
                      <a:pt x="58547" y="81510"/>
                    </a:lnTo>
                    <a:lnTo>
                      <a:pt x="58264" y="81884"/>
                    </a:lnTo>
                    <a:lnTo>
                      <a:pt x="57971" y="82248"/>
                    </a:lnTo>
                    <a:lnTo>
                      <a:pt x="57668" y="82602"/>
                    </a:lnTo>
                    <a:lnTo>
                      <a:pt x="57355" y="82955"/>
                    </a:lnTo>
                    <a:lnTo>
                      <a:pt x="57021" y="83309"/>
                    </a:lnTo>
                    <a:lnTo>
                      <a:pt x="56688" y="83653"/>
                    </a:lnTo>
                    <a:lnTo>
                      <a:pt x="56344" y="83996"/>
                    </a:lnTo>
                    <a:lnTo>
                      <a:pt x="55991" y="84330"/>
                    </a:lnTo>
                    <a:lnTo>
                      <a:pt x="55627" y="84663"/>
                    </a:lnTo>
                    <a:lnTo>
                      <a:pt x="55253" y="84987"/>
                    </a:lnTo>
                    <a:lnTo>
                      <a:pt x="54879" y="85310"/>
                    </a:lnTo>
                    <a:lnTo>
                      <a:pt x="54485" y="85624"/>
                    </a:lnTo>
                    <a:lnTo>
                      <a:pt x="54090" y="85937"/>
                    </a:lnTo>
                    <a:lnTo>
                      <a:pt x="53686" y="86240"/>
                    </a:lnTo>
                    <a:lnTo>
                      <a:pt x="53272" y="86533"/>
                    </a:lnTo>
                    <a:lnTo>
                      <a:pt x="52847" y="86836"/>
                    </a:lnTo>
                    <a:lnTo>
                      <a:pt x="52413" y="87119"/>
                    </a:lnTo>
                    <a:lnTo>
                      <a:pt x="51978" y="87402"/>
                    </a:lnTo>
                    <a:lnTo>
                      <a:pt x="51534" y="87685"/>
                    </a:lnTo>
                    <a:lnTo>
                      <a:pt x="51079" y="87958"/>
                    </a:lnTo>
                    <a:lnTo>
                      <a:pt x="50624" y="88221"/>
                    </a:lnTo>
                    <a:lnTo>
                      <a:pt x="50159" y="88484"/>
                    </a:lnTo>
                    <a:lnTo>
                      <a:pt x="49694" y="88736"/>
                    </a:lnTo>
                    <a:lnTo>
                      <a:pt x="49209" y="88989"/>
                    </a:lnTo>
                    <a:lnTo>
                      <a:pt x="48734" y="89232"/>
                    </a:lnTo>
                    <a:lnTo>
                      <a:pt x="48239" y="89464"/>
                    </a:lnTo>
                    <a:lnTo>
                      <a:pt x="47744" y="89697"/>
                    </a:lnTo>
                    <a:lnTo>
                      <a:pt x="47248" y="89929"/>
                    </a:lnTo>
                    <a:lnTo>
                      <a:pt x="46743" y="90141"/>
                    </a:lnTo>
                    <a:lnTo>
                      <a:pt x="46238" y="90353"/>
                    </a:lnTo>
                    <a:lnTo>
                      <a:pt x="45722" y="90566"/>
                    </a:lnTo>
                    <a:lnTo>
                      <a:pt x="45197" y="90758"/>
                    </a:lnTo>
                    <a:lnTo>
                      <a:pt x="44681" y="90950"/>
                    </a:lnTo>
                    <a:lnTo>
                      <a:pt x="44146" y="91142"/>
                    </a:lnTo>
                    <a:lnTo>
                      <a:pt x="43620" y="91314"/>
                    </a:lnTo>
                    <a:lnTo>
                      <a:pt x="43084" y="91485"/>
                    </a:lnTo>
                    <a:lnTo>
                      <a:pt x="42549" y="91657"/>
                    </a:lnTo>
                    <a:lnTo>
                      <a:pt x="42003" y="91809"/>
                    </a:lnTo>
                    <a:lnTo>
                      <a:pt x="41457" y="91960"/>
                    </a:lnTo>
                    <a:lnTo>
                      <a:pt x="40912" y="92112"/>
                    </a:lnTo>
                    <a:lnTo>
                      <a:pt x="40366" y="92243"/>
                    </a:lnTo>
                    <a:lnTo>
                      <a:pt x="39810" y="92375"/>
                    </a:lnTo>
                    <a:lnTo>
                      <a:pt x="39254" y="92496"/>
                    </a:lnTo>
                    <a:lnTo>
                      <a:pt x="38698" y="92617"/>
                    </a:lnTo>
                    <a:lnTo>
                      <a:pt x="38142" y="92718"/>
                    </a:lnTo>
                    <a:lnTo>
                      <a:pt x="37587" y="92819"/>
                    </a:lnTo>
                    <a:lnTo>
                      <a:pt x="37021" y="92910"/>
                    </a:lnTo>
                    <a:lnTo>
                      <a:pt x="36465" y="93001"/>
                    </a:lnTo>
                    <a:lnTo>
                      <a:pt x="35899" y="93072"/>
                    </a:lnTo>
                    <a:lnTo>
                      <a:pt x="35333" y="93143"/>
                    </a:lnTo>
                    <a:lnTo>
                      <a:pt x="34767" y="93204"/>
                    </a:lnTo>
                    <a:lnTo>
                      <a:pt x="34211" y="93264"/>
                    </a:lnTo>
                    <a:lnTo>
                      <a:pt x="33645" y="93305"/>
                    </a:lnTo>
                    <a:lnTo>
                      <a:pt x="33079" y="93345"/>
                    </a:lnTo>
                    <a:lnTo>
                      <a:pt x="32513" y="93375"/>
                    </a:lnTo>
                    <a:lnTo>
                      <a:pt x="31947" y="93396"/>
                    </a:lnTo>
                    <a:lnTo>
                      <a:pt x="31391" y="93406"/>
                    </a:lnTo>
                    <a:lnTo>
                      <a:pt x="30825" y="93416"/>
                    </a:lnTo>
                    <a:lnTo>
                      <a:pt x="30825" y="93416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4122275" y="2313250"/>
                <a:ext cx="526575" cy="335300"/>
              </a:xfrm>
              <a:custGeom>
                <a:avLst/>
                <a:gdLst/>
                <a:ahLst/>
                <a:cxnLst/>
                <a:rect l="l" t="t" r="r" b="b"/>
                <a:pathLst>
                  <a:path w="21063" h="13412" extrusionOk="0">
                    <a:moveTo>
                      <a:pt x="0" y="1405"/>
                    </a:moveTo>
                    <a:lnTo>
                      <a:pt x="0" y="1405"/>
                    </a:lnTo>
                    <a:lnTo>
                      <a:pt x="627" y="1244"/>
                    </a:lnTo>
                    <a:lnTo>
                      <a:pt x="1264" y="1082"/>
                    </a:lnTo>
                    <a:lnTo>
                      <a:pt x="1900" y="940"/>
                    </a:lnTo>
                    <a:lnTo>
                      <a:pt x="2547" y="799"/>
                    </a:lnTo>
                    <a:lnTo>
                      <a:pt x="3194" y="678"/>
                    </a:lnTo>
                    <a:lnTo>
                      <a:pt x="3841" y="556"/>
                    </a:lnTo>
                    <a:lnTo>
                      <a:pt x="4498" y="455"/>
                    </a:lnTo>
                    <a:lnTo>
                      <a:pt x="5155" y="364"/>
                    </a:lnTo>
                    <a:lnTo>
                      <a:pt x="5811" y="273"/>
                    </a:lnTo>
                    <a:lnTo>
                      <a:pt x="6478" y="203"/>
                    </a:lnTo>
                    <a:lnTo>
                      <a:pt x="7146" y="142"/>
                    </a:lnTo>
                    <a:lnTo>
                      <a:pt x="7813" y="91"/>
                    </a:lnTo>
                    <a:lnTo>
                      <a:pt x="8490" y="51"/>
                    </a:lnTo>
                    <a:lnTo>
                      <a:pt x="9167" y="21"/>
                    </a:lnTo>
                    <a:lnTo>
                      <a:pt x="9844" y="11"/>
                    </a:lnTo>
                    <a:lnTo>
                      <a:pt x="10531" y="0"/>
                    </a:lnTo>
                    <a:lnTo>
                      <a:pt x="10531" y="0"/>
                    </a:lnTo>
                    <a:lnTo>
                      <a:pt x="11208" y="11"/>
                    </a:lnTo>
                    <a:lnTo>
                      <a:pt x="11896" y="21"/>
                    </a:lnTo>
                    <a:lnTo>
                      <a:pt x="12563" y="51"/>
                    </a:lnTo>
                    <a:lnTo>
                      <a:pt x="13240" y="91"/>
                    </a:lnTo>
                    <a:lnTo>
                      <a:pt x="13907" y="142"/>
                    </a:lnTo>
                    <a:lnTo>
                      <a:pt x="14574" y="203"/>
                    </a:lnTo>
                    <a:lnTo>
                      <a:pt x="15241" y="273"/>
                    </a:lnTo>
                    <a:lnTo>
                      <a:pt x="15908" y="364"/>
                    </a:lnTo>
                    <a:lnTo>
                      <a:pt x="16565" y="455"/>
                    </a:lnTo>
                    <a:lnTo>
                      <a:pt x="17212" y="556"/>
                    </a:lnTo>
                    <a:lnTo>
                      <a:pt x="17869" y="678"/>
                    </a:lnTo>
                    <a:lnTo>
                      <a:pt x="18515" y="799"/>
                    </a:lnTo>
                    <a:lnTo>
                      <a:pt x="19152" y="940"/>
                    </a:lnTo>
                    <a:lnTo>
                      <a:pt x="19799" y="1082"/>
                    </a:lnTo>
                    <a:lnTo>
                      <a:pt x="20426" y="1244"/>
                    </a:lnTo>
                    <a:lnTo>
                      <a:pt x="21062" y="1405"/>
                    </a:lnTo>
                    <a:lnTo>
                      <a:pt x="21062" y="1405"/>
                    </a:lnTo>
                    <a:lnTo>
                      <a:pt x="20941" y="2042"/>
                    </a:lnTo>
                    <a:lnTo>
                      <a:pt x="20810" y="2679"/>
                    </a:lnTo>
                    <a:lnTo>
                      <a:pt x="20658" y="3295"/>
                    </a:lnTo>
                    <a:lnTo>
                      <a:pt x="20496" y="3902"/>
                    </a:lnTo>
                    <a:lnTo>
                      <a:pt x="20314" y="4488"/>
                    </a:lnTo>
                    <a:lnTo>
                      <a:pt x="20112" y="5074"/>
                    </a:lnTo>
                    <a:lnTo>
                      <a:pt x="19890" y="5640"/>
                    </a:lnTo>
                    <a:lnTo>
                      <a:pt x="19657" y="6186"/>
                    </a:lnTo>
                    <a:lnTo>
                      <a:pt x="19415" y="6721"/>
                    </a:lnTo>
                    <a:lnTo>
                      <a:pt x="19152" y="7237"/>
                    </a:lnTo>
                    <a:lnTo>
                      <a:pt x="18869" y="7742"/>
                    </a:lnTo>
                    <a:lnTo>
                      <a:pt x="18586" y="8227"/>
                    </a:lnTo>
                    <a:lnTo>
                      <a:pt x="18283" y="8702"/>
                    </a:lnTo>
                    <a:lnTo>
                      <a:pt x="17960" y="9147"/>
                    </a:lnTo>
                    <a:lnTo>
                      <a:pt x="17636" y="9581"/>
                    </a:lnTo>
                    <a:lnTo>
                      <a:pt x="17292" y="9996"/>
                    </a:lnTo>
                    <a:lnTo>
                      <a:pt x="16939" y="10380"/>
                    </a:lnTo>
                    <a:lnTo>
                      <a:pt x="16575" y="10754"/>
                    </a:lnTo>
                    <a:lnTo>
                      <a:pt x="16201" y="11097"/>
                    </a:lnTo>
                    <a:lnTo>
                      <a:pt x="15817" y="11431"/>
                    </a:lnTo>
                    <a:lnTo>
                      <a:pt x="15413" y="11734"/>
                    </a:lnTo>
                    <a:lnTo>
                      <a:pt x="15221" y="11876"/>
                    </a:lnTo>
                    <a:lnTo>
                      <a:pt x="15008" y="12017"/>
                    </a:lnTo>
                    <a:lnTo>
                      <a:pt x="14806" y="12149"/>
                    </a:lnTo>
                    <a:lnTo>
                      <a:pt x="14594" y="12270"/>
                    </a:lnTo>
                    <a:lnTo>
                      <a:pt x="14392" y="12391"/>
                    </a:lnTo>
                    <a:lnTo>
                      <a:pt x="14180" y="12502"/>
                    </a:lnTo>
                    <a:lnTo>
                      <a:pt x="13957" y="12613"/>
                    </a:lnTo>
                    <a:lnTo>
                      <a:pt x="13745" y="12715"/>
                    </a:lnTo>
                    <a:lnTo>
                      <a:pt x="13523" y="12805"/>
                    </a:lnTo>
                    <a:lnTo>
                      <a:pt x="13300" y="12896"/>
                    </a:lnTo>
                    <a:lnTo>
                      <a:pt x="13078" y="12977"/>
                    </a:lnTo>
                    <a:lnTo>
                      <a:pt x="12856" y="13048"/>
                    </a:lnTo>
                    <a:lnTo>
                      <a:pt x="12633" y="13119"/>
                    </a:lnTo>
                    <a:lnTo>
                      <a:pt x="12401" y="13179"/>
                    </a:lnTo>
                    <a:lnTo>
                      <a:pt x="12179" y="13230"/>
                    </a:lnTo>
                    <a:lnTo>
                      <a:pt x="11946" y="13280"/>
                    </a:lnTo>
                    <a:lnTo>
                      <a:pt x="11714" y="13321"/>
                    </a:lnTo>
                    <a:lnTo>
                      <a:pt x="11481" y="13351"/>
                    </a:lnTo>
                    <a:lnTo>
                      <a:pt x="11239" y="13382"/>
                    </a:lnTo>
                    <a:lnTo>
                      <a:pt x="11006" y="13402"/>
                    </a:lnTo>
                    <a:lnTo>
                      <a:pt x="10764" y="13412"/>
                    </a:lnTo>
                    <a:lnTo>
                      <a:pt x="10531" y="13412"/>
                    </a:lnTo>
                    <a:lnTo>
                      <a:pt x="10531" y="13412"/>
                    </a:lnTo>
                    <a:lnTo>
                      <a:pt x="10289" y="13412"/>
                    </a:lnTo>
                    <a:lnTo>
                      <a:pt x="10056" y="13402"/>
                    </a:lnTo>
                    <a:lnTo>
                      <a:pt x="9814" y="13382"/>
                    </a:lnTo>
                    <a:lnTo>
                      <a:pt x="9581" y="13351"/>
                    </a:lnTo>
                    <a:lnTo>
                      <a:pt x="9349" y="13321"/>
                    </a:lnTo>
                    <a:lnTo>
                      <a:pt x="9116" y="13280"/>
                    </a:lnTo>
                    <a:lnTo>
                      <a:pt x="8884" y="13230"/>
                    </a:lnTo>
                    <a:lnTo>
                      <a:pt x="8651" y="13179"/>
                    </a:lnTo>
                    <a:lnTo>
                      <a:pt x="8429" y="13119"/>
                    </a:lnTo>
                    <a:lnTo>
                      <a:pt x="8197" y="13048"/>
                    </a:lnTo>
                    <a:lnTo>
                      <a:pt x="7974" y="12977"/>
                    </a:lnTo>
                    <a:lnTo>
                      <a:pt x="7752" y="12896"/>
                    </a:lnTo>
                    <a:lnTo>
                      <a:pt x="7530" y="12805"/>
                    </a:lnTo>
                    <a:lnTo>
                      <a:pt x="7317" y="12715"/>
                    </a:lnTo>
                    <a:lnTo>
                      <a:pt x="7095" y="12613"/>
                    </a:lnTo>
                    <a:lnTo>
                      <a:pt x="6883" y="12502"/>
                    </a:lnTo>
                    <a:lnTo>
                      <a:pt x="6671" y="12391"/>
                    </a:lnTo>
                    <a:lnTo>
                      <a:pt x="6458" y="12270"/>
                    </a:lnTo>
                    <a:lnTo>
                      <a:pt x="6256" y="12149"/>
                    </a:lnTo>
                    <a:lnTo>
                      <a:pt x="6044" y="12017"/>
                    </a:lnTo>
                    <a:lnTo>
                      <a:pt x="5842" y="11876"/>
                    </a:lnTo>
                    <a:lnTo>
                      <a:pt x="5640" y="11734"/>
                    </a:lnTo>
                    <a:lnTo>
                      <a:pt x="5245" y="11431"/>
                    </a:lnTo>
                    <a:lnTo>
                      <a:pt x="4861" y="11097"/>
                    </a:lnTo>
                    <a:lnTo>
                      <a:pt x="4487" y="10754"/>
                    </a:lnTo>
                    <a:lnTo>
                      <a:pt x="4124" y="10380"/>
                    </a:lnTo>
                    <a:lnTo>
                      <a:pt x="3770" y="9996"/>
                    </a:lnTo>
                    <a:lnTo>
                      <a:pt x="3426" y="9581"/>
                    </a:lnTo>
                    <a:lnTo>
                      <a:pt x="3093" y="9147"/>
                    </a:lnTo>
                    <a:lnTo>
                      <a:pt x="2779" y="8702"/>
                    </a:lnTo>
                    <a:lnTo>
                      <a:pt x="2476" y="8227"/>
                    </a:lnTo>
                    <a:lnTo>
                      <a:pt x="2183" y="7742"/>
                    </a:lnTo>
                    <a:lnTo>
                      <a:pt x="1910" y="7237"/>
                    </a:lnTo>
                    <a:lnTo>
                      <a:pt x="1648" y="6721"/>
                    </a:lnTo>
                    <a:lnTo>
                      <a:pt x="1395" y="6186"/>
                    </a:lnTo>
                    <a:lnTo>
                      <a:pt x="1162" y="5640"/>
                    </a:lnTo>
                    <a:lnTo>
                      <a:pt x="950" y="5074"/>
                    </a:lnTo>
                    <a:lnTo>
                      <a:pt x="748" y="4488"/>
                    </a:lnTo>
                    <a:lnTo>
                      <a:pt x="566" y="3902"/>
                    </a:lnTo>
                    <a:lnTo>
                      <a:pt x="394" y="3295"/>
                    </a:lnTo>
                    <a:lnTo>
                      <a:pt x="243" y="2679"/>
                    </a:lnTo>
                    <a:lnTo>
                      <a:pt x="111" y="2042"/>
                    </a:lnTo>
                    <a:lnTo>
                      <a:pt x="0" y="1405"/>
                    </a:lnTo>
                    <a:lnTo>
                      <a:pt x="0" y="1405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4182400" y="2351650"/>
                <a:ext cx="222875" cy="142025"/>
              </a:xfrm>
              <a:custGeom>
                <a:avLst/>
                <a:gdLst/>
                <a:ahLst/>
                <a:cxnLst/>
                <a:rect l="l" t="t" r="r" b="b"/>
                <a:pathLst>
                  <a:path w="8915" h="5681" extrusionOk="0">
                    <a:moveTo>
                      <a:pt x="1" y="597"/>
                    </a:moveTo>
                    <a:lnTo>
                      <a:pt x="1" y="597"/>
                    </a:lnTo>
                    <a:lnTo>
                      <a:pt x="536" y="466"/>
                    </a:lnTo>
                    <a:lnTo>
                      <a:pt x="1072" y="344"/>
                    </a:lnTo>
                    <a:lnTo>
                      <a:pt x="1628" y="243"/>
                    </a:lnTo>
                    <a:lnTo>
                      <a:pt x="2184" y="152"/>
                    </a:lnTo>
                    <a:lnTo>
                      <a:pt x="2739" y="92"/>
                    </a:lnTo>
                    <a:lnTo>
                      <a:pt x="3305" y="41"/>
                    </a:lnTo>
                    <a:lnTo>
                      <a:pt x="3881" y="11"/>
                    </a:lnTo>
                    <a:lnTo>
                      <a:pt x="4458" y="1"/>
                    </a:lnTo>
                    <a:lnTo>
                      <a:pt x="4458" y="1"/>
                    </a:lnTo>
                    <a:lnTo>
                      <a:pt x="5034" y="11"/>
                    </a:lnTo>
                    <a:lnTo>
                      <a:pt x="5600" y="41"/>
                    </a:lnTo>
                    <a:lnTo>
                      <a:pt x="6166" y="92"/>
                    </a:lnTo>
                    <a:lnTo>
                      <a:pt x="6731" y="152"/>
                    </a:lnTo>
                    <a:lnTo>
                      <a:pt x="7287" y="243"/>
                    </a:lnTo>
                    <a:lnTo>
                      <a:pt x="7833" y="344"/>
                    </a:lnTo>
                    <a:lnTo>
                      <a:pt x="8379" y="466"/>
                    </a:lnTo>
                    <a:lnTo>
                      <a:pt x="8915" y="597"/>
                    </a:lnTo>
                    <a:lnTo>
                      <a:pt x="8915" y="597"/>
                    </a:lnTo>
                    <a:lnTo>
                      <a:pt x="8864" y="870"/>
                    </a:lnTo>
                    <a:lnTo>
                      <a:pt x="8803" y="1133"/>
                    </a:lnTo>
                    <a:lnTo>
                      <a:pt x="8743" y="1395"/>
                    </a:lnTo>
                    <a:lnTo>
                      <a:pt x="8672" y="1648"/>
                    </a:lnTo>
                    <a:lnTo>
                      <a:pt x="8591" y="1901"/>
                    </a:lnTo>
                    <a:lnTo>
                      <a:pt x="8510" y="2153"/>
                    </a:lnTo>
                    <a:lnTo>
                      <a:pt x="8419" y="2386"/>
                    </a:lnTo>
                    <a:lnTo>
                      <a:pt x="8318" y="2618"/>
                    </a:lnTo>
                    <a:lnTo>
                      <a:pt x="8217" y="2851"/>
                    </a:lnTo>
                    <a:lnTo>
                      <a:pt x="8106" y="3063"/>
                    </a:lnTo>
                    <a:lnTo>
                      <a:pt x="7985" y="3285"/>
                    </a:lnTo>
                    <a:lnTo>
                      <a:pt x="7863" y="3487"/>
                    </a:lnTo>
                    <a:lnTo>
                      <a:pt x="7732" y="3679"/>
                    </a:lnTo>
                    <a:lnTo>
                      <a:pt x="7601" y="3871"/>
                    </a:lnTo>
                    <a:lnTo>
                      <a:pt x="7459" y="4053"/>
                    </a:lnTo>
                    <a:lnTo>
                      <a:pt x="7318" y="4235"/>
                    </a:lnTo>
                    <a:lnTo>
                      <a:pt x="7166" y="4397"/>
                    </a:lnTo>
                    <a:lnTo>
                      <a:pt x="7014" y="4549"/>
                    </a:lnTo>
                    <a:lnTo>
                      <a:pt x="6853" y="4700"/>
                    </a:lnTo>
                    <a:lnTo>
                      <a:pt x="6691" y="4842"/>
                    </a:lnTo>
                    <a:lnTo>
                      <a:pt x="6519" y="4973"/>
                    </a:lnTo>
                    <a:lnTo>
                      <a:pt x="6358" y="5084"/>
                    </a:lnTo>
                    <a:lnTo>
                      <a:pt x="6176" y="5195"/>
                    </a:lnTo>
                    <a:lnTo>
                      <a:pt x="5994" y="5296"/>
                    </a:lnTo>
                    <a:lnTo>
                      <a:pt x="5812" y="5387"/>
                    </a:lnTo>
                    <a:lnTo>
                      <a:pt x="5630" y="5458"/>
                    </a:lnTo>
                    <a:lnTo>
                      <a:pt x="5438" y="5529"/>
                    </a:lnTo>
                    <a:lnTo>
                      <a:pt x="5246" y="5579"/>
                    </a:lnTo>
                    <a:lnTo>
                      <a:pt x="5054" y="5620"/>
                    </a:lnTo>
                    <a:lnTo>
                      <a:pt x="4862" y="5650"/>
                    </a:lnTo>
                    <a:lnTo>
                      <a:pt x="4660" y="5670"/>
                    </a:lnTo>
                    <a:lnTo>
                      <a:pt x="4458" y="5681"/>
                    </a:lnTo>
                    <a:lnTo>
                      <a:pt x="4458" y="5681"/>
                    </a:lnTo>
                    <a:lnTo>
                      <a:pt x="4255" y="5670"/>
                    </a:lnTo>
                    <a:lnTo>
                      <a:pt x="4053" y="5650"/>
                    </a:lnTo>
                    <a:lnTo>
                      <a:pt x="3861" y="5620"/>
                    </a:lnTo>
                    <a:lnTo>
                      <a:pt x="3659" y="5579"/>
                    </a:lnTo>
                    <a:lnTo>
                      <a:pt x="3467" y="5529"/>
                    </a:lnTo>
                    <a:lnTo>
                      <a:pt x="3285" y="5458"/>
                    </a:lnTo>
                    <a:lnTo>
                      <a:pt x="3093" y="5387"/>
                    </a:lnTo>
                    <a:lnTo>
                      <a:pt x="2911" y="5296"/>
                    </a:lnTo>
                    <a:lnTo>
                      <a:pt x="2729" y="5195"/>
                    </a:lnTo>
                    <a:lnTo>
                      <a:pt x="2557" y="5084"/>
                    </a:lnTo>
                    <a:lnTo>
                      <a:pt x="2386" y="4973"/>
                    </a:lnTo>
                    <a:lnTo>
                      <a:pt x="2224" y="4842"/>
                    </a:lnTo>
                    <a:lnTo>
                      <a:pt x="2052" y="4700"/>
                    </a:lnTo>
                    <a:lnTo>
                      <a:pt x="1901" y="4549"/>
                    </a:lnTo>
                    <a:lnTo>
                      <a:pt x="1739" y="4397"/>
                    </a:lnTo>
                    <a:lnTo>
                      <a:pt x="1597" y="4235"/>
                    </a:lnTo>
                    <a:lnTo>
                      <a:pt x="1446" y="4053"/>
                    </a:lnTo>
                    <a:lnTo>
                      <a:pt x="1314" y="3871"/>
                    </a:lnTo>
                    <a:lnTo>
                      <a:pt x="1173" y="3679"/>
                    </a:lnTo>
                    <a:lnTo>
                      <a:pt x="1052" y="3487"/>
                    </a:lnTo>
                    <a:lnTo>
                      <a:pt x="920" y="3285"/>
                    </a:lnTo>
                    <a:lnTo>
                      <a:pt x="809" y="3063"/>
                    </a:lnTo>
                    <a:lnTo>
                      <a:pt x="698" y="2851"/>
                    </a:lnTo>
                    <a:lnTo>
                      <a:pt x="587" y="2618"/>
                    </a:lnTo>
                    <a:lnTo>
                      <a:pt x="496" y="2386"/>
                    </a:lnTo>
                    <a:lnTo>
                      <a:pt x="405" y="2153"/>
                    </a:lnTo>
                    <a:lnTo>
                      <a:pt x="314" y="1901"/>
                    </a:lnTo>
                    <a:lnTo>
                      <a:pt x="233" y="1648"/>
                    </a:lnTo>
                    <a:lnTo>
                      <a:pt x="162" y="1395"/>
                    </a:lnTo>
                    <a:lnTo>
                      <a:pt x="102" y="1133"/>
                    </a:lnTo>
                    <a:lnTo>
                      <a:pt x="41" y="870"/>
                    </a:lnTo>
                    <a:lnTo>
                      <a:pt x="1" y="597"/>
                    </a:lnTo>
                    <a:lnTo>
                      <a:pt x="1" y="597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3775875" y="2623275"/>
                <a:ext cx="651625" cy="220600"/>
              </a:xfrm>
              <a:custGeom>
                <a:avLst/>
                <a:gdLst/>
                <a:ahLst/>
                <a:cxnLst/>
                <a:rect l="l" t="t" r="r" b="b"/>
                <a:pathLst>
                  <a:path w="26065" h="8824" extrusionOk="0">
                    <a:moveTo>
                      <a:pt x="1658" y="0"/>
                    </a:moveTo>
                    <a:lnTo>
                      <a:pt x="1496" y="10"/>
                    </a:lnTo>
                    <a:lnTo>
                      <a:pt x="1334" y="31"/>
                    </a:lnTo>
                    <a:lnTo>
                      <a:pt x="1172" y="81"/>
                    </a:lnTo>
                    <a:lnTo>
                      <a:pt x="1011" y="132"/>
                    </a:lnTo>
                    <a:lnTo>
                      <a:pt x="859" y="212"/>
                    </a:lnTo>
                    <a:lnTo>
                      <a:pt x="718" y="303"/>
                    </a:lnTo>
                    <a:lnTo>
                      <a:pt x="586" y="404"/>
                    </a:lnTo>
                    <a:lnTo>
                      <a:pt x="465" y="526"/>
                    </a:lnTo>
                    <a:lnTo>
                      <a:pt x="354" y="647"/>
                    </a:lnTo>
                    <a:lnTo>
                      <a:pt x="263" y="778"/>
                    </a:lnTo>
                    <a:lnTo>
                      <a:pt x="182" y="920"/>
                    </a:lnTo>
                    <a:lnTo>
                      <a:pt x="111" y="1071"/>
                    </a:lnTo>
                    <a:lnTo>
                      <a:pt x="61" y="1223"/>
                    </a:lnTo>
                    <a:lnTo>
                      <a:pt x="30" y="1385"/>
                    </a:lnTo>
                    <a:lnTo>
                      <a:pt x="10" y="1536"/>
                    </a:lnTo>
                    <a:lnTo>
                      <a:pt x="0" y="1708"/>
                    </a:lnTo>
                    <a:lnTo>
                      <a:pt x="10" y="1870"/>
                    </a:lnTo>
                    <a:lnTo>
                      <a:pt x="41" y="2032"/>
                    </a:lnTo>
                    <a:lnTo>
                      <a:pt x="81" y="2193"/>
                    </a:lnTo>
                    <a:lnTo>
                      <a:pt x="142" y="2345"/>
                    </a:lnTo>
                    <a:lnTo>
                      <a:pt x="212" y="2507"/>
                    </a:lnTo>
                    <a:lnTo>
                      <a:pt x="404" y="2820"/>
                    </a:lnTo>
                    <a:lnTo>
                      <a:pt x="596" y="3123"/>
                    </a:lnTo>
                    <a:lnTo>
                      <a:pt x="799" y="3416"/>
                    </a:lnTo>
                    <a:lnTo>
                      <a:pt x="1011" y="3709"/>
                    </a:lnTo>
                    <a:lnTo>
                      <a:pt x="1233" y="3992"/>
                    </a:lnTo>
                    <a:lnTo>
                      <a:pt x="1466" y="4265"/>
                    </a:lnTo>
                    <a:lnTo>
                      <a:pt x="1708" y="4528"/>
                    </a:lnTo>
                    <a:lnTo>
                      <a:pt x="1961" y="4791"/>
                    </a:lnTo>
                    <a:lnTo>
                      <a:pt x="2224" y="5043"/>
                    </a:lnTo>
                    <a:lnTo>
                      <a:pt x="2486" y="5286"/>
                    </a:lnTo>
                    <a:lnTo>
                      <a:pt x="2769" y="5518"/>
                    </a:lnTo>
                    <a:lnTo>
                      <a:pt x="3052" y="5741"/>
                    </a:lnTo>
                    <a:lnTo>
                      <a:pt x="3335" y="5963"/>
                    </a:lnTo>
                    <a:lnTo>
                      <a:pt x="3638" y="6175"/>
                    </a:lnTo>
                    <a:lnTo>
                      <a:pt x="3942" y="6377"/>
                    </a:lnTo>
                    <a:lnTo>
                      <a:pt x="4255" y="6569"/>
                    </a:lnTo>
                    <a:lnTo>
                      <a:pt x="4720" y="6832"/>
                    </a:lnTo>
                    <a:lnTo>
                      <a:pt x="5195" y="7085"/>
                    </a:lnTo>
                    <a:lnTo>
                      <a:pt x="5680" y="7317"/>
                    </a:lnTo>
                    <a:lnTo>
                      <a:pt x="6185" y="7540"/>
                    </a:lnTo>
                    <a:lnTo>
                      <a:pt x="6691" y="7732"/>
                    </a:lnTo>
                    <a:lnTo>
                      <a:pt x="7216" y="7914"/>
                    </a:lnTo>
                    <a:lnTo>
                      <a:pt x="7742" y="8085"/>
                    </a:lnTo>
                    <a:lnTo>
                      <a:pt x="8277" y="8237"/>
                    </a:lnTo>
                    <a:lnTo>
                      <a:pt x="8823" y="8368"/>
                    </a:lnTo>
                    <a:lnTo>
                      <a:pt x="9379" y="8480"/>
                    </a:lnTo>
                    <a:lnTo>
                      <a:pt x="9935" y="8581"/>
                    </a:lnTo>
                    <a:lnTo>
                      <a:pt x="10491" y="8662"/>
                    </a:lnTo>
                    <a:lnTo>
                      <a:pt x="11057" y="8722"/>
                    </a:lnTo>
                    <a:lnTo>
                      <a:pt x="11623" y="8773"/>
                    </a:lnTo>
                    <a:lnTo>
                      <a:pt x="12199" y="8803"/>
                    </a:lnTo>
                    <a:lnTo>
                      <a:pt x="12765" y="8823"/>
                    </a:lnTo>
                    <a:lnTo>
                      <a:pt x="13341" y="8813"/>
                    </a:lnTo>
                    <a:lnTo>
                      <a:pt x="13907" y="8793"/>
                    </a:lnTo>
                    <a:lnTo>
                      <a:pt x="14473" y="8753"/>
                    </a:lnTo>
                    <a:lnTo>
                      <a:pt x="15039" y="8702"/>
                    </a:lnTo>
                    <a:lnTo>
                      <a:pt x="15605" y="8631"/>
                    </a:lnTo>
                    <a:lnTo>
                      <a:pt x="16171" y="8540"/>
                    </a:lnTo>
                    <a:lnTo>
                      <a:pt x="16726" y="8439"/>
                    </a:lnTo>
                    <a:lnTo>
                      <a:pt x="17272" y="8318"/>
                    </a:lnTo>
                    <a:lnTo>
                      <a:pt x="17818" y="8176"/>
                    </a:lnTo>
                    <a:lnTo>
                      <a:pt x="18364" y="8025"/>
                    </a:lnTo>
                    <a:lnTo>
                      <a:pt x="18889" y="7853"/>
                    </a:lnTo>
                    <a:lnTo>
                      <a:pt x="19415" y="7661"/>
                    </a:lnTo>
                    <a:lnTo>
                      <a:pt x="19930" y="7449"/>
                    </a:lnTo>
                    <a:lnTo>
                      <a:pt x="20436" y="7226"/>
                    </a:lnTo>
                    <a:lnTo>
                      <a:pt x="20921" y="6984"/>
                    </a:lnTo>
                    <a:lnTo>
                      <a:pt x="21406" y="6731"/>
                    </a:lnTo>
                    <a:lnTo>
                      <a:pt x="21739" y="6539"/>
                    </a:lnTo>
                    <a:lnTo>
                      <a:pt x="22073" y="6327"/>
                    </a:lnTo>
                    <a:lnTo>
                      <a:pt x="22396" y="6115"/>
                    </a:lnTo>
                    <a:lnTo>
                      <a:pt x="22710" y="5892"/>
                    </a:lnTo>
                    <a:lnTo>
                      <a:pt x="23013" y="5670"/>
                    </a:lnTo>
                    <a:lnTo>
                      <a:pt x="23316" y="5427"/>
                    </a:lnTo>
                    <a:lnTo>
                      <a:pt x="23609" y="5175"/>
                    </a:lnTo>
                    <a:lnTo>
                      <a:pt x="23892" y="4922"/>
                    </a:lnTo>
                    <a:lnTo>
                      <a:pt x="24165" y="4659"/>
                    </a:lnTo>
                    <a:lnTo>
                      <a:pt x="24438" y="4376"/>
                    </a:lnTo>
                    <a:lnTo>
                      <a:pt x="24690" y="4093"/>
                    </a:lnTo>
                    <a:lnTo>
                      <a:pt x="24943" y="3800"/>
                    </a:lnTo>
                    <a:lnTo>
                      <a:pt x="25176" y="3507"/>
                    </a:lnTo>
                    <a:lnTo>
                      <a:pt x="25408" y="3194"/>
                    </a:lnTo>
                    <a:lnTo>
                      <a:pt x="25620" y="2870"/>
                    </a:lnTo>
                    <a:lnTo>
                      <a:pt x="25822" y="2547"/>
                    </a:lnTo>
                    <a:lnTo>
                      <a:pt x="25903" y="2395"/>
                    </a:lnTo>
                    <a:lnTo>
                      <a:pt x="25974" y="2244"/>
                    </a:lnTo>
                    <a:lnTo>
                      <a:pt x="26024" y="2082"/>
                    </a:lnTo>
                    <a:lnTo>
                      <a:pt x="26055" y="1920"/>
                    </a:lnTo>
                    <a:lnTo>
                      <a:pt x="26065" y="1759"/>
                    </a:lnTo>
                    <a:lnTo>
                      <a:pt x="26065" y="1597"/>
                    </a:lnTo>
                    <a:lnTo>
                      <a:pt x="26045" y="1435"/>
                    </a:lnTo>
                    <a:lnTo>
                      <a:pt x="26014" y="1274"/>
                    </a:lnTo>
                    <a:lnTo>
                      <a:pt x="25974" y="1122"/>
                    </a:lnTo>
                    <a:lnTo>
                      <a:pt x="25913" y="970"/>
                    </a:lnTo>
                    <a:lnTo>
                      <a:pt x="25832" y="829"/>
                    </a:lnTo>
                    <a:lnTo>
                      <a:pt x="25741" y="687"/>
                    </a:lnTo>
                    <a:lnTo>
                      <a:pt x="25640" y="566"/>
                    </a:lnTo>
                    <a:lnTo>
                      <a:pt x="25529" y="445"/>
                    </a:lnTo>
                    <a:lnTo>
                      <a:pt x="25398" y="334"/>
                    </a:lnTo>
                    <a:lnTo>
                      <a:pt x="25256" y="243"/>
                    </a:lnTo>
                    <a:lnTo>
                      <a:pt x="25105" y="162"/>
                    </a:lnTo>
                    <a:lnTo>
                      <a:pt x="24943" y="91"/>
                    </a:lnTo>
                    <a:lnTo>
                      <a:pt x="24781" y="41"/>
                    </a:lnTo>
                    <a:lnTo>
                      <a:pt x="24620" y="10"/>
                    </a:lnTo>
                    <a:lnTo>
                      <a:pt x="24458" y="0"/>
                    </a:lnTo>
                    <a:lnTo>
                      <a:pt x="24296" y="0"/>
                    </a:lnTo>
                    <a:lnTo>
                      <a:pt x="24135" y="20"/>
                    </a:lnTo>
                    <a:lnTo>
                      <a:pt x="23983" y="51"/>
                    </a:lnTo>
                    <a:lnTo>
                      <a:pt x="23821" y="91"/>
                    </a:lnTo>
                    <a:lnTo>
                      <a:pt x="23680" y="152"/>
                    </a:lnTo>
                    <a:lnTo>
                      <a:pt x="23528" y="233"/>
                    </a:lnTo>
                    <a:lnTo>
                      <a:pt x="23397" y="324"/>
                    </a:lnTo>
                    <a:lnTo>
                      <a:pt x="23265" y="425"/>
                    </a:lnTo>
                    <a:lnTo>
                      <a:pt x="23144" y="536"/>
                    </a:lnTo>
                    <a:lnTo>
                      <a:pt x="23043" y="667"/>
                    </a:lnTo>
                    <a:lnTo>
                      <a:pt x="22942" y="809"/>
                    </a:lnTo>
                    <a:lnTo>
                      <a:pt x="22800" y="1041"/>
                    </a:lnTo>
                    <a:lnTo>
                      <a:pt x="22649" y="1264"/>
                    </a:lnTo>
                    <a:lnTo>
                      <a:pt x="22487" y="1486"/>
                    </a:lnTo>
                    <a:lnTo>
                      <a:pt x="22315" y="1698"/>
                    </a:lnTo>
                    <a:lnTo>
                      <a:pt x="22133" y="1910"/>
                    </a:lnTo>
                    <a:lnTo>
                      <a:pt x="21952" y="2102"/>
                    </a:lnTo>
                    <a:lnTo>
                      <a:pt x="21760" y="2304"/>
                    </a:lnTo>
                    <a:lnTo>
                      <a:pt x="21567" y="2497"/>
                    </a:lnTo>
                    <a:lnTo>
                      <a:pt x="21355" y="2678"/>
                    </a:lnTo>
                    <a:lnTo>
                      <a:pt x="21143" y="2850"/>
                    </a:lnTo>
                    <a:lnTo>
                      <a:pt x="20931" y="3022"/>
                    </a:lnTo>
                    <a:lnTo>
                      <a:pt x="20708" y="3194"/>
                    </a:lnTo>
                    <a:lnTo>
                      <a:pt x="20476" y="3356"/>
                    </a:lnTo>
                    <a:lnTo>
                      <a:pt x="20244" y="3507"/>
                    </a:lnTo>
                    <a:lnTo>
                      <a:pt x="20001" y="3659"/>
                    </a:lnTo>
                    <a:lnTo>
                      <a:pt x="19758" y="3800"/>
                    </a:lnTo>
                    <a:lnTo>
                      <a:pt x="19374" y="4002"/>
                    </a:lnTo>
                    <a:lnTo>
                      <a:pt x="18980" y="4194"/>
                    </a:lnTo>
                    <a:lnTo>
                      <a:pt x="18576" y="4376"/>
                    </a:lnTo>
                    <a:lnTo>
                      <a:pt x="18162" y="4538"/>
                    </a:lnTo>
                    <a:lnTo>
                      <a:pt x="17747" y="4690"/>
                    </a:lnTo>
                    <a:lnTo>
                      <a:pt x="17323" y="4831"/>
                    </a:lnTo>
                    <a:lnTo>
                      <a:pt x="16888" y="4952"/>
                    </a:lnTo>
                    <a:lnTo>
                      <a:pt x="16443" y="5064"/>
                    </a:lnTo>
                    <a:lnTo>
                      <a:pt x="15999" y="5165"/>
                    </a:lnTo>
                    <a:lnTo>
                      <a:pt x="15554" y="5246"/>
                    </a:lnTo>
                    <a:lnTo>
                      <a:pt x="15099" y="5316"/>
                    </a:lnTo>
                    <a:lnTo>
                      <a:pt x="14634" y="5367"/>
                    </a:lnTo>
                    <a:lnTo>
                      <a:pt x="14180" y="5417"/>
                    </a:lnTo>
                    <a:lnTo>
                      <a:pt x="13715" y="5448"/>
                    </a:lnTo>
                    <a:lnTo>
                      <a:pt x="13260" y="5458"/>
                    </a:lnTo>
                    <a:lnTo>
                      <a:pt x="12795" y="5468"/>
                    </a:lnTo>
                    <a:lnTo>
                      <a:pt x="12330" y="5458"/>
                    </a:lnTo>
                    <a:lnTo>
                      <a:pt x="11875" y="5427"/>
                    </a:lnTo>
                    <a:lnTo>
                      <a:pt x="11421" y="5387"/>
                    </a:lnTo>
                    <a:lnTo>
                      <a:pt x="10966" y="5336"/>
                    </a:lnTo>
                    <a:lnTo>
                      <a:pt x="10511" y="5276"/>
                    </a:lnTo>
                    <a:lnTo>
                      <a:pt x="10066" y="5195"/>
                    </a:lnTo>
                    <a:lnTo>
                      <a:pt x="9622" y="5104"/>
                    </a:lnTo>
                    <a:lnTo>
                      <a:pt x="9187" y="5003"/>
                    </a:lnTo>
                    <a:lnTo>
                      <a:pt x="8762" y="4882"/>
                    </a:lnTo>
                    <a:lnTo>
                      <a:pt x="8338" y="4750"/>
                    </a:lnTo>
                    <a:lnTo>
                      <a:pt x="7924" y="4609"/>
                    </a:lnTo>
                    <a:lnTo>
                      <a:pt x="7519" y="4447"/>
                    </a:lnTo>
                    <a:lnTo>
                      <a:pt x="7125" y="4275"/>
                    </a:lnTo>
                    <a:lnTo>
                      <a:pt x="6731" y="4093"/>
                    </a:lnTo>
                    <a:lnTo>
                      <a:pt x="6357" y="3901"/>
                    </a:lnTo>
                    <a:lnTo>
                      <a:pt x="5993" y="3689"/>
                    </a:lnTo>
                    <a:lnTo>
                      <a:pt x="5771" y="3548"/>
                    </a:lnTo>
                    <a:lnTo>
                      <a:pt x="5549" y="3406"/>
                    </a:lnTo>
                    <a:lnTo>
                      <a:pt x="5336" y="3255"/>
                    </a:lnTo>
                    <a:lnTo>
                      <a:pt x="5134" y="3103"/>
                    </a:lnTo>
                    <a:lnTo>
                      <a:pt x="4932" y="2941"/>
                    </a:lnTo>
                    <a:lnTo>
                      <a:pt x="4740" y="2780"/>
                    </a:lnTo>
                    <a:lnTo>
                      <a:pt x="4548" y="2608"/>
                    </a:lnTo>
                    <a:lnTo>
                      <a:pt x="4366" y="2436"/>
                    </a:lnTo>
                    <a:lnTo>
                      <a:pt x="4184" y="2254"/>
                    </a:lnTo>
                    <a:lnTo>
                      <a:pt x="4023" y="2072"/>
                    </a:lnTo>
                    <a:lnTo>
                      <a:pt x="3861" y="1880"/>
                    </a:lnTo>
                    <a:lnTo>
                      <a:pt x="3699" y="1688"/>
                    </a:lnTo>
                    <a:lnTo>
                      <a:pt x="3548" y="1486"/>
                    </a:lnTo>
                    <a:lnTo>
                      <a:pt x="3406" y="1284"/>
                    </a:lnTo>
                    <a:lnTo>
                      <a:pt x="3275" y="1071"/>
                    </a:lnTo>
                    <a:lnTo>
                      <a:pt x="3153" y="859"/>
                    </a:lnTo>
                    <a:lnTo>
                      <a:pt x="3062" y="708"/>
                    </a:lnTo>
                    <a:lnTo>
                      <a:pt x="2951" y="576"/>
                    </a:lnTo>
                    <a:lnTo>
                      <a:pt x="2840" y="455"/>
                    </a:lnTo>
                    <a:lnTo>
                      <a:pt x="2719" y="354"/>
                    </a:lnTo>
                    <a:lnTo>
                      <a:pt x="2577" y="253"/>
                    </a:lnTo>
                    <a:lnTo>
                      <a:pt x="2436" y="182"/>
                    </a:lnTo>
                    <a:lnTo>
                      <a:pt x="2294" y="111"/>
                    </a:lnTo>
                    <a:lnTo>
                      <a:pt x="2143" y="61"/>
                    </a:lnTo>
                    <a:lnTo>
                      <a:pt x="1981" y="20"/>
                    </a:lnTo>
                    <a:lnTo>
                      <a:pt x="181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4343600" y="2623275"/>
                <a:ext cx="651400" cy="220600"/>
              </a:xfrm>
              <a:custGeom>
                <a:avLst/>
                <a:gdLst/>
                <a:ahLst/>
                <a:cxnLst/>
                <a:rect l="l" t="t" r="r" b="b"/>
                <a:pathLst>
                  <a:path w="26056" h="8824" extrusionOk="0">
                    <a:moveTo>
                      <a:pt x="1597" y="0"/>
                    </a:moveTo>
                    <a:lnTo>
                      <a:pt x="1436" y="10"/>
                    </a:lnTo>
                    <a:lnTo>
                      <a:pt x="1274" y="41"/>
                    </a:lnTo>
                    <a:lnTo>
                      <a:pt x="1112" y="91"/>
                    </a:lnTo>
                    <a:lnTo>
                      <a:pt x="961" y="162"/>
                    </a:lnTo>
                    <a:lnTo>
                      <a:pt x="809" y="243"/>
                    </a:lnTo>
                    <a:lnTo>
                      <a:pt x="668" y="334"/>
                    </a:lnTo>
                    <a:lnTo>
                      <a:pt x="536" y="445"/>
                    </a:lnTo>
                    <a:lnTo>
                      <a:pt x="415" y="566"/>
                    </a:lnTo>
                    <a:lnTo>
                      <a:pt x="314" y="687"/>
                    </a:lnTo>
                    <a:lnTo>
                      <a:pt x="223" y="829"/>
                    </a:lnTo>
                    <a:lnTo>
                      <a:pt x="152" y="970"/>
                    </a:lnTo>
                    <a:lnTo>
                      <a:pt x="91" y="1122"/>
                    </a:lnTo>
                    <a:lnTo>
                      <a:pt x="41" y="1274"/>
                    </a:lnTo>
                    <a:lnTo>
                      <a:pt x="11" y="1435"/>
                    </a:lnTo>
                    <a:lnTo>
                      <a:pt x="1" y="1597"/>
                    </a:lnTo>
                    <a:lnTo>
                      <a:pt x="1" y="1759"/>
                    </a:lnTo>
                    <a:lnTo>
                      <a:pt x="11" y="1920"/>
                    </a:lnTo>
                    <a:lnTo>
                      <a:pt x="41" y="2082"/>
                    </a:lnTo>
                    <a:lnTo>
                      <a:pt x="91" y="2244"/>
                    </a:lnTo>
                    <a:lnTo>
                      <a:pt x="152" y="2395"/>
                    </a:lnTo>
                    <a:lnTo>
                      <a:pt x="233" y="2547"/>
                    </a:lnTo>
                    <a:lnTo>
                      <a:pt x="445" y="2870"/>
                    </a:lnTo>
                    <a:lnTo>
                      <a:pt x="657" y="3194"/>
                    </a:lnTo>
                    <a:lnTo>
                      <a:pt x="890" y="3507"/>
                    </a:lnTo>
                    <a:lnTo>
                      <a:pt x="1122" y="3800"/>
                    </a:lnTo>
                    <a:lnTo>
                      <a:pt x="1375" y="4093"/>
                    </a:lnTo>
                    <a:lnTo>
                      <a:pt x="1628" y="4376"/>
                    </a:lnTo>
                    <a:lnTo>
                      <a:pt x="1890" y="4659"/>
                    </a:lnTo>
                    <a:lnTo>
                      <a:pt x="2173" y="4922"/>
                    </a:lnTo>
                    <a:lnTo>
                      <a:pt x="2456" y="5175"/>
                    </a:lnTo>
                    <a:lnTo>
                      <a:pt x="2749" y="5427"/>
                    </a:lnTo>
                    <a:lnTo>
                      <a:pt x="3043" y="5670"/>
                    </a:lnTo>
                    <a:lnTo>
                      <a:pt x="3356" y="5892"/>
                    </a:lnTo>
                    <a:lnTo>
                      <a:pt x="3669" y="6115"/>
                    </a:lnTo>
                    <a:lnTo>
                      <a:pt x="3993" y="6337"/>
                    </a:lnTo>
                    <a:lnTo>
                      <a:pt x="4326" y="6539"/>
                    </a:lnTo>
                    <a:lnTo>
                      <a:pt x="4660" y="6731"/>
                    </a:lnTo>
                    <a:lnTo>
                      <a:pt x="5145" y="6994"/>
                    </a:lnTo>
                    <a:lnTo>
                      <a:pt x="5630" y="7226"/>
                    </a:lnTo>
                    <a:lnTo>
                      <a:pt x="6135" y="7459"/>
                    </a:lnTo>
                    <a:lnTo>
                      <a:pt x="6651" y="7661"/>
                    </a:lnTo>
                    <a:lnTo>
                      <a:pt x="7166" y="7853"/>
                    </a:lnTo>
                    <a:lnTo>
                      <a:pt x="7702" y="8025"/>
                    </a:lnTo>
                    <a:lnTo>
                      <a:pt x="8237" y="8176"/>
                    </a:lnTo>
                    <a:lnTo>
                      <a:pt x="8783" y="8318"/>
                    </a:lnTo>
                    <a:lnTo>
                      <a:pt x="9339" y="8439"/>
                    </a:lnTo>
                    <a:lnTo>
                      <a:pt x="9895" y="8540"/>
                    </a:lnTo>
                    <a:lnTo>
                      <a:pt x="10451" y="8631"/>
                    </a:lnTo>
                    <a:lnTo>
                      <a:pt x="11017" y="8702"/>
                    </a:lnTo>
                    <a:lnTo>
                      <a:pt x="11583" y="8753"/>
                    </a:lnTo>
                    <a:lnTo>
                      <a:pt x="12159" y="8793"/>
                    </a:lnTo>
                    <a:lnTo>
                      <a:pt x="12725" y="8813"/>
                    </a:lnTo>
                    <a:lnTo>
                      <a:pt x="13291" y="8823"/>
                    </a:lnTo>
                    <a:lnTo>
                      <a:pt x="13867" y="8803"/>
                    </a:lnTo>
                    <a:lnTo>
                      <a:pt x="14433" y="8773"/>
                    </a:lnTo>
                    <a:lnTo>
                      <a:pt x="14999" y="8722"/>
                    </a:lnTo>
                    <a:lnTo>
                      <a:pt x="15565" y="8662"/>
                    </a:lnTo>
                    <a:lnTo>
                      <a:pt x="16131" y="8581"/>
                    </a:lnTo>
                    <a:lnTo>
                      <a:pt x="16686" y="8480"/>
                    </a:lnTo>
                    <a:lnTo>
                      <a:pt x="17232" y="8368"/>
                    </a:lnTo>
                    <a:lnTo>
                      <a:pt x="17778" y="8237"/>
                    </a:lnTo>
                    <a:lnTo>
                      <a:pt x="18314" y="8085"/>
                    </a:lnTo>
                    <a:lnTo>
                      <a:pt x="18849" y="7924"/>
                    </a:lnTo>
                    <a:lnTo>
                      <a:pt x="19365" y="7732"/>
                    </a:lnTo>
                    <a:lnTo>
                      <a:pt x="19880" y="7540"/>
                    </a:lnTo>
                    <a:lnTo>
                      <a:pt x="20375" y="7317"/>
                    </a:lnTo>
                    <a:lnTo>
                      <a:pt x="20871" y="7085"/>
                    </a:lnTo>
                    <a:lnTo>
                      <a:pt x="21346" y="6832"/>
                    </a:lnTo>
                    <a:lnTo>
                      <a:pt x="21810" y="6569"/>
                    </a:lnTo>
                    <a:lnTo>
                      <a:pt x="22114" y="6377"/>
                    </a:lnTo>
                    <a:lnTo>
                      <a:pt x="22427" y="6175"/>
                    </a:lnTo>
                    <a:lnTo>
                      <a:pt x="22720" y="5963"/>
                    </a:lnTo>
                    <a:lnTo>
                      <a:pt x="23013" y="5741"/>
                    </a:lnTo>
                    <a:lnTo>
                      <a:pt x="23296" y="5518"/>
                    </a:lnTo>
                    <a:lnTo>
                      <a:pt x="23569" y="5286"/>
                    </a:lnTo>
                    <a:lnTo>
                      <a:pt x="23842" y="5043"/>
                    </a:lnTo>
                    <a:lnTo>
                      <a:pt x="24095" y="4791"/>
                    </a:lnTo>
                    <a:lnTo>
                      <a:pt x="24347" y="4528"/>
                    </a:lnTo>
                    <a:lnTo>
                      <a:pt x="24590" y="4265"/>
                    </a:lnTo>
                    <a:lnTo>
                      <a:pt x="24822" y="3992"/>
                    </a:lnTo>
                    <a:lnTo>
                      <a:pt x="25045" y="3709"/>
                    </a:lnTo>
                    <a:lnTo>
                      <a:pt x="25267" y="3416"/>
                    </a:lnTo>
                    <a:lnTo>
                      <a:pt x="25469" y="3123"/>
                    </a:lnTo>
                    <a:lnTo>
                      <a:pt x="25661" y="2820"/>
                    </a:lnTo>
                    <a:lnTo>
                      <a:pt x="25843" y="2507"/>
                    </a:lnTo>
                    <a:lnTo>
                      <a:pt x="25924" y="2345"/>
                    </a:lnTo>
                    <a:lnTo>
                      <a:pt x="25984" y="2193"/>
                    </a:lnTo>
                    <a:lnTo>
                      <a:pt x="26025" y="2032"/>
                    </a:lnTo>
                    <a:lnTo>
                      <a:pt x="26045" y="1870"/>
                    </a:lnTo>
                    <a:lnTo>
                      <a:pt x="26055" y="1708"/>
                    </a:lnTo>
                    <a:lnTo>
                      <a:pt x="26055" y="1536"/>
                    </a:lnTo>
                    <a:lnTo>
                      <a:pt x="26035" y="1385"/>
                    </a:lnTo>
                    <a:lnTo>
                      <a:pt x="25995" y="1223"/>
                    </a:lnTo>
                    <a:lnTo>
                      <a:pt x="25944" y="1071"/>
                    </a:lnTo>
                    <a:lnTo>
                      <a:pt x="25883" y="920"/>
                    </a:lnTo>
                    <a:lnTo>
                      <a:pt x="25803" y="778"/>
                    </a:lnTo>
                    <a:lnTo>
                      <a:pt x="25712" y="647"/>
                    </a:lnTo>
                    <a:lnTo>
                      <a:pt x="25600" y="526"/>
                    </a:lnTo>
                    <a:lnTo>
                      <a:pt x="25479" y="404"/>
                    </a:lnTo>
                    <a:lnTo>
                      <a:pt x="25348" y="303"/>
                    </a:lnTo>
                    <a:lnTo>
                      <a:pt x="25196" y="212"/>
                    </a:lnTo>
                    <a:lnTo>
                      <a:pt x="25045" y="132"/>
                    </a:lnTo>
                    <a:lnTo>
                      <a:pt x="24893" y="81"/>
                    </a:lnTo>
                    <a:lnTo>
                      <a:pt x="24731" y="31"/>
                    </a:lnTo>
                    <a:lnTo>
                      <a:pt x="24570" y="10"/>
                    </a:lnTo>
                    <a:lnTo>
                      <a:pt x="24408" y="0"/>
                    </a:lnTo>
                    <a:lnTo>
                      <a:pt x="24236" y="0"/>
                    </a:lnTo>
                    <a:lnTo>
                      <a:pt x="24084" y="20"/>
                    </a:lnTo>
                    <a:lnTo>
                      <a:pt x="23923" y="61"/>
                    </a:lnTo>
                    <a:lnTo>
                      <a:pt x="23771" y="111"/>
                    </a:lnTo>
                    <a:lnTo>
                      <a:pt x="23619" y="182"/>
                    </a:lnTo>
                    <a:lnTo>
                      <a:pt x="23478" y="253"/>
                    </a:lnTo>
                    <a:lnTo>
                      <a:pt x="23347" y="354"/>
                    </a:lnTo>
                    <a:lnTo>
                      <a:pt x="23225" y="455"/>
                    </a:lnTo>
                    <a:lnTo>
                      <a:pt x="23104" y="576"/>
                    </a:lnTo>
                    <a:lnTo>
                      <a:pt x="23003" y="708"/>
                    </a:lnTo>
                    <a:lnTo>
                      <a:pt x="22912" y="859"/>
                    </a:lnTo>
                    <a:lnTo>
                      <a:pt x="22781" y="1071"/>
                    </a:lnTo>
                    <a:lnTo>
                      <a:pt x="22649" y="1284"/>
                    </a:lnTo>
                    <a:lnTo>
                      <a:pt x="22508" y="1486"/>
                    </a:lnTo>
                    <a:lnTo>
                      <a:pt x="22356" y="1688"/>
                    </a:lnTo>
                    <a:lnTo>
                      <a:pt x="22205" y="1880"/>
                    </a:lnTo>
                    <a:lnTo>
                      <a:pt x="22043" y="2072"/>
                    </a:lnTo>
                    <a:lnTo>
                      <a:pt x="21871" y="2254"/>
                    </a:lnTo>
                    <a:lnTo>
                      <a:pt x="21699" y="2436"/>
                    </a:lnTo>
                    <a:lnTo>
                      <a:pt x="21517" y="2608"/>
                    </a:lnTo>
                    <a:lnTo>
                      <a:pt x="21325" y="2780"/>
                    </a:lnTo>
                    <a:lnTo>
                      <a:pt x="21123" y="2941"/>
                    </a:lnTo>
                    <a:lnTo>
                      <a:pt x="20931" y="3103"/>
                    </a:lnTo>
                    <a:lnTo>
                      <a:pt x="20719" y="3255"/>
                    </a:lnTo>
                    <a:lnTo>
                      <a:pt x="20507" y="3406"/>
                    </a:lnTo>
                    <a:lnTo>
                      <a:pt x="20294" y="3548"/>
                    </a:lnTo>
                    <a:lnTo>
                      <a:pt x="20072" y="3689"/>
                    </a:lnTo>
                    <a:lnTo>
                      <a:pt x="19708" y="3901"/>
                    </a:lnTo>
                    <a:lnTo>
                      <a:pt x="19324" y="4093"/>
                    </a:lnTo>
                    <a:lnTo>
                      <a:pt x="18940" y="4275"/>
                    </a:lnTo>
                    <a:lnTo>
                      <a:pt x="18546" y="4447"/>
                    </a:lnTo>
                    <a:lnTo>
                      <a:pt x="18132" y="4609"/>
                    </a:lnTo>
                    <a:lnTo>
                      <a:pt x="17717" y="4750"/>
                    </a:lnTo>
                    <a:lnTo>
                      <a:pt x="17303" y="4882"/>
                    </a:lnTo>
                    <a:lnTo>
                      <a:pt x="16868" y="5003"/>
                    </a:lnTo>
                    <a:lnTo>
                      <a:pt x="16434" y="5104"/>
                    </a:lnTo>
                    <a:lnTo>
                      <a:pt x="15989" y="5195"/>
                    </a:lnTo>
                    <a:lnTo>
                      <a:pt x="15544" y="5276"/>
                    </a:lnTo>
                    <a:lnTo>
                      <a:pt x="15100" y="5336"/>
                    </a:lnTo>
                    <a:lnTo>
                      <a:pt x="14645" y="5387"/>
                    </a:lnTo>
                    <a:lnTo>
                      <a:pt x="14190" y="5427"/>
                    </a:lnTo>
                    <a:lnTo>
                      <a:pt x="13725" y="5458"/>
                    </a:lnTo>
                    <a:lnTo>
                      <a:pt x="13270" y="5468"/>
                    </a:lnTo>
                    <a:lnTo>
                      <a:pt x="12806" y="5458"/>
                    </a:lnTo>
                    <a:lnTo>
                      <a:pt x="12341" y="5448"/>
                    </a:lnTo>
                    <a:lnTo>
                      <a:pt x="11886" y="5417"/>
                    </a:lnTo>
                    <a:lnTo>
                      <a:pt x="11421" y="5367"/>
                    </a:lnTo>
                    <a:lnTo>
                      <a:pt x="10966" y="5316"/>
                    </a:lnTo>
                    <a:lnTo>
                      <a:pt x="10511" y="5246"/>
                    </a:lnTo>
                    <a:lnTo>
                      <a:pt x="10067" y="5165"/>
                    </a:lnTo>
                    <a:lnTo>
                      <a:pt x="9622" y="5064"/>
                    </a:lnTo>
                    <a:lnTo>
                      <a:pt x="9177" y="4952"/>
                    </a:lnTo>
                    <a:lnTo>
                      <a:pt x="8743" y="4831"/>
                    </a:lnTo>
                    <a:lnTo>
                      <a:pt x="8318" y="4690"/>
                    </a:lnTo>
                    <a:lnTo>
                      <a:pt x="7894" y="4538"/>
                    </a:lnTo>
                    <a:lnTo>
                      <a:pt x="7489" y="4376"/>
                    </a:lnTo>
                    <a:lnTo>
                      <a:pt x="7085" y="4194"/>
                    </a:lnTo>
                    <a:lnTo>
                      <a:pt x="6691" y="4002"/>
                    </a:lnTo>
                    <a:lnTo>
                      <a:pt x="6307" y="3800"/>
                    </a:lnTo>
                    <a:lnTo>
                      <a:pt x="6064" y="3659"/>
                    </a:lnTo>
                    <a:lnTo>
                      <a:pt x="5822" y="3507"/>
                    </a:lnTo>
                    <a:lnTo>
                      <a:pt x="5589" y="3356"/>
                    </a:lnTo>
                    <a:lnTo>
                      <a:pt x="5357" y="3194"/>
                    </a:lnTo>
                    <a:lnTo>
                      <a:pt x="5135" y="3022"/>
                    </a:lnTo>
                    <a:lnTo>
                      <a:pt x="4912" y="2850"/>
                    </a:lnTo>
                    <a:lnTo>
                      <a:pt x="4700" y="2678"/>
                    </a:lnTo>
                    <a:lnTo>
                      <a:pt x="4498" y="2497"/>
                    </a:lnTo>
                    <a:lnTo>
                      <a:pt x="4296" y="2304"/>
                    </a:lnTo>
                    <a:lnTo>
                      <a:pt x="4104" y="2102"/>
                    </a:lnTo>
                    <a:lnTo>
                      <a:pt x="3922" y="1910"/>
                    </a:lnTo>
                    <a:lnTo>
                      <a:pt x="3750" y="1698"/>
                    </a:lnTo>
                    <a:lnTo>
                      <a:pt x="3578" y="1486"/>
                    </a:lnTo>
                    <a:lnTo>
                      <a:pt x="3417" y="1264"/>
                    </a:lnTo>
                    <a:lnTo>
                      <a:pt x="3265" y="1041"/>
                    </a:lnTo>
                    <a:lnTo>
                      <a:pt x="3113" y="809"/>
                    </a:lnTo>
                    <a:lnTo>
                      <a:pt x="3022" y="667"/>
                    </a:lnTo>
                    <a:lnTo>
                      <a:pt x="2911" y="536"/>
                    </a:lnTo>
                    <a:lnTo>
                      <a:pt x="2790" y="425"/>
                    </a:lnTo>
                    <a:lnTo>
                      <a:pt x="2669" y="324"/>
                    </a:lnTo>
                    <a:lnTo>
                      <a:pt x="2527" y="233"/>
                    </a:lnTo>
                    <a:lnTo>
                      <a:pt x="2386" y="152"/>
                    </a:lnTo>
                    <a:lnTo>
                      <a:pt x="2234" y="91"/>
                    </a:lnTo>
                    <a:lnTo>
                      <a:pt x="2082" y="51"/>
                    </a:lnTo>
                    <a:lnTo>
                      <a:pt x="1921" y="20"/>
                    </a:lnTo>
                    <a:lnTo>
                      <a:pt x="175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4017150" y="1634850"/>
                <a:ext cx="141275" cy="420700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16828" extrusionOk="0">
                    <a:moveTo>
                      <a:pt x="2831" y="16828"/>
                    </a:moveTo>
                    <a:lnTo>
                      <a:pt x="2831" y="16828"/>
                    </a:lnTo>
                    <a:lnTo>
                      <a:pt x="2972" y="16818"/>
                    </a:lnTo>
                    <a:lnTo>
                      <a:pt x="3114" y="16787"/>
                    </a:lnTo>
                    <a:lnTo>
                      <a:pt x="3255" y="16727"/>
                    </a:lnTo>
                    <a:lnTo>
                      <a:pt x="3397" y="16656"/>
                    </a:lnTo>
                    <a:lnTo>
                      <a:pt x="3528" y="16565"/>
                    </a:lnTo>
                    <a:lnTo>
                      <a:pt x="3670" y="16444"/>
                    </a:lnTo>
                    <a:lnTo>
                      <a:pt x="3801" y="16312"/>
                    </a:lnTo>
                    <a:lnTo>
                      <a:pt x="3922" y="16161"/>
                    </a:lnTo>
                    <a:lnTo>
                      <a:pt x="4054" y="15999"/>
                    </a:lnTo>
                    <a:lnTo>
                      <a:pt x="4175" y="15807"/>
                    </a:lnTo>
                    <a:lnTo>
                      <a:pt x="4286" y="15605"/>
                    </a:lnTo>
                    <a:lnTo>
                      <a:pt x="4407" y="15382"/>
                    </a:lnTo>
                    <a:lnTo>
                      <a:pt x="4518" y="15150"/>
                    </a:lnTo>
                    <a:lnTo>
                      <a:pt x="4620" y="14897"/>
                    </a:lnTo>
                    <a:lnTo>
                      <a:pt x="4721" y="14635"/>
                    </a:lnTo>
                    <a:lnTo>
                      <a:pt x="4822" y="14362"/>
                    </a:lnTo>
                    <a:lnTo>
                      <a:pt x="4913" y="14069"/>
                    </a:lnTo>
                    <a:lnTo>
                      <a:pt x="5004" y="13755"/>
                    </a:lnTo>
                    <a:lnTo>
                      <a:pt x="5084" y="13442"/>
                    </a:lnTo>
                    <a:lnTo>
                      <a:pt x="5165" y="13108"/>
                    </a:lnTo>
                    <a:lnTo>
                      <a:pt x="5246" y="12765"/>
                    </a:lnTo>
                    <a:lnTo>
                      <a:pt x="5307" y="12421"/>
                    </a:lnTo>
                    <a:lnTo>
                      <a:pt x="5367" y="12057"/>
                    </a:lnTo>
                    <a:lnTo>
                      <a:pt x="5428" y="11683"/>
                    </a:lnTo>
                    <a:lnTo>
                      <a:pt x="5479" y="11299"/>
                    </a:lnTo>
                    <a:lnTo>
                      <a:pt x="5519" y="10905"/>
                    </a:lnTo>
                    <a:lnTo>
                      <a:pt x="5559" y="10511"/>
                    </a:lnTo>
                    <a:lnTo>
                      <a:pt x="5590" y="10107"/>
                    </a:lnTo>
                    <a:lnTo>
                      <a:pt x="5620" y="9692"/>
                    </a:lnTo>
                    <a:lnTo>
                      <a:pt x="5640" y="9268"/>
                    </a:lnTo>
                    <a:lnTo>
                      <a:pt x="5650" y="8843"/>
                    </a:lnTo>
                    <a:lnTo>
                      <a:pt x="5650" y="8409"/>
                    </a:lnTo>
                    <a:lnTo>
                      <a:pt x="5650" y="8409"/>
                    </a:lnTo>
                    <a:lnTo>
                      <a:pt x="5650" y="7984"/>
                    </a:lnTo>
                    <a:lnTo>
                      <a:pt x="5640" y="7550"/>
                    </a:lnTo>
                    <a:lnTo>
                      <a:pt x="5620" y="7135"/>
                    </a:lnTo>
                    <a:lnTo>
                      <a:pt x="5590" y="6721"/>
                    </a:lnTo>
                    <a:lnTo>
                      <a:pt x="5559" y="6317"/>
                    </a:lnTo>
                    <a:lnTo>
                      <a:pt x="5519" y="5913"/>
                    </a:lnTo>
                    <a:lnTo>
                      <a:pt x="5479" y="5518"/>
                    </a:lnTo>
                    <a:lnTo>
                      <a:pt x="5428" y="5144"/>
                    </a:lnTo>
                    <a:lnTo>
                      <a:pt x="5367" y="4771"/>
                    </a:lnTo>
                    <a:lnTo>
                      <a:pt x="5307" y="4407"/>
                    </a:lnTo>
                    <a:lnTo>
                      <a:pt x="5246" y="4053"/>
                    </a:lnTo>
                    <a:lnTo>
                      <a:pt x="5165" y="3709"/>
                    </a:lnTo>
                    <a:lnTo>
                      <a:pt x="5084" y="3386"/>
                    </a:lnTo>
                    <a:lnTo>
                      <a:pt x="5004" y="3063"/>
                    </a:lnTo>
                    <a:lnTo>
                      <a:pt x="4913" y="2759"/>
                    </a:lnTo>
                    <a:lnTo>
                      <a:pt x="4822" y="2466"/>
                    </a:lnTo>
                    <a:lnTo>
                      <a:pt x="4721" y="2183"/>
                    </a:lnTo>
                    <a:lnTo>
                      <a:pt x="4620" y="1920"/>
                    </a:lnTo>
                    <a:lnTo>
                      <a:pt x="4518" y="1668"/>
                    </a:lnTo>
                    <a:lnTo>
                      <a:pt x="4407" y="1435"/>
                    </a:lnTo>
                    <a:lnTo>
                      <a:pt x="4286" y="1223"/>
                    </a:lnTo>
                    <a:lnTo>
                      <a:pt x="4175" y="1011"/>
                    </a:lnTo>
                    <a:lnTo>
                      <a:pt x="4054" y="829"/>
                    </a:lnTo>
                    <a:lnTo>
                      <a:pt x="3922" y="657"/>
                    </a:lnTo>
                    <a:lnTo>
                      <a:pt x="3801" y="506"/>
                    </a:lnTo>
                    <a:lnTo>
                      <a:pt x="3670" y="374"/>
                    </a:lnTo>
                    <a:lnTo>
                      <a:pt x="3528" y="263"/>
                    </a:lnTo>
                    <a:lnTo>
                      <a:pt x="3397" y="172"/>
                    </a:lnTo>
                    <a:lnTo>
                      <a:pt x="3255" y="91"/>
                    </a:lnTo>
                    <a:lnTo>
                      <a:pt x="3114" y="41"/>
                    </a:lnTo>
                    <a:lnTo>
                      <a:pt x="2972" y="10"/>
                    </a:lnTo>
                    <a:lnTo>
                      <a:pt x="2831" y="0"/>
                    </a:lnTo>
                    <a:lnTo>
                      <a:pt x="2831" y="0"/>
                    </a:lnTo>
                    <a:lnTo>
                      <a:pt x="2679" y="10"/>
                    </a:lnTo>
                    <a:lnTo>
                      <a:pt x="2538" y="41"/>
                    </a:lnTo>
                    <a:lnTo>
                      <a:pt x="2396" y="91"/>
                    </a:lnTo>
                    <a:lnTo>
                      <a:pt x="2265" y="172"/>
                    </a:lnTo>
                    <a:lnTo>
                      <a:pt x="2123" y="263"/>
                    </a:lnTo>
                    <a:lnTo>
                      <a:pt x="1992" y="374"/>
                    </a:lnTo>
                    <a:lnTo>
                      <a:pt x="1860" y="506"/>
                    </a:lnTo>
                    <a:lnTo>
                      <a:pt x="1729" y="657"/>
                    </a:lnTo>
                    <a:lnTo>
                      <a:pt x="1608" y="829"/>
                    </a:lnTo>
                    <a:lnTo>
                      <a:pt x="1487" y="1011"/>
                    </a:lnTo>
                    <a:lnTo>
                      <a:pt x="1365" y="1223"/>
                    </a:lnTo>
                    <a:lnTo>
                      <a:pt x="1254" y="1435"/>
                    </a:lnTo>
                    <a:lnTo>
                      <a:pt x="1143" y="1668"/>
                    </a:lnTo>
                    <a:lnTo>
                      <a:pt x="1032" y="1920"/>
                    </a:lnTo>
                    <a:lnTo>
                      <a:pt x="931" y="2183"/>
                    </a:lnTo>
                    <a:lnTo>
                      <a:pt x="830" y="2466"/>
                    </a:lnTo>
                    <a:lnTo>
                      <a:pt x="739" y="2759"/>
                    </a:lnTo>
                    <a:lnTo>
                      <a:pt x="648" y="3063"/>
                    </a:lnTo>
                    <a:lnTo>
                      <a:pt x="567" y="3386"/>
                    </a:lnTo>
                    <a:lnTo>
                      <a:pt x="486" y="3709"/>
                    </a:lnTo>
                    <a:lnTo>
                      <a:pt x="415" y="4053"/>
                    </a:lnTo>
                    <a:lnTo>
                      <a:pt x="344" y="4407"/>
                    </a:lnTo>
                    <a:lnTo>
                      <a:pt x="284" y="4771"/>
                    </a:lnTo>
                    <a:lnTo>
                      <a:pt x="223" y="5144"/>
                    </a:lnTo>
                    <a:lnTo>
                      <a:pt x="173" y="5518"/>
                    </a:lnTo>
                    <a:lnTo>
                      <a:pt x="132" y="5913"/>
                    </a:lnTo>
                    <a:lnTo>
                      <a:pt x="92" y="6317"/>
                    </a:lnTo>
                    <a:lnTo>
                      <a:pt x="62" y="6721"/>
                    </a:lnTo>
                    <a:lnTo>
                      <a:pt x="41" y="7135"/>
                    </a:lnTo>
                    <a:lnTo>
                      <a:pt x="21" y="7550"/>
                    </a:lnTo>
                    <a:lnTo>
                      <a:pt x="11" y="7984"/>
                    </a:lnTo>
                    <a:lnTo>
                      <a:pt x="1" y="8409"/>
                    </a:lnTo>
                    <a:lnTo>
                      <a:pt x="1" y="8409"/>
                    </a:lnTo>
                    <a:lnTo>
                      <a:pt x="11" y="8843"/>
                    </a:lnTo>
                    <a:lnTo>
                      <a:pt x="21" y="9268"/>
                    </a:lnTo>
                    <a:lnTo>
                      <a:pt x="41" y="9692"/>
                    </a:lnTo>
                    <a:lnTo>
                      <a:pt x="62" y="10107"/>
                    </a:lnTo>
                    <a:lnTo>
                      <a:pt x="92" y="10511"/>
                    </a:lnTo>
                    <a:lnTo>
                      <a:pt x="132" y="10905"/>
                    </a:lnTo>
                    <a:lnTo>
                      <a:pt x="173" y="11299"/>
                    </a:lnTo>
                    <a:lnTo>
                      <a:pt x="223" y="11683"/>
                    </a:lnTo>
                    <a:lnTo>
                      <a:pt x="284" y="12057"/>
                    </a:lnTo>
                    <a:lnTo>
                      <a:pt x="344" y="12421"/>
                    </a:lnTo>
                    <a:lnTo>
                      <a:pt x="415" y="12765"/>
                    </a:lnTo>
                    <a:lnTo>
                      <a:pt x="486" y="13108"/>
                    </a:lnTo>
                    <a:lnTo>
                      <a:pt x="567" y="13442"/>
                    </a:lnTo>
                    <a:lnTo>
                      <a:pt x="648" y="13755"/>
                    </a:lnTo>
                    <a:lnTo>
                      <a:pt x="739" y="14069"/>
                    </a:lnTo>
                    <a:lnTo>
                      <a:pt x="830" y="14362"/>
                    </a:lnTo>
                    <a:lnTo>
                      <a:pt x="931" y="14635"/>
                    </a:lnTo>
                    <a:lnTo>
                      <a:pt x="1032" y="14897"/>
                    </a:lnTo>
                    <a:lnTo>
                      <a:pt x="1143" y="15150"/>
                    </a:lnTo>
                    <a:lnTo>
                      <a:pt x="1254" y="15382"/>
                    </a:lnTo>
                    <a:lnTo>
                      <a:pt x="1365" y="15605"/>
                    </a:lnTo>
                    <a:lnTo>
                      <a:pt x="1487" y="15807"/>
                    </a:lnTo>
                    <a:lnTo>
                      <a:pt x="1608" y="15999"/>
                    </a:lnTo>
                    <a:lnTo>
                      <a:pt x="1729" y="16161"/>
                    </a:lnTo>
                    <a:lnTo>
                      <a:pt x="1860" y="16312"/>
                    </a:lnTo>
                    <a:lnTo>
                      <a:pt x="1992" y="16444"/>
                    </a:lnTo>
                    <a:lnTo>
                      <a:pt x="2123" y="16565"/>
                    </a:lnTo>
                    <a:lnTo>
                      <a:pt x="2265" y="16656"/>
                    </a:lnTo>
                    <a:lnTo>
                      <a:pt x="2396" y="16727"/>
                    </a:lnTo>
                    <a:lnTo>
                      <a:pt x="2538" y="16787"/>
                    </a:lnTo>
                    <a:lnTo>
                      <a:pt x="2679" y="16818"/>
                    </a:lnTo>
                    <a:lnTo>
                      <a:pt x="2831" y="16828"/>
                    </a:lnTo>
                    <a:lnTo>
                      <a:pt x="2831" y="16828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4604350" y="1634850"/>
                <a:ext cx="141000" cy="420700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16828" extrusionOk="0">
                    <a:moveTo>
                      <a:pt x="2820" y="16828"/>
                    </a:moveTo>
                    <a:lnTo>
                      <a:pt x="2820" y="16828"/>
                    </a:lnTo>
                    <a:lnTo>
                      <a:pt x="2962" y="16818"/>
                    </a:lnTo>
                    <a:lnTo>
                      <a:pt x="3113" y="16787"/>
                    </a:lnTo>
                    <a:lnTo>
                      <a:pt x="3255" y="16727"/>
                    </a:lnTo>
                    <a:lnTo>
                      <a:pt x="3386" y="16656"/>
                    </a:lnTo>
                    <a:lnTo>
                      <a:pt x="3528" y="16565"/>
                    </a:lnTo>
                    <a:lnTo>
                      <a:pt x="3659" y="16444"/>
                    </a:lnTo>
                    <a:lnTo>
                      <a:pt x="3790" y="16312"/>
                    </a:lnTo>
                    <a:lnTo>
                      <a:pt x="3922" y="16161"/>
                    </a:lnTo>
                    <a:lnTo>
                      <a:pt x="4043" y="15999"/>
                    </a:lnTo>
                    <a:lnTo>
                      <a:pt x="4164" y="15807"/>
                    </a:lnTo>
                    <a:lnTo>
                      <a:pt x="4286" y="15605"/>
                    </a:lnTo>
                    <a:lnTo>
                      <a:pt x="4397" y="15382"/>
                    </a:lnTo>
                    <a:lnTo>
                      <a:pt x="4508" y="15150"/>
                    </a:lnTo>
                    <a:lnTo>
                      <a:pt x="4619" y="14897"/>
                    </a:lnTo>
                    <a:lnTo>
                      <a:pt x="4720" y="14635"/>
                    </a:lnTo>
                    <a:lnTo>
                      <a:pt x="4811" y="14362"/>
                    </a:lnTo>
                    <a:lnTo>
                      <a:pt x="4912" y="14069"/>
                    </a:lnTo>
                    <a:lnTo>
                      <a:pt x="5003" y="13755"/>
                    </a:lnTo>
                    <a:lnTo>
                      <a:pt x="5084" y="13442"/>
                    </a:lnTo>
                    <a:lnTo>
                      <a:pt x="5165" y="13108"/>
                    </a:lnTo>
                    <a:lnTo>
                      <a:pt x="5236" y="12765"/>
                    </a:lnTo>
                    <a:lnTo>
                      <a:pt x="5306" y="12421"/>
                    </a:lnTo>
                    <a:lnTo>
                      <a:pt x="5367" y="12057"/>
                    </a:lnTo>
                    <a:lnTo>
                      <a:pt x="5418" y="11683"/>
                    </a:lnTo>
                    <a:lnTo>
                      <a:pt x="5468" y="11299"/>
                    </a:lnTo>
                    <a:lnTo>
                      <a:pt x="5519" y="10905"/>
                    </a:lnTo>
                    <a:lnTo>
                      <a:pt x="5559" y="10511"/>
                    </a:lnTo>
                    <a:lnTo>
                      <a:pt x="5589" y="10107"/>
                    </a:lnTo>
                    <a:lnTo>
                      <a:pt x="5610" y="9692"/>
                    </a:lnTo>
                    <a:lnTo>
                      <a:pt x="5630" y="9268"/>
                    </a:lnTo>
                    <a:lnTo>
                      <a:pt x="5640" y="8843"/>
                    </a:lnTo>
                    <a:lnTo>
                      <a:pt x="5640" y="8409"/>
                    </a:lnTo>
                    <a:lnTo>
                      <a:pt x="5640" y="8409"/>
                    </a:lnTo>
                    <a:lnTo>
                      <a:pt x="5640" y="7984"/>
                    </a:lnTo>
                    <a:lnTo>
                      <a:pt x="5630" y="7550"/>
                    </a:lnTo>
                    <a:lnTo>
                      <a:pt x="5610" y="7135"/>
                    </a:lnTo>
                    <a:lnTo>
                      <a:pt x="5589" y="6721"/>
                    </a:lnTo>
                    <a:lnTo>
                      <a:pt x="5559" y="6317"/>
                    </a:lnTo>
                    <a:lnTo>
                      <a:pt x="5519" y="5913"/>
                    </a:lnTo>
                    <a:lnTo>
                      <a:pt x="5468" y="5518"/>
                    </a:lnTo>
                    <a:lnTo>
                      <a:pt x="5418" y="5144"/>
                    </a:lnTo>
                    <a:lnTo>
                      <a:pt x="5367" y="4771"/>
                    </a:lnTo>
                    <a:lnTo>
                      <a:pt x="5306" y="4407"/>
                    </a:lnTo>
                    <a:lnTo>
                      <a:pt x="5236" y="4053"/>
                    </a:lnTo>
                    <a:lnTo>
                      <a:pt x="5165" y="3709"/>
                    </a:lnTo>
                    <a:lnTo>
                      <a:pt x="5084" y="3386"/>
                    </a:lnTo>
                    <a:lnTo>
                      <a:pt x="5003" y="3063"/>
                    </a:lnTo>
                    <a:lnTo>
                      <a:pt x="4912" y="2759"/>
                    </a:lnTo>
                    <a:lnTo>
                      <a:pt x="4811" y="2466"/>
                    </a:lnTo>
                    <a:lnTo>
                      <a:pt x="4720" y="2183"/>
                    </a:lnTo>
                    <a:lnTo>
                      <a:pt x="4619" y="1920"/>
                    </a:lnTo>
                    <a:lnTo>
                      <a:pt x="4508" y="1668"/>
                    </a:lnTo>
                    <a:lnTo>
                      <a:pt x="4397" y="1435"/>
                    </a:lnTo>
                    <a:lnTo>
                      <a:pt x="4286" y="1223"/>
                    </a:lnTo>
                    <a:lnTo>
                      <a:pt x="4164" y="1011"/>
                    </a:lnTo>
                    <a:lnTo>
                      <a:pt x="4043" y="829"/>
                    </a:lnTo>
                    <a:lnTo>
                      <a:pt x="3922" y="657"/>
                    </a:lnTo>
                    <a:lnTo>
                      <a:pt x="3790" y="506"/>
                    </a:lnTo>
                    <a:lnTo>
                      <a:pt x="3659" y="374"/>
                    </a:lnTo>
                    <a:lnTo>
                      <a:pt x="3528" y="263"/>
                    </a:lnTo>
                    <a:lnTo>
                      <a:pt x="3386" y="172"/>
                    </a:lnTo>
                    <a:lnTo>
                      <a:pt x="3255" y="91"/>
                    </a:lnTo>
                    <a:lnTo>
                      <a:pt x="3113" y="41"/>
                    </a:lnTo>
                    <a:lnTo>
                      <a:pt x="2962" y="10"/>
                    </a:lnTo>
                    <a:lnTo>
                      <a:pt x="2820" y="0"/>
                    </a:lnTo>
                    <a:lnTo>
                      <a:pt x="2820" y="0"/>
                    </a:lnTo>
                    <a:lnTo>
                      <a:pt x="2679" y="10"/>
                    </a:lnTo>
                    <a:lnTo>
                      <a:pt x="2537" y="41"/>
                    </a:lnTo>
                    <a:lnTo>
                      <a:pt x="2396" y="91"/>
                    </a:lnTo>
                    <a:lnTo>
                      <a:pt x="2254" y="172"/>
                    </a:lnTo>
                    <a:lnTo>
                      <a:pt x="2113" y="263"/>
                    </a:lnTo>
                    <a:lnTo>
                      <a:pt x="1981" y="374"/>
                    </a:lnTo>
                    <a:lnTo>
                      <a:pt x="1850" y="506"/>
                    </a:lnTo>
                    <a:lnTo>
                      <a:pt x="1729" y="657"/>
                    </a:lnTo>
                    <a:lnTo>
                      <a:pt x="1597" y="829"/>
                    </a:lnTo>
                    <a:lnTo>
                      <a:pt x="1476" y="1011"/>
                    </a:lnTo>
                    <a:lnTo>
                      <a:pt x="1355" y="1223"/>
                    </a:lnTo>
                    <a:lnTo>
                      <a:pt x="1244" y="1435"/>
                    </a:lnTo>
                    <a:lnTo>
                      <a:pt x="1132" y="1668"/>
                    </a:lnTo>
                    <a:lnTo>
                      <a:pt x="1031" y="1920"/>
                    </a:lnTo>
                    <a:lnTo>
                      <a:pt x="920" y="2183"/>
                    </a:lnTo>
                    <a:lnTo>
                      <a:pt x="829" y="2466"/>
                    </a:lnTo>
                    <a:lnTo>
                      <a:pt x="728" y="2759"/>
                    </a:lnTo>
                    <a:lnTo>
                      <a:pt x="647" y="3063"/>
                    </a:lnTo>
                    <a:lnTo>
                      <a:pt x="556" y="3386"/>
                    </a:lnTo>
                    <a:lnTo>
                      <a:pt x="486" y="3709"/>
                    </a:lnTo>
                    <a:lnTo>
                      <a:pt x="405" y="4053"/>
                    </a:lnTo>
                    <a:lnTo>
                      <a:pt x="344" y="4407"/>
                    </a:lnTo>
                    <a:lnTo>
                      <a:pt x="273" y="4771"/>
                    </a:lnTo>
                    <a:lnTo>
                      <a:pt x="223" y="5144"/>
                    </a:lnTo>
                    <a:lnTo>
                      <a:pt x="172" y="5518"/>
                    </a:lnTo>
                    <a:lnTo>
                      <a:pt x="122" y="5913"/>
                    </a:lnTo>
                    <a:lnTo>
                      <a:pt x="91" y="6317"/>
                    </a:lnTo>
                    <a:lnTo>
                      <a:pt x="51" y="6721"/>
                    </a:lnTo>
                    <a:lnTo>
                      <a:pt x="31" y="7135"/>
                    </a:lnTo>
                    <a:lnTo>
                      <a:pt x="11" y="7550"/>
                    </a:lnTo>
                    <a:lnTo>
                      <a:pt x="0" y="7984"/>
                    </a:lnTo>
                    <a:lnTo>
                      <a:pt x="0" y="8409"/>
                    </a:lnTo>
                    <a:lnTo>
                      <a:pt x="0" y="8409"/>
                    </a:lnTo>
                    <a:lnTo>
                      <a:pt x="0" y="8843"/>
                    </a:lnTo>
                    <a:lnTo>
                      <a:pt x="11" y="9268"/>
                    </a:lnTo>
                    <a:lnTo>
                      <a:pt x="31" y="9692"/>
                    </a:lnTo>
                    <a:lnTo>
                      <a:pt x="51" y="10107"/>
                    </a:lnTo>
                    <a:lnTo>
                      <a:pt x="91" y="10511"/>
                    </a:lnTo>
                    <a:lnTo>
                      <a:pt x="122" y="10905"/>
                    </a:lnTo>
                    <a:lnTo>
                      <a:pt x="172" y="11299"/>
                    </a:lnTo>
                    <a:lnTo>
                      <a:pt x="223" y="11683"/>
                    </a:lnTo>
                    <a:lnTo>
                      <a:pt x="273" y="12057"/>
                    </a:lnTo>
                    <a:lnTo>
                      <a:pt x="344" y="12421"/>
                    </a:lnTo>
                    <a:lnTo>
                      <a:pt x="405" y="12765"/>
                    </a:lnTo>
                    <a:lnTo>
                      <a:pt x="486" y="13108"/>
                    </a:lnTo>
                    <a:lnTo>
                      <a:pt x="556" y="13442"/>
                    </a:lnTo>
                    <a:lnTo>
                      <a:pt x="647" y="13755"/>
                    </a:lnTo>
                    <a:lnTo>
                      <a:pt x="728" y="14069"/>
                    </a:lnTo>
                    <a:lnTo>
                      <a:pt x="829" y="14362"/>
                    </a:lnTo>
                    <a:lnTo>
                      <a:pt x="920" y="14635"/>
                    </a:lnTo>
                    <a:lnTo>
                      <a:pt x="1031" y="14897"/>
                    </a:lnTo>
                    <a:lnTo>
                      <a:pt x="1132" y="15150"/>
                    </a:lnTo>
                    <a:lnTo>
                      <a:pt x="1244" y="15382"/>
                    </a:lnTo>
                    <a:lnTo>
                      <a:pt x="1355" y="15605"/>
                    </a:lnTo>
                    <a:lnTo>
                      <a:pt x="1476" y="15807"/>
                    </a:lnTo>
                    <a:lnTo>
                      <a:pt x="1597" y="15999"/>
                    </a:lnTo>
                    <a:lnTo>
                      <a:pt x="1729" y="16161"/>
                    </a:lnTo>
                    <a:lnTo>
                      <a:pt x="1850" y="16312"/>
                    </a:lnTo>
                    <a:lnTo>
                      <a:pt x="1981" y="16444"/>
                    </a:lnTo>
                    <a:lnTo>
                      <a:pt x="2113" y="16565"/>
                    </a:lnTo>
                    <a:lnTo>
                      <a:pt x="2254" y="16656"/>
                    </a:lnTo>
                    <a:lnTo>
                      <a:pt x="2396" y="16727"/>
                    </a:lnTo>
                    <a:lnTo>
                      <a:pt x="2537" y="16787"/>
                    </a:lnTo>
                    <a:lnTo>
                      <a:pt x="2679" y="16818"/>
                    </a:lnTo>
                    <a:lnTo>
                      <a:pt x="2820" y="16828"/>
                    </a:lnTo>
                    <a:lnTo>
                      <a:pt x="2820" y="16828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grpSp>
        <p:nvGrpSpPr>
          <p:cNvPr id="87" name="Google Shape;87;p16"/>
          <p:cNvGrpSpPr/>
          <p:nvPr/>
        </p:nvGrpSpPr>
        <p:grpSpPr>
          <a:xfrm>
            <a:off x="457188" y="2924225"/>
            <a:ext cx="2061000" cy="1598300"/>
            <a:chOff x="457188" y="2924225"/>
            <a:chExt cx="2061000" cy="1598300"/>
          </a:xfrm>
        </p:grpSpPr>
        <p:sp>
          <p:nvSpPr>
            <p:cNvPr id="88" name="Google Shape;88;p16"/>
            <p:cNvSpPr txBox="1"/>
            <p:nvPr/>
          </p:nvSpPr>
          <p:spPr>
            <a:xfrm>
              <a:off x="662088" y="3697925"/>
              <a:ext cx="165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Tools + Applications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457188" y="403952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1177038" y="2924225"/>
              <a:ext cx="621300" cy="621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6625788" y="2924225"/>
            <a:ext cx="2061000" cy="1598300"/>
            <a:chOff x="6625788" y="2924225"/>
            <a:chExt cx="2061000" cy="1598300"/>
          </a:xfrm>
        </p:grpSpPr>
        <p:sp>
          <p:nvSpPr>
            <p:cNvPr id="92" name="Google Shape;92;p16"/>
            <p:cNvSpPr txBox="1"/>
            <p:nvPr/>
          </p:nvSpPr>
          <p:spPr>
            <a:xfrm>
              <a:off x="6830688" y="3697925"/>
              <a:ext cx="165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Benefits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6625788" y="403952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7345638" y="2924225"/>
              <a:ext cx="621300" cy="621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3541488" y="2924225"/>
            <a:ext cx="2061000" cy="1598300"/>
            <a:chOff x="3541488" y="2924225"/>
            <a:chExt cx="2061000" cy="1598300"/>
          </a:xfrm>
        </p:grpSpPr>
        <p:sp>
          <p:nvSpPr>
            <p:cNvPr id="96" name="Google Shape;96;p16"/>
            <p:cNvSpPr txBox="1"/>
            <p:nvPr/>
          </p:nvSpPr>
          <p:spPr>
            <a:xfrm>
              <a:off x="3746388" y="3697925"/>
              <a:ext cx="165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Sample Visualisations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3541488" y="403952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4261338" y="2924225"/>
              <a:ext cx="621300" cy="62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657125" y="1096263"/>
            <a:ext cx="1661125" cy="1649775"/>
            <a:chOff x="3019525" y="289700"/>
            <a:chExt cx="1661125" cy="1649775"/>
          </a:xfrm>
        </p:grpSpPr>
        <p:sp>
          <p:nvSpPr>
            <p:cNvPr id="100" name="Google Shape;100;p16"/>
            <p:cNvSpPr/>
            <p:nvPr/>
          </p:nvSpPr>
          <p:spPr>
            <a:xfrm>
              <a:off x="3162000" y="343325"/>
              <a:ext cx="999875" cy="1191900"/>
            </a:xfrm>
            <a:custGeom>
              <a:avLst/>
              <a:gdLst/>
              <a:ahLst/>
              <a:cxnLst/>
              <a:rect l="l" t="t" r="r" b="b"/>
              <a:pathLst>
                <a:path w="39995" h="47676" extrusionOk="0">
                  <a:moveTo>
                    <a:pt x="39995" y="43176"/>
                  </a:moveTo>
                  <a:lnTo>
                    <a:pt x="39995" y="43176"/>
                  </a:lnTo>
                  <a:lnTo>
                    <a:pt x="39986" y="43403"/>
                  </a:lnTo>
                  <a:lnTo>
                    <a:pt x="39967" y="43630"/>
                  </a:lnTo>
                  <a:lnTo>
                    <a:pt x="39940" y="43857"/>
                  </a:lnTo>
                  <a:lnTo>
                    <a:pt x="39904" y="44076"/>
                  </a:lnTo>
                  <a:lnTo>
                    <a:pt x="39849" y="44294"/>
                  </a:lnTo>
                  <a:lnTo>
                    <a:pt x="39795" y="44512"/>
                  </a:lnTo>
                  <a:lnTo>
                    <a:pt x="39722" y="44721"/>
                  </a:lnTo>
                  <a:lnTo>
                    <a:pt x="39640" y="44921"/>
                  </a:lnTo>
                  <a:lnTo>
                    <a:pt x="39549" y="45121"/>
                  </a:lnTo>
                  <a:lnTo>
                    <a:pt x="39449" y="45321"/>
                  </a:lnTo>
                  <a:lnTo>
                    <a:pt x="39340" y="45512"/>
                  </a:lnTo>
                  <a:lnTo>
                    <a:pt x="39222" y="45694"/>
                  </a:lnTo>
                  <a:lnTo>
                    <a:pt x="39104" y="45866"/>
                  </a:lnTo>
                  <a:lnTo>
                    <a:pt x="38968" y="46039"/>
                  </a:lnTo>
                  <a:lnTo>
                    <a:pt x="38822" y="46203"/>
                  </a:lnTo>
                  <a:lnTo>
                    <a:pt x="38677" y="46357"/>
                  </a:lnTo>
                  <a:lnTo>
                    <a:pt x="38522" y="46502"/>
                  </a:lnTo>
                  <a:lnTo>
                    <a:pt x="38359" y="46648"/>
                  </a:lnTo>
                  <a:lnTo>
                    <a:pt x="38186" y="46784"/>
                  </a:lnTo>
                  <a:lnTo>
                    <a:pt x="38013" y="46902"/>
                  </a:lnTo>
                  <a:lnTo>
                    <a:pt x="37822" y="47021"/>
                  </a:lnTo>
                  <a:lnTo>
                    <a:pt x="37640" y="47130"/>
                  </a:lnTo>
                  <a:lnTo>
                    <a:pt x="37440" y="47230"/>
                  </a:lnTo>
                  <a:lnTo>
                    <a:pt x="37241" y="47321"/>
                  </a:lnTo>
                  <a:lnTo>
                    <a:pt x="37041" y="47402"/>
                  </a:lnTo>
                  <a:lnTo>
                    <a:pt x="36831" y="47475"/>
                  </a:lnTo>
                  <a:lnTo>
                    <a:pt x="36613" y="47530"/>
                  </a:lnTo>
                  <a:lnTo>
                    <a:pt x="36395" y="47584"/>
                  </a:lnTo>
                  <a:lnTo>
                    <a:pt x="36177" y="47620"/>
                  </a:lnTo>
                  <a:lnTo>
                    <a:pt x="35950" y="47657"/>
                  </a:lnTo>
                  <a:lnTo>
                    <a:pt x="35723" y="47666"/>
                  </a:lnTo>
                  <a:lnTo>
                    <a:pt x="35495" y="47675"/>
                  </a:lnTo>
                  <a:lnTo>
                    <a:pt x="4500" y="47675"/>
                  </a:lnTo>
                  <a:lnTo>
                    <a:pt x="4500" y="47675"/>
                  </a:lnTo>
                  <a:lnTo>
                    <a:pt x="4273" y="47666"/>
                  </a:lnTo>
                  <a:lnTo>
                    <a:pt x="4046" y="47657"/>
                  </a:lnTo>
                  <a:lnTo>
                    <a:pt x="3818" y="47620"/>
                  </a:lnTo>
                  <a:lnTo>
                    <a:pt x="3591" y="47584"/>
                  </a:lnTo>
                  <a:lnTo>
                    <a:pt x="3382" y="47539"/>
                  </a:lnTo>
                  <a:lnTo>
                    <a:pt x="3164" y="47475"/>
                  </a:lnTo>
                  <a:lnTo>
                    <a:pt x="2955" y="47402"/>
                  </a:lnTo>
                  <a:lnTo>
                    <a:pt x="2746" y="47321"/>
                  </a:lnTo>
                  <a:lnTo>
                    <a:pt x="2555" y="47230"/>
                  </a:lnTo>
                  <a:lnTo>
                    <a:pt x="2355" y="47130"/>
                  </a:lnTo>
                  <a:lnTo>
                    <a:pt x="2164" y="47021"/>
                  </a:lnTo>
                  <a:lnTo>
                    <a:pt x="1982" y="46902"/>
                  </a:lnTo>
                  <a:lnTo>
                    <a:pt x="1810" y="46784"/>
                  </a:lnTo>
                  <a:lnTo>
                    <a:pt x="1637" y="46648"/>
                  </a:lnTo>
                  <a:lnTo>
                    <a:pt x="1473" y="46502"/>
                  </a:lnTo>
                  <a:lnTo>
                    <a:pt x="1319" y="46357"/>
                  </a:lnTo>
                  <a:lnTo>
                    <a:pt x="1173" y="46203"/>
                  </a:lnTo>
                  <a:lnTo>
                    <a:pt x="1028" y="46039"/>
                  </a:lnTo>
                  <a:lnTo>
                    <a:pt x="892" y="45866"/>
                  </a:lnTo>
                  <a:lnTo>
                    <a:pt x="764" y="45694"/>
                  </a:lnTo>
                  <a:lnTo>
                    <a:pt x="655" y="45512"/>
                  </a:lnTo>
                  <a:lnTo>
                    <a:pt x="546" y="45321"/>
                  </a:lnTo>
                  <a:lnTo>
                    <a:pt x="446" y="45121"/>
                  </a:lnTo>
                  <a:lnTo>
                    <a:pt x="355" y="44921"/>
                  </a:lnTo>
                  <a:lnTo>
                    <a:pt x="273" y="44721"/>
                  </a:lnTo>
                  <a:lnTo>
                    <a:pt x="201" y="44512"/>
                  </a:lnTo>
                  <a:lnTo>
                    <a:pt x="137" y="44294"/>
                  </a:lnTo>
                  <a:lnTo>
                    <a:pt x="92" y="44076"/>
                  </a:lnTo>
                  <a:lnTo>
                    <a:pt x="55" y="43857"/>
                  </a:lnTo>
                  <a:lnTo>
                    <a:pt x="19" y="43630"/>
                  </a:lnTo>
                  <a:lnTo>
                    <a:pt x="10" y="43403"/>
                  </a:lnTo>
                  <a:lnTo>
                    <a:pt x="1" y="43176"/>
                  </a:lnTo>
                  <a:lnTo>
                    <a:pt x="1" y="4500"/>
                  </a:lnTo>
                  <a:lnTo>
                    <a:pt x="1" y="4500"/>
                  </a:lnTo>
                  <a:lnTo>
                    <a:pt x="1" y="4273"/>
                  </a:lnTo>
                  <a:lnTo>
                    <a:pt x="19" y="4036"/>
                  </a:lnTo>
                  <a:lnTo>
                    <a:pt x="55" y="3818"/>
                  </a:lnTo>
                  <a:lnTo>
                    <a:pt x="92" y="3591"/>
                  </a:lnTo>
                  <a:lnTo>
                    <a:pt x="137" y="3373"/>
                  </a:lnTo>
                  <a:lnTo>
                    <a:pt x="201" y="3164"/>
                  </a:lnTo>
                  <a:lnTo>
                    <a:pt x="273" y="2955"/>
                  </a:lnTo>
                  <a:lnTo>
                    <a:pt x="355" y="2745"/>
                  </a:lnTo>
                  <a:lnTo>
                    <a:pt x="446" y="2546"/>
                  </a:lnTo>
                  <a:lnTo>
                    <a:pt x="546" y="2355"/>
                  </a:lnTo>
                  <a:lnTo>
                    <a:pt x="655" y="2164"/>
                  </a:lnTo>
                  <a:lnTo>
                    <a:pt x="764" y="1982"/>
                  </a:lnTo>
                  <a:lnTo>
                    <a:pt x="892" y="1809"/>
                  </a:lnTo>
                  <a:lnTo>
                    <a:pt x="1028" y="1637"/>
                  </a:lnTo>
                  <a:lnTo>
                    <a:pt x="1173" y="1473"/>
                  </a:lnTo>
                  <a:lnTo>
                    <a:pt x="1319" y="1318"/>
                  </a:lnTo>
                  <a:lnTo>
                    <a:pt x="1473" y="1164"/>
                  </a:lnTo>
                  <a:lnTo>
                    <a:pt x="1637" y="1028"/>
                  </a:lnTo>
                  <a:lnTo>
                    <a:pt x="1810" y="891"/>
                  </a:lnTo>
                  <a:lnTo>
                    <a:pt x="1982" y="764"/>
                  </a:lnTo>
                  <a:lnTo>
                    <a:pt x="2164" y="646"/>
                  </a:lnTo>
                  <a:lnTo>
                    <a:pt x="2355" y="537"/>
                  </a:lnTo>
                  <a:lnTo>
                    <a:pt x="2546" y="437"/>
                  </a:lnTo>
                  <a:lnTo>
                    <a:pt x="2746" y="355"/>
                  </a:lnTo>
                  <a:lnTo>
                    <a:pt x="2955" y="273"/>
                  </a:lnTo>
                  <a:lnTo>
                    <a:pt x="3164" y="200"/>
                  </a:lnTo>
                  <a:lnTo>
                    <a:pt x="3373" y="137"/>
                  </a:lnTo>
                  <a:lnTo>
                    <a:pt x="3591" y="91"/>
                  </a:lnTo>
                  <a:lnTo>
                    <a:pt x="3818" y="46"/>
                  </a:lnTo>
                  <a:lnTo>
                    <a:pt x="4046" y="19"/>
                  </a:lnTo>
                  <a:lnTo>
                    <a:pt x="4273" y="0"/>
                  </a:lnTo>
                  <a:lnTo>
                    <a:pt x="4500" y="0"/>
                  </a:lnTo>
                  <a:lnTo>
                    <a:pt x="35486" y="0"/>
                  </a:lnTo>
                  <a:lnTo>
                    <a:pt x="35486" y="0"/>
                  </a:lnTo>
                  <a:lnTo>
                    <a:pt x="35723" y="0"/>
                  </a:lnTo>
                  <a:lnTo>
                    <a:pt x="35950" y="19"/>
                  </a:lnTo>
                  <a:lnTo>
                    <a:pt x="36177" y="46"/>
                  </a:lnTo>
                  <a:lnTo>
                    <a:pt x="36395" y="91"/>
                  </a:lnTo>
                  <a:lnTo>
                    <a:pt x="36613" y="137"/>
                  </a:lnTo>
                  <a:lnTo>
                    <a:pt x="36831" y="200"/>
                  </a:lnTo>
                  <a:lnTo>
                    <a:pt x="37041" y="273"/>
                  </a:lnTo>
                  <a:lnTo>
                    <a:pt x="37241" y="346"/>
                  </a:lnTo>
                  <a:lnTo>
                    <a:pt x="37440" y="437"/>
                  </a:lnTo>
                  <a:lnTo>
                    <a:pt x="37640" y="537"/>
                  </a:lnTo>
                  <a:lnTo>
                    <a:pt x="37822" y="646"/>
                  </a:lnTo>
                  <a:lnTo>
                    <a:pt x="38013" y="764"/>
                  </a:lnTo>
                  <a:lnTo>
                    <a:pt x="38186" y="891"/>
                  </a:lnTo>
                  <a:lnTo>
                    <a:pt x="38359" y="1028"/>
                  </a:lnTo>
                  <a:lnTo>
                    <a:pt x="38522" y="1164"/>
                  </a:lnTo>
                  <a:lnTo>
                    <a:pt x="38677" y="1318"/>
                  </a:lnTo>
                  <a:lnTo>
                    <a:pt x="38822" y="1473"/>
                  </a:lnTo>
                  <a:lnTo>
                    <a:pt x="38968" y="1637"/>
                  </a:lnTo>
                  <a:lnTo>
                    <a:pt x="39104" y="1809"/>
                  </a:lnTo>
                  <a:lnTo>
                    <a:pt x="39222" y="1982"/>
                  </a:lnTo>
                  <a:lnTo>
                    <a:pt x="39340" y="2164"/>
                  </a:lnTo>
                  <a:lnTo>
                    <a:pt x="39449" y="2355"/>
                  </a:lnTo>
                  <a:lnTo>
                    <a:pt x="39549" y="2546"/>
                  </a:lnTo>
                  <a:lnTo>
                    <a:pt x="39640" y="2745"/>
                  </a:lnTo>
                  <a:lnTo>
                    <a:pt x="39722" y="2955"/>
                  </a:lnTo>
                  <a:lnTo>
                    <a:pt x="39795" y="3164"/>
                  </a:lnTo>
                  <a:lnTo>
                    <a:pt x="39849" y="3373"/>
                  </a:lnTo>
                  <a:lnTo>
                    <a:pt x="39904" y="3591"/>
                  </a:lnTo>
                  <a:lnTo>
                    <a:pt x="39940" y="3818"/>
                  </a:lnTo>
                  <a:lnTo>
                    <a:pt x="39967" y="4036"/>
                  </a:lnTo>
                  <a:lnTo>
                    <a:pt x="39986" y="4273"/>
                  </a:lnTo>
                  <a:lnTo>
                    <a:pt x="39995" y="4500"/>
                  </a:lnTo>
                  <a:lnTo>
                    <a:pt x="39995" y="431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3262225" y="440350"/>
              <a:ext cx="799450" cy="970575"/>
            </a:xfrm>
            <a:custGeom>
              <a:avLst/>
              <a:gdLst/>
              <a:ahLst/>
              <a:cxnLst/>
              <a:rect l="l" t="t" r="r" b="b"/>
              <a:pathLst>
                <a:path w="31978" h="38823" extrusionOk="0">
                  <a:moveTo>
                    <a:pt x="31977" y="1"/>
                  </a:moveTo>
                  <a:lnTo>
                    <a:pt x="0" y="1"/>
                  </a:lnTo>
                  <a:lnTo>
                    <a:pt x="0" y="38822"/>
                  </a:lnTo>
                  <a:lnTo>
                    <a:pt x="24915" y="38822"/>
                  </a:lnTo>
                  <a:lnTo>
                    <a:pt x="31977" y="31169"/>
                  </a:lnTo>
                  <a:lnTo>
                    <a:pt x="31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3885075" y="1219550"/>
              <a:ext cx="176600" cy="191375"/>
            </a:xfrm>
            <a:custGeom>
              <a:avLst/>
              <a:gdLst/>
              <a:ahLst/>
              <a:cxnLst/>
              <a:rect l="l" t="t" r="r" b="b"/>
              <a:pathLst>
                <a:path w="7064" h="7655" extrusionOk="0">
                  <a:moveTo>
                    <a:pt x="1" y="7654"/>
                  </a:moveTo>
                  <a:lnTo>
                    <a:pt x="7063" y="1"/>
                  </a:lnTo>
                  <a:lnTo>
                    <a:pt x="1" y="1"/>
                  </a:lnTo>
                  <a:lnTo>
                    <a:pt x="1" y="7654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3885075" y="1219550"/>
              <a:ext cx="176600" cy="191375"/>
            </a:xfrm>
            <a:custGeom>
              <a:avLst/>
              <a:gdLst/>
              <a:ahLst/>
              <a:cxnLst/>
              <a:rect l="l" t="t" r="r" b="b"/>
              <a:pathLst>
                <a:path w="7064" h="7655" extrusionOk="0">
                  <a:moveTo>
                    <a:pt x="7063" y="1"/>
                  </a:moveTo>
                  <a:lnTo>
                    <a:pt x="1" y="7654"/>
                  </a:lnTo>
                  <a:lnTo>
                    <a:pt x="7063" y="1"/>
                  </a:lnTo>
                  <a:close/>
                </a:path>
              </a:pathLst>
            </a:custGeom>
            <a:solidFill>
              <a:srgbClr val="F3ED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3459925" y="322200"/>
              <a:ext cx="413600" cy="147500"/>
            </a:xfrm>
            <a:custGeom>
              <a:avLst/>
              <a:gdLst/>
              <a:ahLst/>
              <a:cxnLst/>
              <a:rect l="l" t="t" r="r" b="b"/>
              <a:pathLst>
                <a:path w="16544" h="5900" extrusionOk="0">
                  <a:moveTo>
                    <a:pt x="16543" y="5899"/>
                  </a:moveTo>
                  <a:lnTo>
                    <a:pt x="0" y="5899"/>
                  </a:lnTo>
                  <a:lnTo>
                    <a:pt x="0" y="0"/>
                  </a:lnTo>
                  <a:lnTo>
                    <a:pt x="16543" y="0"/>
                  </a:lnTo>
                  <a:lnTo>
                    <a:pt x="16543" y="5899"/>
                  </a:lnTo>
                  <a:close/>
                </a:path>
              </a:pathLst>
            </a:custGeom>
            <a:solidFill>
              <a:srgbClr val="C1E5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3499000" y="374225"/>
              <a:ext cx="43650" cy="43425"/>
            </a:xfrm>
            <a:custGeom>
              <a:avLst/>
              <a:gdLst/>
              <a:ahLst/>
              <a:cxnLst/>
              <a:rect l="l" t="t" r="r" b="b"/>
              <a:pathLst>
                <a:path w="1746" h="1737" extrusionOk="0">
                  <a:moveTo>
                    <a:pt x="1746" y="864"/>
                  </a:moveTo>
                  <a:lnTo>
                    <a:pt x="1746" y="864"/>
                  </a:lnTo>
                  <a:lnTo>
                    <a:pt x="1737" y="955"/>
                  </a:lnTo>
                  <a:lnTo>
                    <a:pt x="1728" y="1046"/>
                  </a:lnTo>
                  <a:lnTo>
                    <a:pt x="1700" y="1128"/>
                  </a:lnTo>
                  <a:lnTo>
                    <a:pt x="1673" y="1210"/>
                  </a:lnTo>
                  <a:lnTo>
                    <a:pt x="1637" y="1282"/>
                  </a:lnTo>
                  <a:lnTo>
                    <a:pt x="1591" y="1355"/>
                  </a:lnTo>
                  <a:lnTo>
                    <a:pt x="1546" y="1419"/>
                  </a:lnTo>
                  <a:lnTo>
                    <a:pt x="1491" y="1482"/>
                  </a:lnTo>
                  <a:lnTo>
                    <a:pt x="1428" y="1537"/>
                  </a:lnTo>
                  <a:lnTo>
                    <a:pt x="1364" y="1591"/>
                  </a:lnTo>
                  <a:lnTo>
                    <a:pt x="1291" y="1628"/>
                  </a:lnTo>
                  <a:lnTo>
                    <a:pt x="1209" y="1664"/>
                  </a:lnTo>
                  <a:lnTo>
                    <a:pt x="1137" y="1700"/>
                  </a:lnTo>
                  <a:lnTo>
                    <a:pt x="1046" y="1719"/>
                  </a:lnTo>
                  <a:lnTo>
                    <a:pt x="964" y="1728"/>
                  </a:lnTo>
                  <a:lnTo>
                    <a:pt x="873" y="1737"/>
                  </a:lnTo>
                  <a:lnTo>
                    <a:pt x="873" y="1737"/>
                  </a:lnTo>
                  <a:lnTo>
                    <a:pt x="782" y="1728"/>
                  </a:lnTo>
                  <a:lnTo>
                    <a:pt x="700" y="1719"/>
                  </a:lnTo>
                  <a:lnTo>
                    <a:pt x="619" y="1700"/>
                  </a:lnTo>
                  <a:lnTo>
                    <a:pt x="537" y="1664"/>
                  </a:lnTo>
                  <a:lnTo>
                    <a:pt x="464" y="1628"/>
                  </a:lnTo>
                  <a:lnTo>
                    <a:pt x="391" y="1591"/>
                  </a:lnTo>
                  <a:lnTo>
                    <a:pt x="319" y="1537"/>
                  </a:lnTo>
                  <a:lnTo>
                    <a:pt x="264" y="1482"/>
                  </a:lnTo>
                  <a:lnTo>
                    <a:pt x="200" y="1419"/>
                  </a:lnTo>
                  <a:lnTo>
                    <a:pt x="155" y="1355"/>
                  </a:lnTo>
                  <a:lnTo>
                    <a:pt x="110" y="1282"/>
                  </a:lnTo>
                  <a:lnTo>
                    <a:pt x="73" y="1210"/>
                  </a:lnTo>
                  <a:lnTo>
                    <a:pt x="46" y="1128"/>
                  </a:lnTo>
                  <a:lnTo>
                    <a:pt x="19" y="1046"/>
                  </a:lnTo>
                  <a:lnTo>
                    <a:pt x="10" y="955"/>
                  </a:lnTo>
                  <a:lnTo>
                    <a:pt x="0" y="864"/>
                  </a:lnTo>
                  <a:lnTo>
                    <a:pt x="0" y="864"/>
                  </a:lnTo>
                  <a:lnTo>
                    <a:pt x="10" y="782"/>
                  </a:lnTo>
                  <a:lnTo>
                    <a:pt x="19" y="691"/>
                  </a:lnTo>
                  <a:lnTo>
                    <a:pt x="46" y="610"/>
                  </a:lnTo>
                  <a:lnTo>
                    <a:pt x="73" y="528"/>
                  </a:lnTo>
                  <a:lnTo>
                    <a:pt x="110" y="455"/>
                  </a:lnTo>
                  <a:lnTo>
                    <a:pt x="155" y="382"/>
                  </a:lnTo>
                  <a:lnTo>
                    <a:pt x="200" y="319"/>
                  </a:lnTo>
                  <a:lnTo>
                    <a:pt x="264" y="255"/>
                  </a:lnTo>
                  <a:lnTo>
                    <a:pt x="319" y="201"/>
                  </a:lnTo>
                  <a:lnTo>
                    <a:pt x="391" y="146"/>
                  </a:lnTo>
                  <a:lnTo>
                    <a:pt x="464" y="101"/>
                  </a:lnTo>
                  <a:lnTo>
                    <a:pt x="537" y="64"/>
                  </a:lnTo>
                  <a:lnTo>
                    <a:pt x="619" y="37"/>
                  </a:lnTo>
                  <a:lnTo>
                    <a:pt x="700" y="19"/>
                  </a:lnTo>
                  <a:lnTo>
                    <a:pt x="782" y="1"/>
                  </a:lnTo>
                  <a:lnTo>
                    <a:pt x="873" y="1"/>
                  </a:lnTo>
                  <a:lnTo>
                    <a:pt x="873" y="1"/>
                  </a:lnTo>
                  <a:lnTo>
                    <a:pt x="964" y="1"/>
                  </a:lnTo>
                  <a:lnTo>
                    <a:pt x="1046" y="19"/>
                  </a:lnTo>
                  <a:lnTo>
                    <a:pt x="1137" y="37"/>
                  </a:lnTo>
                  <a:lnTo>
                    <a:pt x="1209" y="64"/>
                  </a:lnTo>
                  <a:lnTo>
                    <a:pt x="1291" y="101"/>
                  </a:lnTo>
                  <a:lnTo>
                    <a:pt x="1364" y="146"/>
                  </a:lnTo>
                  <a:lnTo>
                    <a:pt x="1428" y="201"/>
                  </a:lnTo>
                  <a:lnTo>
                    <a:pt x="1491" y="255"/>
                  </a:lnTo>
                  <a:lnTo>
                    <a:pt x="1546" y="319"/>
                  </a:lnTo>
                  <a:lnTo>
                    <a:pt x="1591" y="382"/>
                  </a:lnTo>
                  <a:lnTo>
                    <a:pt x="1637" y="455"/>
                  </a:lnTo>
                  <a:lnTo>
                    <a:pt x="1673" y="528"/>
                  </a:lnTo>
                  <a:lnTo>
                    <a:pt x="1700" y="610"/>
                  </a:lnTo>
                  <a:lnTo>
                    <a:pt x="1728" y="691"/>
                  </a:lnTo>
                  <a:lnTo>
                    <a:pt x="1737" y="782"/>
                  </a:lnTo>
                  <a:lnTo>
                    <a:pt x="1746" y="864"/>
                  </a:lnTo>
                  <a:lnTo>
                    <a:pt x="1746" y="8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3790775" y="374225"/>
              <a:ext cx="43425" cy="43425"/>
            </a:xfrm>
            <a:custGeom>
              <a:avLst/>
              <a:gdLst/>
              <a:ahLst/>
              <a:cxnLst/>
              <a:rect l="l" t="t" r="r" b="b"/>
              <a:pathLst>
                <a:path w="1737" h="1737" extrusionOk="0">
                  <a:moveTo>
                    <a:pt x="1737" y="864"/>
                  </a:moveTo>
                  <a:lnTo>
                    <a:pt x="1737" y="864"/>
                  </a:lnTo>
                  <a:lnTo>
                    <a:pt x="1727" y="955"/>
                  </a:lnTo>
                  <a:lnTo>
                    <a:pt x="1718" y="1046"/>
                  </a:lnTo>
                  <a:lnTo>
                    <a:pt x="1700" y="1128"/>
                  </a:lnTo>
                  <a:lnTo>
                    <a:pt x="1664" y="1210"/>
                  </a:lnTo>
                  <a:lnTo>
                    <a:pt x="1627" y="1282"/>
                  </a:lnTo>
                  <a:lnTo>
                    <a:pt x="1591" y="1355"/>
                  </a:lnTo>
                  <a:lnTo>
                    <a:pt x="1537" y="1419"/>
                  </a:lnTo>
                  <a:lnTo>
                    <a:pt x="1482" y="1482"/>
                  </a:lnTo>
                  <a:lnTo>
                    <a:pt x="1418" y="1537"/>
                  </a:lnTo>
                  <a:lnTo>
                    <a:pt x="1355" y="1591"/>
                  </a:lnTo>
                  <a:lnTo>
                    <a:pt x="1282" y="1628"/>
                  </a:lnTo>
                  <a:lnTo>
                    <a:pt x="1209" y="1664"/>
                  </a:lnTo>
                  <a:lnTo>
                    <a:pt x="1128" y="1700"/>
                  </a:lnTo>
                  <a:lnTo>
                    <a:pt x="1046" y="1719"/>
                  </a:lnTo>
                  <a:lnTo>
                    <a:pt x="955" y="1728"/>
                  </a:lnTo>
                  <a:lnTo>
                    <a:pt x="864" y="1737"/>
                  </a:lnTo>
                  <a:lnTo>
                    <a:pt x="864" y="1737"/>
                  </a:lnTo>
                  <a:lnTo>
                    <a:pt x="782" y="1728"/>
                  </a:lnTo>
                  <a:lnTo>
                    <a:pt x="691" y="1719"/>
                  </a:lnTo>
                  <a:lnTo>
                    <a:pt x="609" y="1700"/>
                  </a:lnTo>
                  <a:lnTo>
                    <a:pt x="528" y="1664"/>
                  </a:lnTo>
                  <a:lnTo>
                    <a:pt x="455" y="1628"/>
                  </a:lnTo>
                  <a:lnTo>
                    <a:pt x="382" y="1591"/>
                  </a:lnTo>
                  <a:lnTo>
                    <a:pt x="309" y="1537"/>
                  </a:lnTo>
                  <a:lnTo>
                    <a:pt x="255" y="1482"/>
                  </a:lnTo>
                  <a:lnTo>
                    <a:pt x="191" y="1419"/>
                  </a:lnTo>
                  <a:lnTo>
                    <a:pt x="146" y="1355"/>
                  </a:lnTo>
                  <a:lnTo>
                    <a:pt x="100" y="1282"/>
                  </a:lnTo>
                  <a:lnTo>
                    <a:pt x="64" y="1210"/>
                  </a:lnTo>
                  <a:lnTo>
                    <a:pt x="37" y="1128"/>
                  </a:lnTo>
                  <a:lnTo>
                    <a:pt x="19" y="1046"/>
                  </a:lnTo>
                  <a:lnTo>
                    <a:pt x="0" y="955"/>
                  </a:lnTo>
                  <a:lnTo>
                    <a:pt x="0" y="864"/>
                  </a:lnTo>
                  <a:lnTo>
                    <a:pt x="0" y="864"/>
                  </a:lnTo>
                  <a:lnTo>
                    <a:pt x="0" y="782"/>
                  </a:lnTo>
                  <a:lnTo>
                    <a:pt x="19" y="691"/>
                  </a:lnTo>
                  <a:lnTo>
                    <a:pt x="37" y="610"/>
                  </a:lnTo>
                  <a:lnTo>
                    <a:pt x="64" y="528"/>
                  </a:lnTo>
                  <a:lnTo>
                    <a:pt x="100" y="455"/>
                  </a:lnTo>
                  <a:lnTo>
                    <a:pt x="146" y="382"/>
                  </a:lnTo>
                  <a:lnTo>
                    <a:pt x="191" y="319"/>
                  </a:lnTo>
                  <a:lnTo>
                    <a:pt x="255" y="255"/>
                  </a:lnTo>
                  <a:lnTo>
                    <a:pt x="309" y="201"/>
                  </a:lnTo>
                  <a:lnTo>
                    <a:pt x="382" y="146"/>
                  </a:lnTo>
                  <a:lnTo>
                    <a:pt x="455" y="101"/>
                  </a:lnTo>
                  <a:lnTo>
                    <a:pt x="528" y="64"/>
                  </a:lnTo>
                  <a:lnTo>
                    <a:pt x="609" y="37"/>
                  </a:lnTo>
                  <a:lnTo>
                    <a:pt x="691" y="19"/>
                  </a:lnTo>
                  <a:lnTo>
                    <a:pt x="782" y="1"/>
                  </a:lnTo>
                  <a:lnTo>
                    <a:pt x="864" y="1"/>
                  </a:lnTo>
                  <a:lnTo>
                    <a:pt x="864" y="1"/>
                  </a:lnTo>
                  <a:lnTo>
                    <a:pt x="955" y="1"/>
                  </a:lnTo>
                  <a:lnTo>
                    <a:pt x="1046" y="19"/>
                  </a:lnTo>
                  <a:lnTo>
                    <a:pt x="1128" y="37"/>
                  </a:lnTo>
                  <a:lnTo>
                    <a:pt x="1209" y="64"/>
                  </a:lnTo>
                  <a:lnTo>
                    <a:pt x="1282" y="101"/>
                  </a:lnTo>
                  <a:lnTo>
                    <a:pt x="1355" y="146"/>
                  </a:lnTo>
                  <a:lnTo>
                    <a:pt x="1418" y="201"/>
                  </a:lnTo>
                  <a:lnTo>
                    <a:pt x="1482" y="255"/>
                  </a:lnTo>
                  <a:lnTo>
                    <a:pt x="1537" y="319"/>
                  </a:lnTo>
                  <a:lnTo>
                    <a:pt x="1591" y="382"/>
                  </a:lnTo>
                  <a:lnTo>
                    <a:pt x="1627" y="455"/>
                  </a:lnTo>
                  <a:lnTo>
                    <a:pt x="1664" y="528"/>
                  </a:lnTo>
                  <a:lnTo>
                    <a:pt x="1700" y="610"/>
                  </a:lnTo>
                  <a:lnTo>
                    <a:pt x="1718" y="691"/>
                  </a:lnTo>
                  <a:lnTo>
                    <a:pt x="1727" y="782"/>
                  </a:lnTo>
                  <a:lnTo>
                    <a:pt x="1737" y="864"/>
                  </a:lnTo>
                  <a:lnTo>
                    <a:pt x="1737" y="8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3532175" y="289700"/>
              <a:ext cx="269075" cy="107050"/>
            </a:xfrm>
            <a:custGeom>
              <a:avLst/>
              <a:gdLst/>
              <a:ahLst/>
              <a:cxnLst/>
              <a:rect l="l" t="t" r="r" b="b"/>
              <a:pathLst>
                <a:path w="10763" h="4282" extrusionOk="0">
                  <a:moveTo>
                    <a:pt x="8663" y="4281"/>
                  </a:moveTo>
                  <a:lnTo>
                    <a:pt x="2091" y="4281"/>
                  </a:lnTo>
                  <a:lnTo>
                    <a:pt x="1" y="0"/>
                  </a:lnTo>
                  <a:lnTo>
                    <a:pt x="10763" y="0"/>
                  </a:lnTo>
                  <a:lnTo>
                    <a:pt x="8663" y="42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3218600" y="838475"/>
              <a:ext cx="127950" cy="93650"/>
            </a:xfrm>
            <a:custGeom>
              <a:avLst/>
              <a:gdLst/>
              <a:ahLst/>
              <a:cxnLst/>
              <a:rect l="l" t="t" r="r" b="b"/>
              <a:pathLst>
                <a:path w="5118" h="3746" extrusionOk="0">
                  <a:moveTo>
                    <a:pt x="5117" y="891"/>
                  </a:moveTo>
                  <a:lnTo>
                    <a:pt x="564" y="1"/>
                  </a:lnTo>
                  <a:lnTo>
                    <a:pt x="0" y="2855"/>
                  </a:lnTo>
                  <a:lnTo>
                    <a:pt x="4563" y="3745"/>
                  </a:lnTo>
                  <a:lnTo>
                    <a:pt x="5117" y="89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3254500" y="813700"/>
              <a:ext cx="73650" cy="53875"/>
            </a:xfrm>
            <a:custGeom>
              <a:avLst/>
              <a:gdLst/>
              <a:ahLst/>
              <a:cxnLst/>
              <a:rect l="l" t="t" r="r" b="b"/>
              <a:pathLst>
                <a:path w="2946" h="2155" extrusionOk="0">
                  <a:moveTo>
                    <a:pt x="2945" y="510"/>
                  </a:moveTo>
                  <a:lnTo>
                    <a:pt x="327" y="1"/>
                  </a:lnTo>
                  <a:lnTo>
                    <a:pt x="0" y="1637"/>
                  </a:lnTo>
                  <a:lnTo>
                    <a:pt x="2627" y="2155"/>
                  </a:lnTo>
                  <a:lnTo>
                    <a:pt x="2945" y="51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3021125" y="1638125"/>
              <a:ext cx="215450" cy="70925"/>
            </a:xfrm>
            <a:custGeom>
              <a:avLst/>
              <a:gdLst/>
              <a:ahLst/>
              <a:cxnLst/>
              <a:rect l="l" t="t" r="r" b="b"/>
              <a:pathLst>
                <a:path w="8618" h="2837" extrusionOk="0">
                  <a:moveTo>
                    <a:pt x="8617" y="1637"/>
                  </a:moveTo>
                  <a:lnTo>
                    <a:pt x="227" y="1"/>
                  </a:lnTo>
                  <a:lnTo>
                    <a:pt x="0" y="1191"/>
                  </a:lnTo>
                  <a:lnTo>
                    <a:pt x="8390" y="2837"/>
                  </a:lnTo>
                  <a:lnTo>
                    <a:pt x="8617" y="163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3061100" y="1523600"/>
              <a:ext cx="162050" cy="163175"/>
            </a:xfrm>
            <a:custGeom>
              <a:avLst/>
              <a:gdLst/>
              <a:ahLst/>
              <a:cxnLst/>
              <a:rect l="l" t="t" r="r" b="b"/>
              <a:pathLst>
                <a:path w="6482" h="6527" extrusionOk="0">
                  <a:moveTo>
                    <a:pt x="6482" y="1064"/>
                  </a:moveTo>
                  <a:lnTo>
                    <a:pt x="1064" y="0"/>
                  </a:lnTo>
                  <a:lnTo>
                    <a:pt x="1" y="5472"/>
                  </a:lnTo>
                  <a:lnTo>
                    <a:pt x="5418" y="6527"/>
                  </a:lnTo>
                  <a:lnTo>
                    <a:pt x="6482" y="10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3286075" y="454000"/>
              <a:ext cx="81825" cy="367900"/>
            </a:xfrm>
            <a:custGeom>
              <a:avLst/>
              <a:gdLst/>
              <a:ahLst/>
              <a:cxnLst/>
              <a:rect l="l" t="t" r="r" b="b"/>
              <a:pathLst>
                <a:path w="3273" h="14716" extrusionOk="0">
                  <a:moveTo>
                    <a:pt x="3273" y="1164"/>
                  </a:moveTo>
                  <a:lnTo>
                    <a:pt x="3118" y="0"/>
                  </a:lnTo>
                  <a:lnTo>
                    <a:pt x="2537" y="1018"/>
                  </a:lnTo>
                  <a:lnTo>
                    <a:pt x="1" y="14571"/>
                  </a:lnTo>
                  <a:lnTo>
                    <a:pt x="746" y="14716"/>
                  </a:lnTo>
                  <a:lnTo>
                    <a:pt x="3273" y="11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3056575" y="878475"/>
              <a:ext cx="324750" cy="666725"/>
            </a:xfrm>
            <a:custGeom>
              <a:avLst/>
              <a:gdLst/>
              <a:ahLst/>
              <a:cxnLst/>
              <a:rect l="l" t="t" r="r" b="b"/>
              <a:pathLst>
                <a:path w="12990" h="26669" extrusionOk="0">
                  <a:moveTo>
                    <a:pt x="12989" y="1573"/>
                  </a:moveTo>
                  <a:lnTo>
                    <a:pt x="4899" y="0"/>
                  </a:lnTo>
                  <a:lnTo>
                    <a:pt x="0" y="25087"/>
                  </a:lnTo>
                  <a:lnTo>
                    <a:pt x="8099" y="26669"/>
                  </a:lnTo>
                  <a:lnTo>
                    <a:pt x="12989" y="1573"/>
                  </a:lnTo>
                  <a:close/>
                </a:path>
              </a:pathLst>
            </a:custGeom>
            <a:solidFill>
              <a:srgbClr val="C1E5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3019525" y="1472025"/>
              <a:ext cx="278625" cy="95450"/>
            </a:xfrm>
            <a:custGeom>
              <a:avLst/>
              <a:gdLst/>
              <a:ahLst/>
              <a:cxnLst/>
              <a:rect l="l" t="t" r="r" b="b"/>
              <a:pathLst>
                <a:path w="11145" h="3818" extrusionOk="0">
                  <a:moveTo>
                    <a:pt x="11144" y="2100"/>
                  </a:moveTo>
                  <a:lnTo>
                    <a:pt x="337" y="0"/>
                  </a:lnTo>
                  <a:lnTo>
                    <a:pt x="1" y="1709"/>
                  </a:lnTo>
                  <a:lnTo>
                    <a:pt x="10808" y="3818"/>
                  </a:lnTo>
                  <a:lnTo>
                    <a:pt x="11144" y="21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3084750" y="1241600"/>
              <a:ext cx="203850" cy="272025"/>
            </a:xfrm>
            <a:custGeom>
              <a:avLst/>
              <a:gdLst/>
              <a:ahLst/>
              <a:cxnLst/>
              <a:rect l="l" t="t" r="r" b="b"/>
              <a:pathLst>
                <a:path w="8154" h="10881" extrusionOk="0">
                  <a:moveTo>
                    <a:pt x="8154" y="1218"/>
                  </a:moveTo>
                  <a:lnTo>
                    <a:pt x="1882" y="0"/>
                  </a:lnTo>
                  <a:lnTo>
                    <a:pt x="0" y="9653"/>
                  </a:lnTo>
                  <a:lnTo>
                    <a:pt x="6272" y="10881"/>
                  </a:lnTo>
                  <a:lnTo>
                    <a:pt x="8154" y="12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4023700" y="1372950"/>
              <a:ext cx="336550" cy="479250"/>
            </a:xfrm>
            <a:custGeom>
              <a:avLst/>
              <a:gdLst/>
              <a:ahLst/>
              <a:cxnLst/>
              <a:rect l="l" t="t" r="r" b="b"/>
              <a:pathLst>
                <a:path w="13462" h="19170" extrusionOk="0">
                  <a:moveTo>
                    <a:pt x="11208" y="19170"/>
                  </a:moveTo>
                  <a:lnTo>
                    <a:pt x="11208" y="19170"/>
                  </a:lnTo>
                  <a:lnTo>
                    <a:pt x="2491" y="19170"/>
                  </a:lnTo>
                  <a:lnTo>
                    <a:pt x="2491" y="19170"/>
                  </a:lnTo>
                  <a:lnTo>
                    <a:pt x="2245" y="19170"/>
                  </a:lnTo>
                  <a:lnTo>
                    <a:pt x="2009" y="19152"/>
                  </a:lnTo>
                  <a:lnTo>
                    <a:pt x="1791" y="19115"/>
                  </a:lnTo>
                  <a:lnTo>
                    <a:pt x="1591" y="19079"/>
                  </a:lnTo>
                  <a:lnTo>
                    <a:pt x="1409" y="19034"/>
                  </a:lnTo>
                  <a:lnTo>
                    <a:pt x="1236" y="18979"/>
                  </a:lnTo>
                  <a:lnTo>
                    <a:pt x="1082" y="18915"/>
                  </a:lnTo>
                  <a:lnTo>
                    <a:pt x="946" y="18843"/>
                  </a:lnTo>
                  <a:lnTo>
                    <a:pt x="809" y="18761"/>
                  </a:lnTo>
                  <a:lnTo>
                    <a:pt x="691" y="18679"/>
                  </a:lnTo>
                  <a:lnTo>
                    <a:pt x="591" y="18588"/>
                  </a:lnTo>
                  <a:lnTo>
                    <a:pt x="491" y="18497"/>
                  </a:lnTo>
                  <a:lnTo>
                    <a:pt x="409" y="18406"/>
                  </a:lnTo>
                  <a:lnTo>
                    <a:pt x="337" y="18306"/>
                  </a:lnTo>
                  <a:lnTo>
                    <a:pt x="273" y="18206"/>
                  </a:lnTo>
                  <a:lnTo>
                    <a:pt x="218" y="18106"/>
                  </a:lnTo>
                  <a:lnTo>
                    <a:pt x="164" y="18006"/>
                  </a:lnTo>
                  <a:lnTo>
                    <a:pt x="127" y="17906"/>
                  </a:lnTo>
                  <a:lnTo>
                    <a:pt x="91" y="17816"/>
                  </a:lnTo>
                  <a:lnTo>
                    <a:pt x="64" y="17716"/>
                  </a:lnTo>
                  <a:lnTo>
                    <a:pt x="27" y="17543"/>
                  </a:lnTo>
                  <a:lnTo>
                    <a:pt x="9" y="17379"/>
                  </a:lnTo>
                  <a:lnTo>
                    <a:pt x="0" y="17243"/>
                  </a:lnTo>
                  <a:lnTo>
                    <a:pt x="0" y="17134"/>
                  </a:lnTo>
                  <a:lnTo>
                    <a:pt x="0" y="17043"/>
                  </a:lnTo>
                  <a:lnTo>
                    <a:pt x="0" y="973"/>
                  </a:lnTo>
                  <a:lnTo>
                    <a:pt x="0" y="973"/>
                  </a:lnTo>
                  <a:lnTo>
                    <a:pt x="9" y="882"/>
                  </a:lnTo>
                  <a:lnTo>
                    <a:pt x="27" y="782"/>
                  </a:lnTo>
                  <a:lnTo>
                    <a:pt x="46" y="691"/>
                  </a:lnTo>
                  <a:lnTo>
                    <a:pt x="82" y="600"/>
                  </a:lnTo>
                  <a:lnTo>
                    <a:pt x="118" y="518"/>
                  </a:lnTo>
                  <a:lnTo>
                    <a:pt x="173" y="436"/>
                  </a:lnTo>
                  <a:lnTo>
                    <a:pt x="227" y="355"/>
                  </a:lnTo>
                  <a:lnTo>
                    <a:pt x="291" y="291"/>
                  </a:lnTo>
                  <a:lnTo>
                    <a:pt x="355" y="227"/>
                  </a:lnTo>
                  <a:lnTo>
                    <a:pt x="436" y="173"/>
                  </a:lnTo>
                  <a:lnTo>
                    <a:pt x="518" y="118"/>
                  </a:lnTo>
                  <a:lnTo>
                    <a:pt x="600" y="82"/>
                  </a:lnTo>
                  <a:lnTo>
                    <a:pt x="691" y="46"/>
                  </a:lnTo>
                  <a:lnTo>
                    <a:pt x="782" y="27"/>
                  </a:lnTo>
                  <a:lnTo>
                    <a:pt x="882" y="9"/>
                  </a:lnTo>
                  <a:lnTo>
                    <a:pt x="973" y="0"/>
                  </a:lnTo>
                  <a:lnTo>
                    <a:pt x="12480" y="0"/>
                  </a:lnTo>
                  <a:lnTo>
                    <a:pt x="12480" y="0"/>
                  </a:lnTo>
                  <a:lnTo>
                    <a:pt x="12580" y="9"/>
                  </a:lnTo>
                  <a:lnTo>
                    <a:pt x="12680" y="27"/>
                  </a:lnTo>
                  <a:lnTo>
                    <a:pt x="12771" y="46"/>
                  </a:lnTo>
                  <a:lnTo>
                    <a:pt x="12862" y="82"/>
                  </a:lnTo>
                  <a:lnTo>
                    <a:pt x="12944" y="118"/>
                  </a:lnTo>
                  <a:lnTo>
                    <a:pt x="13025" y="173"/>
                  </a:lnTo>
                  <a:lnTo>
                    <a:pt x="13098" y="227"/>
                  </a:lnTo>
                  <a:lnTo>
                    <a:pt x="13171" y="291"/>
                  </a:lnTo>
                  <a:lnTo>
                    <a:pt x="13225" y="355"/>
                  </a:lnTo>
                  <a:lnTo>
                    <a:pt x="13289" y="436"/>
                  </a:lnTo>
                  <a:lnTo>
                    <a:pt x="13335" y="518"/>
                  </a:lnTo>
                  <a:lnTo>
                    <a:pt x="13380" y="600"/>
                  </a:lnTo>
                  <a:lnTo>
                    <a:pt x="13407" y="691"/>
                  </a:lnTo>
                  <a:lnTo>
                    <a:pt x="13435" y="782"/>
                  </a:lnTo>
                  <a:lnTo>
                    <a:pt x="13444" y="882"/>
                  </a:lnTo>
                  <a:lnTo>
                    <a:pt x="13453" y="973"/>
                  </a:lnTo>
                  <a:lnTo>
                    <a:pt x="13453" y="16907"/>
                  </a:lnTo>
                  <a:lnTo>
                    <a:pt x="13453" y="16907"/>
                  </a:lnTo>
                  <a:lnTo>
                    <a:pt x="13462" y="17007"/>
                  </a:lnTo>
                  <a:lnTo>
                    <a:pt x="13462" y="17116"/>
                  </a:lnTo>
                  <a:lnTo>
                    <a:pt x="13453" y="17261"/>
                  </a:lnTo>
                  <a:lnTo>
                    <a:pt x="13444" y="17434"/>
                  </a:lnTo>
                  <a:lnTo>
                    <a:pt x="13407" y="17625"/>
                  </a:lnTo>
                  <a:lnTo>
                    <a:pt x="13353" y="17834"/>
                  </a:lnTo>
                  <a:lnTo>
                    <a:pt x="13316" y="17934"/>
                  </a:lnTo>
                  <a:lnTo>
                    <a:pt x="13271" y="18043"/>
                  </a:lnTo>
                  <a:lnTo>
                    <a:pt x="13225" y="18143"/>
                  </a:lnTo>
                  <a:lnTo>
                    <a:pt x="13171" y="18252"/>
                  </a:lnTo>
                  <a:lnTo>
                    <a:pt x="13098" y="18352"/>
                  </a:lnTo>
                  <a:lnTo>
                    <a:pt x="13025" y="18452"/>
                  </a:lnTo>
                  <a:lnTo>
                    <a:pt x="12944" y="18552"/>
                  </a:lnTo>
                  <a:lnTo>
                    <a:pt x="12844" y="18652"/>
                  </a:lnTo>
                  <a:lnTo>
                    <a:pt x="12735" y="18734"/>
                  </a:lnTo>
                  <a:lnTo>
                    <a:pt x="12626" y="18815"/>
                  </a:lnTo>
                  <a:lnTo>
                    <a:pt x="12489" y="18897"/>
                  </a:lnTo>
                  <a:lnTo>
                    <a:pt x="12353" y="18961"/>
                  </a:lnTo>
                  <a:lnTo>
                    <a:pt x="12198" y="19024"/>
                  </a:lnTo>
                  <a:lnTo>
                    <a:pt x="12026" y="19079"/>
                  </a:lnTo>
                  <a:lnTo>
                    <a:pt x="11844" y="19115"/>
                  </a:lnTo>
                  <a:lnTo>
                    <a:pt x="11653" y="19143"/>
                  </a:lnTo>
                  <a:lnTo>
                    <a:pt x="11435" y="19170"/>
                  </a:lnTo>
                  <a:lnTo>
                    <a:pt x="11208" y="19170"/>
                  </a:lnTo>
                  <a:lnTo>
                    <a:pt x="11208" y="191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3981875" y="1332950"/>
              <a:ext cx="420875" cy="92050"/>
            </a:xfrm>
            <a:custGeom>
              <a:avLst/>
              <a:gdLst/>
              <a:ahLst/>
              <a:cxnLst/>
              <a:rect l="l" t="t" r="r" b="b"/>
              <a:pathLst>
                <a:path w="16835" h="3682" extrusionOk="0">
                  <a:moveTo>
                    <a:pt x="16544" y="3682"/>
                  </a:moveTo>
                  <a:lnTo>
                    <a:pt x="1" y="3682"/>
                  </a:lnTo>
                  <a:lnTo>
                    <a:pt x="292" y="0"/>
                  </a:lnTo>
                  <a:lnTo>
                    <a:pt x="16835" y="0"/>
                  </a:lnTo>
                  <a:lnTo>
                    <a:pt x="16544" y="3682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4056200" y="1479300"/>
              <a:ext cx="271550" cy="223850"/>
            </a:xfrm>
            <a:custGeom>
              <a:avLst/>
              <a:gdLst/>
              <a:ahLst/>
              <a:cxnLst/>
              <a:rect l="l" t="t" r="r" b="b"/>
              <a:pathLst>
                <a:path w="10862" h="8954" extrusionOk="0">
                  <a:moveTo>
                    <a:pt x="0" y="0"/>
                  </a:moveTo>
                  <a:lnTo>
                    <a:pt x="10862" y="0"/>
                  </a:lnTo>
                  <a:lnTo>
                    <a:pt x="10862" y="8953"/>
                  </a:lnTo>
                  <a:lnTo>
                    <a:pt x="0" y="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4086175" y="1578825"/>
              <a:ext cx="211375" cy="18200"/>
            </a:xfrm>
            <a:custGeom>
              <a:avLst/>
              <a:gdLst/>
              <a:ahLst/>
              <a:cxnLst/>
              <a:rect l="l" t="t" r="r" b="b"/>
              <a:pathLst>
                <a:path w="8455" h="728" extrusionOk="0">
                  <a:moveTo>
                    <a:pt x="8454" y="727"/>
                  </a:moveTo>
                  <a:lnTo>
                    <a:pt x="1" y="727"/>
                  </a:lnTo>
                  <a:lnTo>
                    <a:pt x="1" y="0"/>
                  </a:lnTo>
                  <a:lnTo>
                    <a:pt x="8454" y="0"/>
                  </a:lnTo>
                  <a:lnTo>
                    <a:pt x="8454" y="7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4086175" y="1517000"/>
              <a:ext cx="211375" cy="18450"/>
            </a:xfrm>
            <a:custGeom>
              <a:avLst/>
              <a:gdLst/>
              <a:ahLst/>
              <a:cxnLst/>
              <a:rect l="l" t="t" r="r" b="b"/>
              <a:pathLst>
                <a:path w="8455" h="738" extrusionOk="0">
                  <a:moveTo>
                    <a:pt x="8454" y="737"/>
                  </a:moveTo>
                  <a:lnTo>
                    <a:pt x="1" y="737"/>
                  </a:lnTo>
                  <a:lnTo>
                    <a:pt x="1" y="1"/>
                  </a:lnTo>
                  <a:lnTo>
                    <a:pt x="8454" y="1"/>
                  </a:lnTo>
                  <a:lnTo>
                    <a:pt x="8454" y="7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4086175" y="1636300"/>
              <a:ext cx="211375" cy="18225"/>
            </a:xfrm>
            <a:custGeom>
              <a:avLst/>
              <a:gdLst/>
              <a:ahLst/>
              <a:cxnLst/>
              <a:rect l="l" t="t" r="r" b="b"/>
              <a:pathLst>
                <a:path w="8455" h="729" extrusionOk="0">
                  <a:moveTo>
                    <a:pt x="8454" y="728"/>
                  </a:moveTo>
                  <a:lnTo>
                    <a:pt x="1" y="728"/>
                  </a:lnTo>
                  <a:lnTo>
                    <a:pt x="1" y="1"/>
                  </a:lnTo>
                  <a:lnTo>
                    <a:pt x="8454" y="1"/>
                  </a:lnTo>
                  <a:lnTo>
                    <a:pt x="8454" y="7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4301375" y="1578600"/>
              <a:ext cx="336800" cy="360875"/>
            </a:xfrm>
            <a:custGeom>
              <a:avLst/>
              <a:gdLst/>
              <a:ahLst/>
              <a:cxnLst/>
              <a:rect l="l" t="t" r="r" b="b"/>
              <a:pathLst>
                <a:path w="13472" h="14435" extrusionOk="0">
                  <a:moveTo>
                    <a:pt x="11217" y="14434"/>
                  </a:moveTo>
                  <a:lnTo>
                    <a:pt x="11217" y="14434"/>
                  </a:lnTo>
                  <a:lnTo>
                    <a:pt x="2500" y="14434"/>
                  </a:lnTo>
                  <a:lnTo>
                    <a:pt x="2500" y="14434"/>
                  </a:lnTo>
                  <a:lnTo>
                    <a:pt x="2246" y="14425"/>
                  </a:lnTo>
                  <a:lnTo>
                    <a:pt x="2018" y="14407"/>
                  </a:lnTo>
                  <a:lnTo>
                    <a:pt x="1800" y="14380"/>
                  </a:lnTo>
                  <a:lnTo>
                    <a:pt x="1600" y="14343"/>
                  </a:lnTo>
                  <a:lnTo>
                    <a:pt x="1419" y="14289"/>
                  </a:lnTo>
                  <a:lnTo>
                    <a:pt x="1246" y="14234"/>
                  </a:lnTo>
                  <a:lnTo>
                    <a:pt x="1091" y="14171"/>
                  </a:lnTo>
                  <a:lnTo>
                    <a:pt x="946" y="14098"/>
                  </a:lnTo>
                  <a:lnTo>
                    <a:pt x="819" y="14025"/>
                  </a:lnTo>
                  <a:lnTo>
                    <a:pt x="700" y="13934"/>
                  </a:lnTo>
                  <a:lnTo>
                    <a:pt x="591" y="13853"/>
                  </a:lnTo>
                  <a:lnTo>
                    <a:pt x="501" y="13762"/>
                  </a:lnTo>
                  <a:lnTo>
                    <a:pt x="419" y="13662"/>
                  </a:lnTo>
                  <a:lnTo>
                    <a:pt x="346" y="13571"/>
                  </a:lnTo>
                  <a:lnTo>
                    <a:pt x="273" y="13471"/>
                  </a:lnTo>
                  <a:lnTo>
                    <a:pt x="219" y="13371"/>
                  </a:lnTo>
                  <a:lnTo>
                    <a:pt x="173" y="13271"/>
                  </a:lnTo>
                  <a:lnTo>
                    <a:pt x="128" y="13171"/>
                  </a:lnTo>
                  <a:lnTo>
                    <a:pt x="101" y="13071"/>
                  </a:lnTo>
                  <a:lnTo>
                    <a:pt x="73" y="12980"/>
                  </a:lnTo>
                  <a:lnTo>
                    <a:pt x="28" y="12798"/>
                  </a:lnTo>
                  <a:lnTo>
                    <a:pt x="10" y="12635"/>
                  </a:lnTo>
                  <a:lnTo>
                    <a:pt x="1" y="12498"/>
                  </a:lnTo>
                  <a:lnTo>
                    <a:pt x="1" y="12398"/>
                  </a:lnTo>
                  <a:lnTo>
                    <a:pt x="10" y="12307"/>
                  </a:lnTo>
                  <a:lnTo>
                    <a:pt x="10" y="973"/>
                  </a:lnTo>
                  <a:lnTo>
                    <a:pt x="10" y="973"/>
                  </a:lnTo>
                  <a:lnTo>
                    <a:pt x="19" y="873"/>
                  </a:lnTo>
                  <a:lnTo>
                    <a:pt x="28" y="773"/>
                  </a:lnTo>
                  <a:lnTo>
                    <a:pt x="55" y="682"/>
                  </a:lnTo>
                  <a:lnTo>
                    <a:pt x="82" y="591"/>
                  </a:lnTo>
                  <a:lnTo>
                    <a:pt x="128" y="509"/>
                  </a:lnTo>
                  <a:lnTo>
                    <a:pt x="173" y="427"/>
                  </a:lnTo>
                  <a:lnTo>
                    <a:pt x="237" y="355"/>
                  </a:lnTo>
                  <a:lnTo>
                    <a:pt x="291" y="282"/>
                  </a:lnTo>
                  <a:lnTo>
                    <a:pt x="364" y="218"/>
                  </a:lnTo>
                  <a:lnTo>
                    <a:pt x="437" y="164"/>
                  </a:lnTo>
                  <a:lnTo>
                    <a:pt x="519" y="118"/>
                  </a:lnTo>
                  <a:lnTo>
                    <a:pt x="601" y="73"/>
                  </a:lnTo>
                  <a:lnTo>
                    <a:pt x="691" y="46"/>
                  </a:lnTo>
                  <a:lnTo>
                    <a:pt x="782" y="18"/>
                  </a:lnTo>
                  <a:lnTo>
                    <a:pt x="882" y="0"/>
                  </a:lnTo>
                  <a:lnTo>
                    <a:pt x="982" y="0"/>
                  </a:lnTo>
                  <a:lnTo>
                    <a:pt x="12490" y="0"/>
                  </a:lnTo>
                  <a:lnTo>
                    <a:pt x="12490" y="0"/>
                  </a:lnTo>
                  <a:lnTo>
                    <a:pt x="12590" y="0"/>
                  </a:lnTo>
                  <a:lnTo>
                    <a:pt x="12680" y="18"/>
                  </a:lnTo>
                  <a:lnTo>
                    <a:pt x="12771" y="46"/>
                  </a:lnTo>
                  <a:lnTo>
                    <a:pt x="12862" y="73"/>
                  </a:lnTo>
                  <a:lnTo>
                    <a:pt x="12944" y="118"/>
                  </a:lnTo>
                  <a:lnTo>
                    <a:pt x="13026" y="164"/>
                  </a:lnTo>
                  <a:lnTo>
                    <a:pt x="13108" y="218"/>
                  </a:lnTo>
                  <a:lnTo>
                    <a:pt x="13171" y="282"/>
                  </a:lnTo>
                  <a:lnTo>
                    <a:pt x="13235" y="355"/>
                  </a:lnTo>
                  <a:lnTo>
                    <a:pt x="13289" y="427"/>
                  </a:lnTo>
                  <a:lnTo>
                    <a:pt x="13344" y="509"/>
                  </a:lnTo>
                  <a:lnTo>
                    <a:pt x="13380" y="591"/>
                  </a:lnTo>
                  <a:lnTo>
                    <a:pt x="13417" y="682"/>
                  </a:lnTo>
                  <a:lnTo>
                    <a:pt x="13435" y="773"/>
                  </a:lnTo>
                  <a:lnTo>
                    <a:pt x="13453" y="873"/>
                  </a:lnTo>
                  <a:lnTo>
                    <a:pt x="13462" y="973"/>
                  </a:lnTo>
                  <a:lnTo>
                    <a:pt x="13462" y="12171"/>
                  </a:lnTo>
                  <a:lnTo>
                    <a:pt x="13462" y="12171"/>
                  </a:lnTo>
                  <a:lnTo>
                    <a:pt x="13462" y="12262"/>
                  </a:lnTo>
                  <a:lnTo>
                    <a:pt x="13471" y="12380"/>
                  </a:lnTo>
                  <a:lnTo>
                    <a:pt x="13462" y="12526"/>
                  </a:lnTo>
                  <a:lnTo>
                    <a:pt x="13444" y="12689"/>
                  </a:lnTo>
                  <a:lnTo>
                    <a:pt x="13417" y="12889"/>
                  </a:lnTo>
                  <a:lnTo>
                    <a:pt x="13362" y="13089"/>
                  </a:lnTo>
                  <a:lnTo>
                    <a:pt x="13326" y="13198"/>
                  </a:lnTo>
                  <a:lnTo>
                    <a:pt x="13280" y="13298"/>
                  </a:lnTo>
                  <a:lnTo>
                    <a:pt x="13235" y="13407"/>
                  </a:lnTo>
                  <a:lnTo>
                    <a:pt x="13171" y="13507"/>
                  </a:lnTo>
                  <a:lnTo>
                    <a:pt x="13108" y="13616"/>
                  </a:lnTo>
                  <a:lnTo>
                    <a:pt x="13035" y="13716"/>
                  </a:lnTo>
                  <a:lnTo>
                    <a:pt x="12944" y="13816"/>
                  </a:lnTo>
                  <a:lnTo>
                    <a:pt x="12853" y="13907"/>
                  </a:lnTo>
                  <a:lnTo>
                    <a:pt x="12744" y="13998"/>
                  </a:lnTo>
                  <a:lnTo>
                    <a:pt x="12626" y="14080"/>
                  </a:lnTo>
                  <a:lnTo>
                    <a:pt x="12499" y="14153"/>
                  </a:lnTo>
                  <a:lnTo>
                    <a:pt x="12353" y="14225"/>
                  </a:lnTo>
                  <a:lnTo>
                    <a:pt x="12199" y="14280"/>
                  </a:lnTo>
                  <a:lnTo>
                    <a:pt x="12035" y="14334"/>
                  </a:lnTo>
                  <a:lnTo>
                    <a:pt x="11853" y="14380"/>
                  </a:lnTo>
                  <a:lnTo>
                    <a:pt x="11653" y="14407"/>
                  </a:lnTo>
                  <a:lnTo>
                    <a:pt x="11444" y="14425"/>
                  </a:lnTo>
                  <a:lnTo>
                    <a:pt x="11217" y="14434"/>
                  </a:lnTo>
                  <a:lnTo>
                    <a:pt x="11217" y="14434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4267075" y="1538375"/>
              <a:ext cx="413575" cy="70225"/>
            </a:xfrm>
            <a:custGeom>
              <a:avLst/>
              <a:gdLst/>
              <a:ahLst/>
              <a:cxnLst/>
              <a:rect l="l" t="t" r="r" b="b"/>
              <a:pathLst>
                <a:path w="16543" h="2809" extrusionOk="0">
                  <a:moveTo>
                    <a:pt x="16543" y="2809"/>
                  </a:moveTo>
                  <a:lnTo>
                    <a:pt x="0" y="2809"/>
                  </a:lnTo>
                  <a:lnTo>
                    <a:pt x="0" y="0"/>
                  </a:lnTo>
                  <a:lnTo>
                    <a:pt x="16543" y="0"/>
                  </a:lnTo>
                  <a:lnTo>
                    <a:pt x="16543" y="280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4438175" y="1684700"/>
              <a:ext cx="199300" cy="156825"/>
            </a:xfrm>
            <a:custGeom>
              <a:avLst/>
              <a:gdLst/>
              <a:ahLst/>
              <a:cxnLst/>
              <a:rect l="l" t="t" r="r" b="b"/>
              <a:pathLst>
                <a:path w="7972" h="6273" extrusionOk="0">
                  <a:moveTo>
                    <a:pt x="0" y="1"/>
                  </a:moveTo>
                  <a:lnTo>
                    <a:pt x="7972" y="1"/>
                  </a:lnTo>
                  <a:lnTo>
                    <a:pt x="7972" y="6273"/>
                  </a:lnTo>
                  <a:lnTo>
                    <a:pt x="0" y="62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4482475" y="1784250"/>
              <a:ext cx="155000" cy="18200"/>
            </a:xfrm>
            <a:custGeom>
              <a:avLst/>
              <a:gdLst/>
              <a:ahLst/>
              <a:cxnLst/>
              <a:rect l="l" t="t" r="r" b="b"/>
              <a:pathLst>
                <a:path w="6200" h="728" extrusionOk="0">
                  <a:moveTo>
                    <a:pt x="6200" y="727"/>
                  </a:moveTo>
                  <a:lnTo>
                    <a:pt x="1" y="727"/>
                  </a:lnTo>
                  <a:lnTo>
                    <a:pt x="1" y="0"/>
                  </a:lnTo>
                  <a:lnTo>
                    <a:pt x="6200" y="0"/>
                  </a:lnTo>
                  <a:lnTo>
                    <a:pt x="6200" y="7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4482475" y="1722650"/>
              <a:ext cx="155000" cy="18225"/>
            </a:xfrm>
            <a:custGeom>
              <a:avLst/>
              <a:gdLst/>
              <a:ahLst/>
              <a:cxnLst/>
              <a:rect l="l" t="t" r="r" b="b"/>
              <a:pathLst>
                <a:path w="6200" h="729" extrusionOk="0">
                  <a:moveTo>
                    <a:pt x="6200" y="728"/>
                  </a:moveTo>
                  <a:lnTo>
                    <a:pt x="1" y="728"/>
                  </a:lnTo>
                  <a:lnTo>
                    <a:pt x="1" y="1"/>
                  </a:lnTo>
                  <a:lnTo>
                    <a:pt x="6200" y="1"/>
                  </a:lnTo>
                  <a:lnTo>
                    <a:pt x="6200" y="7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3560575" y="635550"/>
              <a:ext cx="202500" cy="607425"/>
            </a:xfrm>
            <a:custGeom>
              <a:avLst/>
              <a:gdLst/>
              <a:ahLst/>
              <a:cxnLst/>
              <a:rect l="l" t="t" r="r" b="b"/>
              <a:pathLst>
                <a:path w="8100" h="24297" extrusionOk="0">
                  <a:moveTo>
                    <a:pt x="1" y="24297"/>
                  </a:moveTo>
                  <a:lnTo>
                    <a:pt x="8100" y="24297"/>
                  </a:lnTo>
                  <a:lnTo>
                    <a:pt x="8100" y="1"/>
                  </a:lnTo>
                  <a:lnTo>
                    <a:pt x="1" y="1"/>
                  </a:lnTo>
                  <a:lnTo>
                    <a:pt x="1" y="2429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3358350" y="838025"/>
              <a:ext cx="607200" cy="202500"/>
            </a:xfrm>
            <a:custGeom>
              <a:avLst/>
              <a:gdLst/>
              <a:ahLst/>
              <a:cxnLst/>
              <a:rect l="l" t="t" r="r" b="b"/>
              <a:pathLst>
                <a:path w="24288" h="8100" extrusionOk="0">
                  <a:moveTo>
                    <a:pt x="24287" y="0"/>
                  </a:moveTo>
                  <a:lnTo>
                    <a:pt x="24287" y="8099"/>
                  </a:lnTo>
                  <a:lnTo>
                    <a:pt x="0" y="8099"/>
                  </a:lnTo>
                  <a:lnTo>
                    <a:pt x="0" y="0"/>
                  </a:lnTo>
                  <a:lnTo>
                    <a:pt x="242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58;p38">
            <a:extLst>
              <a:ext uri="{FF2B5EF4-FFF2-40B4-BE49-F238E27FC236}">
                <a16:creationId xmlns:a16="http://schemas.microsoft.com/office/drawing/2014/main" id="{EA6F26E7-8D1A-97BE-AD19-DFF61BA8F27F}"/>
              </a:ext>
            </a:extLst>
          </p:cNvPr>
          <p:cNvGrpSpPr/>
          <p:nvPr/>
        </p:nvGrpSpPr>
        <p:grpSpPr>
          <a:xfrm>
            <a:off x="6699183" y="1068404"/>
            <a:ext cx="1751797" cy="1690087"/>
            <a:chOff x="856225" y="238125"/>
            <a:chExt cx="5907550" cy="5238750"/>
          </a:xfrm>
        </p:grpSpPr>
        <p:sp>
          <p:nvSpPr>
            <p:cNvPr id="3" name="Google Shape;1759;p38">
              <a:extLst>
                <a:ext uri="{FF2B5EF4-FFF2-40B4-BE49-F238E27FC236}">
                  <a16:creationId xmlns:a16="http://schemas.microsoft.com/office/drawing/2014/main" id="{CA675F63-B884-669B-3088-BCEEBF09E0D4}"/>
                </a:ext>
              </a:extLst>
            </p:cNvPr>
            <p:cNvSpPr/>
            <p:nvPr/>
          </p:nvSpPr>
          <p:spPr>
            <a:xfrm>
              <a:off x="856225" y="4632825"/>
              <a:ext cx="5907550" cy="844050"/>
            </a:xfrm>
            <a:custGeom>
              <a:avLst/>
              <a:gdLst/>
              <a:ahLst/>
              <a:cxnLst/>
              <a:rect l="l" t="t" r="r" b="b"/>
              <a:pathLst>
                <a:path w="236302" h="33762" extrusionOk="0">
                  <a:moveTo>
                    <a:pt x="115104" y="1"/>
                  </a:moveTo>
                  <a:lnTo>
                    <a:pt x="112071" y="27"/>
                  </a:lnTo>
                  <a:lnTo>
                    <a:pt x="109063" y="53"/>
                  </a:lnTo>
                  <a:lnTo>
                    <a:pt x="106069" y="92"/>
                  </a:lnTo>
                  <a:lnTo>
                    <a:pt x="103101" y="131"/>
                  </a:lnTo>
                  <a:lnTo>
                    <a:pt x="100159" y="197"/>
                  </a:lnTo>
                  <a:lnTo>
                    <a:pt x="97230" y="262"/>
                  </a:lnTo>
                  <a:lnTo>
                    <a:pt x="94340" y="341"/>
                  </a:lnTo>
                  <a:lnTo>
                    <a:pt x="91464" y="432"/>
                  </a:lnTo>
                  <a:lnTo>
                    <a:pt x="88626" y="537"/>
                  </a:lnTo>
                  <a:lnTo>
                    <a:pt x="85802" y="641"/>
                  </a:lnTo>
                  <a:lnTo>
                    <a:pt x="83017" y="759"/>
                  </a:lnTo>
                  <a:lnTo>
                    <a:pt x="80258" y="890"/>
                  </a:lnTo>
                  <a:lnTo>
                    <a:pt x="77525" y="1021"/>
                  </a:lnTo>
                  <a:lnTo>
                    <a:pt x="74832" y="1178"/>
                  </a:lnTo>
                  <a:lnTo>
                    <a:pt x="72164" y="1321"/>
                  </a:lnTo>
                  <a:lnTo>
                    <a:pt x="69523" y="1491"/>
                  </a:lnTo>
                  <a:lnTo>
                    <a:pt x="66921" y="1661"/>
                  </a:lnTo>
                  <a:lnTo>
                    <a:pt x="64358" y="1844"/>
                  </a:lnTo>
                  <a:lnTo>
                    <a:pt x="61834" y="2041"/>
                  </a:lnTo>
                  <a:lnTo>
                    <a:pt x="59337" y="2237"/>
                  </a:lnTo>
                  <a:lnTo>
                    <a:pt x="56879" y="2446"/>
                  </a:lnTo>
                  <a:lnTo>
                    <a:pt x="54473" y="2655"/>
                  </a:lnTo>
                  <a:lnTo>
                    <a:pt x="52093" y="2877"/>
                  </a:lnTo>
                  <a:lnTo>
                    <a:pt x="49753" y="3113"/>
                  </a:lnTo>
                  <a:lnTo>
                    <a:pt x="47451" y="3348"/>
                  </a:lnTo>
                  <a:lnTo>
                    <a:pt x="45202" y="3597"/>
                  </a:lnTo>
                  <a:lnTo>
                    <a:pt x="42993" y="3858"/>
                  </a:lnTo>
                  <a:lnTo>
                    <a:pt x="40822" y="4120"/>
                  </a:lnTo>
                  <a:lnTo>
                    <a:pt x="38704" y="4381"/>
                  </a:lnTo>
                  <a:lnTo>
                    <a:pt x="36638" y="4656"/>
                  </a:lnTo>
                  <a:lnTo>
                    <a:pt x="34598" y="4943"/>
                  </a:lnTo>
                  <a:lnTo>
                    <a:pt x="32624" y="5231"/>
                  </a:lnTo>
                  <a:lnTo>
                    <a:pt x="30688" y="5532"/>
                  </a:lnTo>
                  <a:lnTo>
                    <a:pt x="28806" y="5832"/>
                  </a:lnTo>
                  <a:lnTo>
                    <a:pt x="26975" y="6146"/>
                  </a:lnTo>
                  <a:lnTo>
                    <a:pt x="25197" y="6460"/>
                  </a:lnTo>
                  <a:lnTo>
                    <a:pt x="23471" y="6787"/>
                  </a:lnTo>
                  <a:lnTo>
                    <a:pt x="21797" y="7114"/>
                  </a:lnTo>
                  <a:lnTo>
                    <a:pt x="20176" y="7441"/>
                  </a:lnTo>
                  <a:lnTo>
                    <a:pt x="18607" y="7781"/>
                  </a:lnTo>
                  <a:lnTo>
                    <a:pt x="17103" y="8134"/>
                  </a:lnTo>
                  <a:lnTo>
                    <a:pt x="15651" y="8474"/>
                  </a:lnTo>
                  <a:lnTo>
                    <a:pt x="14252" y="8840"/>
                  </a:lnTo>
                  <a:lnTo>
                    <a:pt x="12919" y="9193"/>
                  </a:lnTo>
                  <a:lnTo>
                    <a:pt x="11650" y="9559"/>
                  </a:lnTo>
                  <a:lnTo>
                    <a:pt x="10434" y="9938"/>
                  </a:lnTo>
                  <a:lnTo>
                    <a:pt x="9284" y="10304"/>
                  </a:lnTo>
                  <a:lnTo>
                    <a:pt x="8185" y="10697"/>
                  </a:lnTo>
                  <a:lnTo>
                    <a:pt x="7165" y="11076"/>
                  </a:lnTo>
                  <a:lnTo>
                    <a:pt x="6198" y="11468"/>
                  </a:lnTo>
                  <a:lnTo>
                    <a:pt x="5309" y="11860"/>
                  </a:lnTo>
                  <a:lnTo>
                    <a:pt x="4890" y="12056"/>
                  </a:lnTo>
                  <a:lnTo>
                    <a:pt x="4485" y="12266"/>
                  </a:lnTo>
                  <a:lnTo>
                    <a:pt x="4093" y="12462"/>
                  </a:lnTo>
                  <a:lnTo>
                    <a:pt x="3713" y="12658"/>
                  </a:lnTo>
                  <a:lnTo>
                    <a:pt x="3360" y="12867"/>
                  </a:lnTo>
                  <a:lnTo>
                    <a:pt x="3020" y="13063"/>
                  </a:lnTo>
                  <a:lnTo>
                    <a:pt x="2707" y="13273"/>
                  </a:lnTo>
                  <a:lnTo>
                    <a:pt x="2393" y="13482"/>
                  </a:lnTo>
                  <a:lnTo>
                    <a:pt x="2105" y="13691"/>
                  </a:lnTo>
                  <a:lnTo>
                    <a:pt x="1844" y="13887"/>
                  </a:lnTo>
                  <a:lnTo>
                    <a:pt x="1595" y="14096"/>
                  </a:lnTo>
                  <a:lnTo>
                    <a:pt x="1360" y="14305"/>
                  </a:lnTo>
                  <a:lnTo>
                    <a:pt x="1138" y="14515"/>
                  </a:lnTo>
                  <a:lnTo>
                    <a:pt x="941" y="14737"/>
                  </a:lnTo>
                  <a:lnTo>
                    <a:pt x="771" y="14946"/>
                  </a:lnTo>
                  <a:lnTo>
                    <a:pt x="601" y="15155"/>
                  </a:lnTo>
                  <a:lnTo>
                    <a:pt x="458" y="15365"/>
                  </a:lnTo>
                  <a:lnTo>
                    <a:pt x="340" y="15587"/>
                  </a:lnTo>
                  <a:lnTo>
                    <a:pt x="235" y="15796"/>
                  </a:lnTo>
                  <a:lnTo>
                    <a:pt x="144" y="16018"/>
                  </a:lnTo>
                  <a:lnTo>
                    <a:pt x="78" y="16228"/>
                  </a:lnTo>
                  <a:lnTo>
                    <a:pt x="39" y="16450"/>
                  </a:lnTo>
                  <a:lnTo>
                    <a:pt x="0" y="16659"/>
                  </a:lnTo>
                  <a:lnTo>
                    <a:pt x="0" y="16881"/>
                  </a:lnTo>
                  <a:lnTo>
                    <a:pt x="0" y="17104"/>
                  </a:lnTo>
                  <a:lnTo>
                    <a:pt x="39" y="17313"/>
                  </a:lnTo>
                  <a:lnTo>
                    <a:pt x="78" y="17535"/>
                  </a:lnTo>
                  <a:lnTo>
                    <a:pt x="144" y="17744"/>
                  </a:lnTo>
                  <a:lnTo>
                    <a:pt x="235" y="17967"/>
                  </a:lnTo>
                  <a:lnTo>
                    <a:pt x="340" y="18176"/>
                  </a:lnTo>
                  <a:lnTo>
                    <a:pt x="458" y="18398"/>
                  </a:lnTo>
                  <a:lnTo>
                    <a:pt x="601" y="18607"/>
                  </a:lnTo>
                  <a:lnTo>
                    <a:pt x="771" y="18817"/>
                  </a:lnTo>
                  <a:lnTo>
                    <a:pt x="941" y="19026"/>
                  </a:lnTo>
                  <a:lnTo>
                    <a:pt x="1138" y="19248"/>
                  </a:lnTo>
                  <a:lnTo>
                    <a:pt x="1360" y="19457"/>
                  </a:lnTo>
                  <a:lnTo>
                    <a:pt x="1595" y="19666"/>
                  </a:lnTo>
                  <a:lnTo>
                    <a:pt x="1844" y="19863"/>
                  </a:lnTo>
                  <a:lnTo>
                    <a:pt x="2105" y="20072"/>
                  </a:lnTo>
                  <a:lnTo>
                    <a:pt x="2393" y="20281"/>
                  </a:lnTo>
                  <a:lnTo>
                    <a:pt x="2707" y="20490"/>
                  </a:lnTo>
                  <a:lnTo>
                    <a:pt x="3020" y="20686"/>
                  </a:lnTo>
                  <a:lnTo>
                    <a:pt x="3360" y="20896"/>
                  </a:lnTo>
                  <a:lnTo>
                    <a:pt x="3713" y="21105"/>
                  </a:lnTo>
                  <a:lnTo>
                    <a:pt x="4093" y="21301"/>
                  </a:lnTo>
                  <a:lnTo>
                    <a:pt x="4485" y="21497"/>
                  </a:lnTo>
                  <a:lnTo>
                    <a:pt x="4890" y="21706"/>
                  </a:lnTo>
                  <a:lnTo>
                    <a:pt x="5309" y="21902"/>
                  </a:lnTo>
                  <a:lnTo>
                    <a:pt x="6198" y="22295"/>
                  </a:lnTo>
                  <a:lnTo>
                    <a:pt x="7165" y="22687"/>
                  </a:lnTo>
                  <a:lnTo>
                    <a:pt x="8185" y="23066"/>
                  </a:lnTo>
                  <a:lnTo>
                    <a:pt x="9284" y="23445"/>
                  </a:lnTo>
                  <a:lnTo>
                    <a:pt x="10434" y="23825"/>
                  </a:lnTo>
                  <a:lnTo>
                    <a:pt x="11650" y="24204"/>
                  </a:lnTo>
                  <a:lnTo>
                    <a:pt x="12919" y="24570"/>
                  </a:lnTo>
                  <a:lnTo>
                    <a:pt x="14252" y="24923"/>
                  </a:lnTo>
                  <a:lnTo>
                    <a:pt x="15651" y="25276"/>
                  </a:lnTo>
                  <a:lnTo>
                    <a:pt x="17103" y="25629"/>
                  </a:lnTo>
                  <a:lnTo>
                    <a:pt x="18607" y="25982"/>
                  </a:lnTo>
                  <a:lnTo>
                    <a:pt x="20176" y="26322"/>
                  </a:lnTo>
                  <a:lnTo>
                    <a:pt x="21797" y="26649"/>
                  </a:lnTo>
                  <a:lnTo>
                    <a:pt x="23471" y="26976"/>
                  </a:lnTo>
                  <a:lnTo>
                    <a:pt x="25197" y="27303"/>
                  </a:lnTo>
                  <a:lnTo>
                    <a:pt x="26975" y="27616"/>
                  </a:lnTo>
                  <a:lnTo>
                    <a:pt x="28806" y="27930"/>
                  </a:lnTo>
                  <a:lnTo>
                    <a:pt x="30688" y="28231"/>
                  </a:lnTo>
                  <a:lnTo>
                    <a:pt x="32624" y="28532"/>
                  </a:lnTo>
                  <a:lnTo>
                    <a:pt x="34598" y="28819"/>
                  </a:lnTo>
                  <a:lnTo>
                    <a:pt x="36638" y="29094"/>
                  </a:lnTo>
                  <a:lnTo>
                    <a:pt x="38704" y="29369"/>
                  </a:lnTo>
                  <a:lnTo>
                    <a:pt x="40822" y="29643"/>
                  </a:lnTo>
                  <a:lnTo>
                    <a:pt x="42993" y="29905"/>
                  </a:lnTo>
                  <a:lnTo>
                    <a:pt x="45202" y="30153"/>
                  </a:lnTo>
                  <a:lnTo>
                    <a:pt x="47451" y="30402"/>
                  </a:lnTo>
                  <a:lnTo>
                    <a:pt x="49753" y="30650"/>
                  </a:lnTo>
                  <a:lnTo>
                    <a:pt x="52093" y="30872"/>
                  </a:lnTo>
                  <a:lnTo>
                    <a:pt x="54473" y="31095"/>
                  </a:lnTo>
                  <a:lnTo>
                    <a:pt x="56879" y="31317"/>
                  </a:lnTo>
                  <a:lnTo>
                    <a:pt x="59337" y="31526"/>
                  </a:lnTo>
                  <a:lnTo>
                    <a:pt x="61834" y="31722"/>
                  </a:lnTo>
                  <a:lnTo>
                    <a:pt x="64358" y="31918"/>
                  </a:lnTo>
                  <a:lnTo>
                    <a:pt x="66921" y="32101"/>
                  </a:lnTo>
                  <a:lnTo>
                    <a:pt x="69523" y="32271"/>
                  </a:lnTo>
                  <a:lnTo>
                    <a:pt x="72164" y="32428"/>
                  </a:lnTo>
                  <a:lnTo>
                    <a:pt x="74832" y="32585"/>
                  </a:lnTo>
                  <a:lnTo>
                    <a:pt x="77525" y="32729"/>
                  </a:lnTo>
                  <a:lnTo>
                    <a:pt x="80258" y="32873"/>
                  </a:lnTo>
                  <a:lnTo>
                    <a:pt x="83017" y="33004"/>
                  </a:lnTo>
                  <a:lnTo>
                    <a:pt x="85802" y="33121"/>
                  </a:lnTo>
                  <a:lnTo>
                    <a:pt x="88626" y="33226"/>
                  </a:lnTo>
                  <a:lnTo>
                    <a:pt x="91464" y="33331"/>
                  </a:lnTo>
                  <a:lnTo>
                    <a:pt x="94340" y="33422"/>
                  </a:lnTo>
                  <a:lnTo>
                    <a:pt x="97230" y="33500"/>
                  </a:lnTo>
                  <a:lnTo>
                    <a:pt x="100159" y="33566"/>
                  </a:lnTo>
                  <a:lnTo>
                    <a:pt x="103101" y="33618"/>
                  </a:lnTo>
                  <a:lnTo>
                    <a:pt x="106069" y="33670"/>
                  </a:lnTo>
                  <a:lnTo>
                    <a:pt x="109063" y="33710"/>
                  </a:lnTo>
                  <a:lnTo>
                    <a:pt x="112071" y="33736"/>
                  </a:lnTo>
                  <a:lnTo>
                    <a:pt x="115104" y="33749"/>
                  </a:lnTo>
                  <a:lnTo>
                    <a:pt x="118151" y="33762"/>
                  </a:lnTo>
                  <a:lnTo>
                    <a:pt x="121198" y="33749"/>
                  </a:lnTo>
                  <a:lnTo>
                    <a:pt x="124231" y="33736"/>
                  </a:lnTo>
                  <a:lnTo>
                    <a:pt x="127239" y="33710"/>
                  </a:lnTo>
                  <a:lnTo>
                    <a:pt x="130233" y="33670"/>
                  </a:lnTo>
                  <a:lnTo>
                    <a:pt x="133201" y="33618"/>
                  </a:lnTo>
                  <a:lnTo>
                    <a:pt x="136143" y="33566"/>
                  </a:lnTo>
                  <a:lnTo>
                    <a:pt x="139072" y="33500"/>
                  </a:lnTo>
                  <a:lnTo>
                    <a:pt x="141962" y="33422"/>
                  </a:lnTo>
                  <a:lnTo>
                    <a:pt x="144838" y="33331"/>
                  </a:lnTo>
                  <a:lnTo>
                    <a:pt x="147676" y="33226"/>
                  </a:lnTo>
                  <a:lnTo>
                    <a:pt x="150500" y="33121"/>
                  </a:lnTo>
                  <a:lnTo>
                    <a:pt x="153285" y="33004"/>
                  </a:lnTo>
                  <a:lnTo>
                    <a:pt x="156044" y="32873"/>
                  </a:lnTo>
                  <a:lnTo>
                    <a:pt x="158777" y="32729"/>
                  </a:lnTo>
                  <a:lnTo>
                    <a:pt x="161470" y="32585"/>
                  </a:lnTo>
                  <a:lnTo>
                    <a:pt x="164138" y="32428"/>
                  </a:lnTo>
                  <a:lnTo>
                    <a:pt x="166779" y="32271"/>
                  </a:lnTo>
                  <a:lnTo>
                    <a:pt x="169381" y="32101"/>
                  </a:lnTo>
                  <a:lnTo>
                    <a:pt x="171944" y="31918"/>
                  </a:lnTo>
                  <a:lnTo>
                    <a:pt x="174468" y="31722"/>
                  </a:lnTo>
                  <a:lnTo>
                    <a:pt x="176965" y="31526"/>
                  </a:lnTo>
                  <a:lnTo>
                    <a:pt x="179423" y="31317"/>
                  </a:lnTo>
                  <a:lnTo>
                    <a:pt x="181842" y="31095"/>
                  </a:lnTo>
                  <a:lnTo>
                    <a:pt x="184209" y="30872"/>
                  </a:lnTo>
                  <a:lnTo>
                    <a:pt x="186549" y="30650"/>
                  </a:lnTo>
                  <a:lnTo>
                    <a:pt x="188851" y="30402"/>
                  </a:lnTo>
                  <a:lnTo>
                    <a:pt x="191100" y="30153"/>
                  </a:lnTo>
                  <a:lnTo>
                    <a:pt x="193309" y="29905"/>
                  </a:lnTo>
                  <a:lnTo>
                    <a:pt x="195480" y="29643"/>
                  </a:lnTo>
                  <a:lnTo>
                    <a:pt x="197598" y="29369"/>
                  </a:lnTo>
                  <a:lnTo>
                    <a:pt x="199677" y="29094"/>
                  </a:lnTo>
                  <a:lnTo>
                    <a:pt x="201704" y="28819"/>
                  </a:lnTo>
                  <a:lnTo>
                    <a:pt x="203678" y="28532"/>
                  </a:lnTo>
                  <a:lnTo>
                    <a:pt x="205614" y="28231"/>
                  </a:lnTo>
                  <a:lnTo>
                    <a:pt x="207496" y="27930"/>
                  </a:lnTo>
                  <a:lnTo>
                    <a:pt x="209327" y="27616"/>
                  </a:lnTo>
                  <a:lnTo>
                    <a:pt x="211105" y="27303"/>
                  </a:lnTo>
                  <a:lnTo>
                    <a:pt x="212831" y="26976"/>
                  </a:lnTo>
                  <a:lnTo>
                    <a:pt x="214505" y="26649"/>
                  </a:lnTo>
                  <a:lnTo>
                    <a:pt x="216126" y="26322"/>
                  </a:lnTo>
                  <a:lnTo>
                    <a:pt x="217695" y="25982"/>
                  </a:lnTo>
                  <a:lnTo>
                    <a:pt x="219199" y="25629"/>
                  </a:lnTo>
                  <a:lnTo>
                    <a:pt x="220651" y="25276"/>
                  </a:lnTo>
                  <a:lnTo>
                    <a:pt x="222050" y="24923"/>
                  </a:lnTo>
                  <a:lnTo>
                    <a:pt x="223383" y="24570"/>
                  </a:lnTo>
                  <a:lnTo>
                    <a:pt x="224652" y="24204"/>
                  </a:lnTo>
                  <a:lnTo>
                    <a:pt x="225868" y="23825"/>
                  </a:lnTo>
                  <a:lnTo>
                    <a:pt x="227018" y="23445"/>
                  </a:lnTo>
                  <a:lnTo>
                    <a:pt x="228117" y="23066"/>
                  </a:lnTo>
                  <a:lnTo>
                    <a:pt x="229137" y="22687"/>
                  </a:lnTo>
                  <a:lnTo>
                    <a:pt x="230104" y="22295"/>
                  </a:lnTo>
                  <a:lnTo>
                    <a:pt x="230993" y="21902"/>
                  </a:lnTo>
                  <a:lnTo>
                    <a:pt x="231425" y="21706"/>
                  </a:lnTo>
                  <a:lnTo>
                    <a:pt x="231830" y="21497"/>
                  </a:lnTo>
                  <a:lnTo>
                    <a:pt x="232209" y="21301"/>
                  </a:lnTo>
                  <a:lnTo>
                    <a:pt x="232589" y="21105"/>
                  </a:lnTo>
                  <a:lnTo>
                    <a:pt x="232942" y="20896"/>
                  </a:lnTo>
                  <a:lnTo>
                    <a:pt x="233282" y="20686"/>
                  </a:lnTo>
                  <a:lnTo>
                    <a:pt x="233608" y="20490"/>
                  </a:lnTo>
                  <a:lnTo>
                    <a:pt x="233909" y="20281"/>
                  </a:lnTo>
                  <a:lnTo>
                    <a:pt x="234197" y="20072"/>
                  </a:lnTo>
                  <a:lnTo>
                    <a:pt x="234458" y="19863"/>
                  </a:lnTo>
                  <a:lnTo>
                    <a:pt x="234720" y="19666"/>
                  </a:lnTo>
                  <a:lnTo>
                    <a:pt x="234942" y="19457"/>
                  </a:lnTo>
                  <a:lnTo>
                    <a:pt x="235164" y="19248"/>
                  </a:lnTo>
                  <a:lnTo>
                    <a:pt x="235361" y="19026"/>
                  </a:lnTo>
                  <a:lnTo>
                    <a:pt x="235544" y="18817"/>
                  </a:lnTo>
                  <a:lnTo>
                    <a:pt x="235701" y="18607"/>
                  </a:lnTo>
                  <a:lnTo>
                    <a:pt x="235844" y="18398"/>
                  </a:lnTo>
                  <a:lnTo>
                    <a:pt x="235962" y="18176"/>
                  </a:lnTo>
                  <a:lnTo>
                    <a:pt x="236067" y="17967"/>
                  </a:lnTo>
                  <a:lnTo>
                    <a:pt x="236158" y="17744"/>
                  </a:lnTo>
                  <a:lnTo>
                    <a:pt x="236224" y="17535"/>
                  </a:lnTo>
                  <a:lnTo>
                    <a:pt x="236276" y="17313"/>
                  </a:lnTo>
                  <a:lnTo>
                    <a:pt x="236302" y="17104"/>
                  </a:lnTo>
                  <a:lnTo>
                    <a:pt x="236302" y="16881"/>
                  </a:lnTo>
                  <a:lnTo>
                    <a:pt x="236302" y="16659"/>
                  </a:lnTo>
                  <a:lnTo>
                    <a:pt x="236276" y="16450"/>
                  </a:lnTo>
                  <a:lnTo>
                    <a:pt x="236224" y="16228"/>
                  </a:lnTo>
                  <a:lnTo>
                    <a:pt x="236158" y="16018"/>
                  </a:lnTo>
                  <a:lnTo>
                    <a:pt x="236067" y="15796"/>
                  </a:lnTo>
                  <a:lnTo>
                    <a:pt x="235962" y="15587"/>
                  </a:lnTo>
                  <a:lnTo>
                    <a:pt x="235844" y="15365"/>
                  </a:lnTo>
                  <a:lnTo>
                    <a:pt x="235701" y="15155"/>
                  </a:lnTo>
                  <a:lnTo>
                    <a:pt x="235544" y="14946"/>
                  </a:lnTo>
                  <a:lnTo>
                    <a:pt x="235361" y="14737"/>
                  </a:lnTo>
                  <a:lnTo>
                    <a:pt x="235164" y="14515"/>
                  </a:lnTo>
                  <a:lnTo>
                    <a:pt x="234942" y="14305"/>
                  </a:lnTo>
                  <a:lnTo>
                    <a:pt x="234720" y="14096"/>
                  </a:lnTo>
                  <a:lnTo>
                    <a:pt x="234458" y="13887"/>
                  </a:lnTo>
                  <a:lnTo>
                    <a:pt x="234197" y="13691"/>
                  </a:lnTo>
                  <a:lnTo>
                    <a:pt x="233909" y="13482"/>
                  </a:lnTo>
                  <a:lnTo>
                    <a:pt x="233608" y="13273"/>
                  </a:lnTo>
                  <a:lnTo>
                    <a:pt x="233282" y="13063"/>
                  </a:lnTo>
                  <a:lnTo>
                    <a:pt x="232942" y="12867"/>
                  </a:lnTo>
                  <a:lnTo>
                    <a:pt x="232589" y="12658"/>
                  </a:lnTo>
                  <a:lnTo>
                    <a:pt x="232209" y="12462"/>
                  </a:lnTo>
                  <a:lnTo>
                    <a:pt x="231830" y="12266"/>
                  </a:lnTo>
                  <a:lnTo>
                    <a:pt x="231425" y="12056"/>
                  </a:lnTo>
                  <a:lnTo>
                    <a:pt x="230993" y="11860"/>
                  </a:lnTo>
                  <a:lnTo>
                    <a:pt x="230104" y="11468"/>
                  </a:lnTo>
                  <a:lnTo>
                    <a:pt x="229137" y="11076"/>
                  </a:lnTo>
                  <a:lnTo>
                    <a:pt x="228117" y="10697"/>
                  </a:lnTo>
                  <a:lnTo>
                    <a:pt x="227018" y="10304"/>
                  </a:lnTo>
                  <a:lnTo>
                    <a:pt x="225868" y="9938"/>
                  </a:lnTo>
                  <a:lnTo>
                    <a:pt x="224652" y="9559"/>
                  </a:lnTo>
                  <a:lnTo>
                    <a:pt x="223383" y="9193"/>
                  </a:lnTo>
                  <a:lnTo>
                    <a:pt x="222050" y="8840"/>
                  </a:lnTo>
                  <a:lnTo>
                    <a:pt x="220651" y="8474"/>
                  </a:lnTo>
                  <a:lnTo>
                    <a:pt x="219199" y="8134"/>
                  </a:lnTo>
                  <a:lnTo>
                    <a:pt x="217695" y="7781"/>
                  </a:lnTo>
                  <a:lnTo>
                    <a:pt x="216126" y="7441"/>
                  </a:lnTo>
                  <a:lnTo>
                    <a:pt x="214505" y="7114"/>
                  </a:lnTo>
                  <a:lnTo>
                    <a:pt x="212831" y="6787"/>
                  </a:lnTo>
                  <a:lnTo>
                    <a:pt x="211105" y="6460"/>
                  </a:lnTo>
                  <a:lnTo>
                    <a:pt x="209327" y="6146"/>
                  </a:lnTo>
                  <a:lnTo>
                    <a:pt x="207496" y="5832"/>
                  </a:lnTo>
                  <a:lnTo>
                    <a:pt x="205614" y="5532"/>
                  </a:lnTo>
                  <a:lnTo>
                    <a:pt x="203678" y="5231"/>
                  </a:lnTo>
                  <a:lnTo>
                    <a:pt x="201704" y="4943"/>
                  </a:lnTo>
                  <a:lnTo>
                    <a:pt x="199677" y="4656"/>
                  </a:lnTo>
                  <a:lnTo>
                    <a:pt x="197598" y="4381"/>
                  </a:lnTo>
                  <a:lnTo>
                    <a:pt x="195480" y="4120"/>
                  </a:lnTo>
                  <a:lnTo>
                    <a:pt x="193309" y="3858"/>
                  </a:lnTo>
                  <a:lnTo>
                    <a:pt x="191100" y="3597"/>
                  </a:lnTo>
                  <a:lnTo>
                    <a:pt x="188851" y="3348"/>
                  </a:lnTo>
                  <a:lnTo>
                    <a:pt x="186549" y="3113"/>
                  </a:lnTo>
                  <a:lnTo>
                    <a:pt x="184209" y="2877"/>
                  </a:lnTo>
                  <a:lnTo>
                    <a:pt x="181842" y="2655"/>
                  </a:lnTo>
                  <a:lnTo>
                    <a:pt x="179423" y="2446"/>
                  </a:lnTo>
                  <a:lnTo>
                    <a:pt x="176965" y="2237"/>
                  </a:lnTo>
                  <a:lnTo>
                    <a:pt x="174468" y="2041"/>
                  </a:lnTo>
                  <a:lnTo>
                    <a:pt x="171944" y="1844"/>
                  </a:lnTo>
                  <a:lnTo>
                    <a:pt x="169381" y="1661"/>
                  </a:lnTo>
                  <a:lnTo>
                    <a:pt x="166779" y="1491"/>
                  </a:lnTo>
                  <a:lnTo>
                    <a:pt x="164138" y="1321"/>
                  </a:lnTo>
                  <a:lnTo>
                    <a:pt x="161470" y="1178"/>
                  </a:lnTo>
                  <a:lnTo>
                    <a:pt x="158777" y="1021"/>
                  </a:lnTo>
                  <a:lnTo>
                    <a:pt x="156044" y="890"/>
                  </a:lnTo>
                  <a:lnTo>
                    <a:pt x="153285" y="759"/>
                  </a:lnTo>
                  <a:lnTo>
                    <a:pt x="150500" y="641"/>
                  </a:lnTo>
                  <a:lnTo>
                    <a:pt x="147676" y="537"/>
                  </a:lnTo>
                  <a:lnTo>
                    <a:pt x="144838" y="432"/>
                  </a:lnTo>
                  <a:lnTo>
                    <a:pt x="141962" y="341"/>
                  </a:lnTo>
                  <a:lnTo>
                    <a:pt x="139072" y="262"/>
                  </a:lnTo>
                  <a:lnTo>
                    <a:pt x="136143" y="197"/>
                  </a:lnTo>
                  <a:lnTo>
                    <a:pt x="133201" y="131"/>
                  </a:lnTo>
                  <a:lnTo>
                    <a:pt x="130233" y="92"/>
                  </a:lnTo>
                  <a:lnTo>
                    <a:pt x="127239" y="53"/>
                  </a:lnTo>
                  <a:lnTo>
                    <a:pt x="124231" y="27"/>
                  </a:lnTo>
                  <a:lnTo>
                    <a:pt x="121198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60;p38">
              <a:extLst>
                <a:ext uri="{FF2B5EF4-FFF2-40B4-BE49-F238E27FC236}">
                  <a16:creationId xmlns:a16="http://schemas.microsoft.com/office/drawing/2014/main" id="{6F4258DC-1411-16F8-3967-798C6D85B933}"/>
                </a:ext>
              </a:extLst>
            </p:cNvPr>
            <p:cNvSpPr/>
            <p:nvPr/>
          </p:nvSpPr>
          <p:spPr>
            <a:xfrm>
              <a:off x="4930575" y="3183725"/>
              <a:ext cx="1177800" cy="1356625"/>
            </a:xfrm>
            <a:custGeom>
              <a:avLst/>
              <a:gdLst/>
              <a:ahLst/>
              <a:cxnLst/>
              <a:rect l="l" t="t" r="r" b="b"/>
              <a:pathLst>
                <a:path w="47112" h="54265" extrusionOk="0">
                  <a:moveTo>
                    <a:pt x="44483" y="0"/>
                  </a:moveTo>
                  <a:lnTo>
                    <a:pt x="44300" y="14"/>
                  </a:lnTo>
                  <a:lnTo>
                    <a:pt x="44130" y="40"/>
                  </a:lnTo>
                  <a:lnTo>
                    <a:pt x="43960" y="105"/>
                  </a:lnTo>
                  <a:lnTo>
                    <a:pt x="43803" y="197"/>
                  </a:lnTo>
                  <a:lnTo>
                    <a:pt x="43738" y="249"/>
                  </a:lnTo>
                  <a:lnTo>
                    <a:pt x="43660" y="314"/>
                  </a:lnTo>
                  <a:lnTo>
                    <a:pt x="43594" y="393"/>
                  </a:lnTo>
                  <a:lnTo>
                    <a:pt x="43542" y="471"/>
                  </a:lnTo>
                  <a:lnTo>
                    <a:pt x="43476" y="550"/>
                  </a:lnTo>
                  <a:lnTo>
                    <a:pt x="43424" y="654"/>
                  </a:lnTo>
                  <a:lnTo>
                    <a:pt x="43385" y="746"/>
                  </a:lnTo>
                  <a:lnTo>
                    <a:pt x="43346" y="863"/>
                  </a:lnTo>
                  <a:lnTo>
                    <a:pt x="42718" y="2746"/>
                  </a:lnTo>
                  <a:lnTo>
                    <a:pt x="42064" y="4655"/>
                  </a:lnTo>
                  <a:lnTo>
                    <a:pt x="41371" y="6564"/>
                  </a:lnTo>
                  <a:lnTo>
                    <a:pt x="41005" y="7519"/>
                  </a:lnTo>
                  <a:lnTo>
                    <a:pt x="40639" y="8473"/>
                  </a:lnTo>
                  <a:lnTo>
                    <a:pt x="40273" y="9428"/>
                  </a:lnTo>
                  <a:lnTo>
                    <a:pt x="39881" y="10383"/>
                  </a:lnTo>
                  <a:lnTo>
                    <a:pt x="39488" y="11337"/>
                  </a:lnTo>
                  <a:lnTo>
                    <a:pt x="39083" y="12278"/>
                  </a:lnTo>
                  <a:lnTo>
                    <a:pt x="38665" y="13233"/>
                  </a:lnTo>
                  <a:lnTo>
                    <a:pt x="38246" y="14174"/>
                  </a:lnTo>
                  <a:lnTo>
                    <a:pt x="37815" y="15116"/>
                  </a:lnTo>
                  <a:lnTo>
                    <a:pt x="37370" y="16057"/>
                  </a:lnTo>
                  <a:lnTo>
                    <a:pt x="36912" y="16986"/>
                  </a:lnTo>
                  <a:lnTo>
                    <a:pt x="36442" y="17914"/>
                  </a:lnTo>
                  <a:lnTo>
                    <a:pt x="35971" y="18829"/>
                  </a:lnTo>
                  <a:lnTo>
                    <a:pt x="35487" y="19745"/>
                  </a:lnTo>
                  <a:lnTo>
                    <a:pt x="34990" y="20660"/>
                  </a:lnTo>
                  <a:lnTo>
                    <a:pt x="34480" y="21549"/>
                  </a:lnTo>
                  <a:lnTo>
                    <a:pt x="33957" y="22438"/>
                  </a:lnTo>
                  <a:lnTo>
                    <a:pt x="33434" y="23327"/>
                  </a:lnTo>
                  <a:lnTo>
                    <a:pt x="32885" y="24203"/>
                  </a:lnTo>
                  <a:lnTo>
                    <a:pt x="32336" y="25066"/>
                  </a:lnTo>
                  <a:lnTo>
                    <a:pt x="31774" y="25916"/>
                  </a:lnTo>
                  <a:lnTo>
                    <a:pt x="31185" y="26753"/>
                  </a:lnTo>
                  <a:lnTo>
                    <a:pt x="30597" y="27590"/>
                  </a:lnTo>
                  <a:lnTo>
                    <a:pt x="29996" y="28401"/>
                  </a:lnTo>
                  <a:lnTo>
                    <a:pt x="29381" y="29211"/>
                  </a:lnTo>
                  <a:lnTo>
                    <a:pt x="28753" y="29996"/>
                  </a:lnTo>
                  <a:lnTo>
                    <a:pt x="28126" y="30767"/>
                  </a:lnTo>
                  <a:lnTo>
                    <a:pt x="27472" y="31539"/>
                  </a:lnTo>
                  <a:lnTo>
                    <a:pt x="26805" y="32284"/>
                  </a:lnTo>
                  <a:lnTo>
                    <a:pt x="26125" y="33016"/>
                  </a:lnTo>
                  <a:lnTo>
                    <a:pt x="25432" y="33736"/>
                  </a:lnTo>
                  <a:lnTo>
                    <a:pt x="24726" y="34429"/>
                  </a:lnTo>
                  <a:lnTo>
                    <a:pt x="24007" y="35109"/>
                  </a:lnTo>
                  <a:lnTo>
                    <a:pt x="23275" y="35775"/>
                  </a:lnTo>
                  <a:lnTo>
                    <a:pt x="22529" y="36429"/>
                  </a:lnTo>
                  <a:lnTo>
                    <a:pt x="21771" y="37057"/>
                  </a:lnTo>
                  <a:lnTo>
                    <a:pt x="21000" y="37658"/>
                  </a:lnTo>
                  <a:lnTo>
                    <a:pt x="20202" y="38247"/>
                  </a:lnTo>
                  <a:lnTo>
                    <a:pt x="19404" y="38809"/>
                  </a:lnTo>
                  <a:lnTo>
                    <a:pt x="18581" y="39358"/>
                  </a:lnTo>
                  <a:lnTo>
                    <a:pt x="17744" y="39881"/>
                  </a:lnTo>
                  <a:lnTo>
                    <a:pt x="16907" y="40378"/>
                  </a:lnTo>
                  <a:lnTo>
                    <a:pt x="16031" y="40862"/>
                  </a:lnTo>
                  <a:lnTo>
                    <a:pt x="15155" y="41319"/>
                  </a:lnTo>
                  <a:lnTo>
                    <a:pt x="14266" y="41751"/>
                  </a:lnTo>
                  <a:lnTo>
                    <a:pt x="13350" y="42156"/>
                  </a:lnTo>
                  <a:lnTo>
                    <a:pt x="12435" y="42535"/>
                  </a:lnTo>
                  <a:lnTo>
                    <a:pt x="11494" y="42889"/>
                  </a:lnTo>
                  <a:lnTo>
                    <a:pt x="10526" y="43229"/>
                  </a:lnTo>
                  <a:lnTo>
                    <a:pt x="9558" y="43529"/>
                  </a:lnTo>
                  <a:lnTo>
                    <a:pt x="8565" y="43804"/>
                  </a:lnTo>
                  <a:lnTo>
                    <a:pt x="8068" y="43922"/>
                  </a:lnTo>
                  <a:lnTo>
                    <a:pt x="7558" y="44052"/>
                  </a:lnTo>
                  <a:lnTo>
                    <a:pt x="7048" y="44157"/>
                  </a:lnTo>
                  <a:lnTo>
                    <a:pt x="6538" y="44261"/>
                  </a:lnTo>
                  <a:lnTo>
                    <a:pt x="6015" y="44366"/>
                  </a:lnTo>
                  <a:lnTo>
                    <a:pt x="5505" y="44458"/>
                  </a:lnTo>
                  <a:lnTo>
                    <a:pt x="4969" y="44536"/>
                  </a:lnTo>
                  <a:lnTo>
                    <a:pt x="4446" y="44615"/>
                  </a:lnTo>
                  <a:lnTo>
                    <a:pt x="3910" y="44693"/>
                  </a:lnTo>
                  <a:lnTo>
                    <a:pt x="3374" y="44745"/>
                  </a:lnTo>
                  <a:lnTo>
                    <a:pt x="2824" y="44798"/>
                  </a:lnTo>
                  <a:lnTo>
                    <a:pt x="2275" y="44850"/>
                  </a:lnTo>
                  <a:lnTo>
                    <a:pt x="1726" y="44889"/>
                  </a:lnTo>
                  <a:lnTo>
                    <a:pt x="1164" y="44915"/>
                  </a:lnTo>
                  <a:lnTo>
                    <a:pt x="1033" y="44928"/>
                  </a:lnTo>
                  <a:lnTo>
                    <a:pt x="902" y="44954"/>
                  </a:lnTo>
                  <a:lnTo>
                    <a:pt x="772" y="44994"/>
                  </a:lnTo>
                  <a:lnTo>
                    <a:pt x="667" y="45046"/>
                  </a:lnTo>
                  <a:lnTo>
                    <a:pt x="562" y="45098"/>
                  </a:lnTo>
                  <a:lnTo>
                    <a:pt x="458" y="45177"/>
                  </a:lnTo>
                  <a:lnTo>
                    <a:pt x="379" y="45242"/>
                  </a:lnTo>
                  <a:lnTo>
                    <a:pt x="301" y="45334"/>
                  </a:lnTo>
                  <a:lnTo>
                    <a:pt x="235" y="45425"/>
                  </a:lnTo>
                  <a:lnTo>
                    <a:pt x="170" y="45517"/>
                  </a:lnTo>
                  <a:lnTo>
                    <a:pt x="118" y="45621"/>
                  </a:lnTo>
                  <a:lnTo>
                    <a:pt x="79" y="45726"/>
                  </a:lnTo>
                  <a:lnTo>
                    <a:pt x="52" y="45844"/>
                  </a:lnTo>
                  <a:lnTo>
                    <a:pt x="26" y="45948"/>
                  </a:lnTo>
                  <a:lnTo>
                    <a:pt x="13" y="46066"/>
                  </a:lnTo>
                  <a:lnTo>
                    <a:pt x="0" y="46171"/>
                  </a:lnTo>
                  <a:lnTo>
                    <a:pt x="13" y="46288"/>
                  </a:lnTo>
                  <a:lnTo>
                    <a:pt x="26" y="46393"/>
                  </a:lnTo>
                  <a:lnTo>
                    <a:pt x="52" y="46510"/>
                  </a:lnTo>
                  <a:lnTo>
                    <a:pt x="79" y="46615"/>
                  </a:lnTo>
                  <a:lnTo>
                    <a:pt x="118" y="46720"/>
                  </a:lnTo>
                  <a:lnTo>
                    <a:pt x="170" y="46811"/>
                  </a:lnTo>
                  <a:lnTo>
                    <a:pt x="222" y="46903"/>
                  </a:lnTo>
                  <a:lnTo>
                    <a:pt x="301" y="46994"/>
                  </a:lnTo>
                  <a:lnTo>
                    <a:pt x="379" y="47060"/>
                  </a:lnTo>
                  <a:lnTo>
                    <a:pt x="458" y="47138"/>
                  </a:lnTo>
                  <a:lnTo>
                    <a:pt x="549" y="47190"/>
                  </a:lnTo>
                  <a:lnTo>
                    <a:pt x="654" y="47243"/>
                  </a:lnTo>
                  <a:lnTo>
                    <a:pt x="772" y="47282"/>
                  </a:lnTo>
                  <a:lnTo>
                    <a:pt x="889" y="47308"/>
                  </a:lnTo>
                  <a:lnTo>
                    <a:pt x="1033" y="47321"/>
                  </a:lnTo>
                  <a:lnTo>
                    <a:pt x="1164" y="47321"/>
                  </a:lnTo>
                  <a:lnTo>
                    <a:pt x="1399" y="47308"/>
                  </a:lnTo>
                  <a:lnTo>
                    <a:pt x="1896" y="47883"/>
                  </a:lnTo>
                  <a:lnTo>
                    <a:pt x="2393" y="48446"/>
                  </a:lnTo>
                  <a:lnTo>
                    <a:pt x="2903" y="48969"/>
                  </a:lnTo>
                  <a:lnTo>
                    <a:pt x="3413" y="49479"/>
                  </a:lnTo>
                  <a:lnTo>
                    <a:pt x="3910" y="49949"/>
                  </a:lnTo>
                  <a:lnTo>
                    <a:pt x="4433" y="50394"/>
                  </a:lnTo>
                  <a:lnTo>
                    <a:pt x="4943" y="50812"/>
                  </a:lnTo>
                  <a:lnTo>
                    <a:pt x="5466" y="51218"/>
                  </a:lnTo>
                  <a:lnTo>
                    <a:pt x="5989" y="51584"/>
                  </a:lnTo>
                  <a:lnTo>
                    <a:pt x="6512" y="51924"/>
                  </a:lnTo>
                  <a:lnTo>
                    <a:pt x="7035" y="52251"/>
                  </a:lnTo>
                  <a:lnTo>
                    <a:pt x="7571" y="52538"/>
                  </a:lnTo>
                  <a:lnTo>
                    <a:pt x="8094" y="52813"/>
                  </a:lnTo>
                  <a:lnTo>
                    <a:pt x="8630" y="53061"/>
                  </a:lnTo>
                  <a:lnTo>
                    <a:pt x="9166" y="53284"/>
                  </a:lnTo>
                  <a:lnTo>
                    <a:pt x="9702" y="53480"/>
                  </a:lnTo>
                  <a:lnTo>
                    <a:pt x="10238" y="53650"/>
                  </a:lnTo>
                  <a:lnTo>
                    <a:pt x="10774" y="53807"/>
                  </a:lnTo>
                  <a:lnTo>
                    <a:pt x="11324" y="53937"/>
                  </a:lnTo>
                  <a:lnTo>
                    <a:pt x="11860" y="54042"/>
                  </a:lnTo>
                  <a:lnTo>
                    <a:pt x="12409" y="54134"/>
                  </a:lnTo>
                  <a:lnTo>
                    <a:pt x="12945" y="54199"/>
                  </a:lnTo>
                  <a:lnTo>
                    <a:pt x="13494" y="54238"/>
                  </a:lnTo>
                  <a:lnTo>
                    <a:pt x="14043" y="54264"/>
                  </a:lnTo>
                  <a:lnTo>
                    <a:pt x="14592" y="54264"/>
                  </a:lnTo>
                  <a:lnTo>
                    <a:pt x="15129" y="54238"/>
                  </a:lnTo>
                  <a:lnTo>
                    <a:pt x="15678" y="54199"/>
                  </a:lnTo>
                  <a:lnTo>
                    <a:pt x="16227" y="54147"/>
                  </a:lnTo>
                  <a:lnTo>
                    <a:pt x="16776" y="54068"/>
                  </a:lnTo>
                  <a:lnTo>
                    <a:pt x="17325" y="53964"/>
                  </a:lnTo>
                  <a:lnTo>
                    <a:pt x="17861" y="53846"/>
                  </a:lnTo>
                  <a:lnTo>
                    <a:pt x="18411" y="53715"/>
                  </a:lnTo>
                  <a:lnTo>
                    <a:pt x="18960" y="53558"/>
                  </a:lnTo>
                  <a:lnTo>
                    <a:pt x="19496" y="53388"/>
                  </a:lnTo>
                  <a:lnTo>
                    <a:pt x="20045" y="53205"/>
                  </a:lnTo>
                  <a:lnTo>
                    <a:pt x="20581" y="52996"/>
                  </a:lnTo>
                  <a:lnTo>
                    <a:pt x="21117" y="52774"/>
                  </a:lnTo>
                  <a:lnTo>
                    <a:pt x="21653" y="52525"/>
                  </a:lnTo>
                  <a:lnTo>
                    <a:pt x="22202" y="52277"/>
                  </a:lnTo>
                  <a:lnTo>
                    <a:pt x="22725" y="52002"/>
                  </a:lnTo>
                  <a:lnTo>
                    <a:pt x="23262" y="51715"/>
                  </a:lnTo>
                  <a:lnTo>
                    <a:pt x="23798" y="51401"/>
                  </a:lnTo>
                  <a:lnTo>
                    <a:pt x="24321" y="51087"/>
                  </a:lnTo>
                  <a:lnTo>
                    <a:pt x="24844" y="50747"/>
                  </a:lnTo>
                  <a:lnTo>
                    <a:pt x="25380" y="50407"/>
                  </a:lnTo>
                  <a:lnTo>
                    <a:pt x="25890" y="50041"/>
                  </a:lnTo>
                  <a:lnTo>
                    <a:pt x="26413" y="49662"/>
                  </a:lnTo>
                  <a:lnTo>
                    <a:pt x="26936" y="49269"/>
                  </a:lnTo>
                  <a:lnTo>
                    <a:pt x="27446" y="48864"/>
                  </a:lnTo>
                  <a:lnTo>
                    <a:pt x="27956" y="48446"/>
                  </a:lnTo>
                  <a:lnTo>
                    <a:pt x="28453" y="48014"/>
                  </a:lnTo>
                  <a:lnTo>
                    <a:pt x="28963" y="47583"/>
                  </a:lnTo>
                  <a:lnTo>
                    <a:pt x="29459" y="47125"/>
                  </a:lnTo>
                  <a:lnTo>
                    <a:pt x="29956" y="46654"/>
                  </a:lnTo>
                  <a:lnTo>
                    <a:pt x="30440" y="46184"/>
                  </a:lnTo>
                  <a:lnTo>
                    <a:pt x="30924" y="45687"/>
                  </a:lnTo>
                  <a:lnTo>
                    <a:pt x="31408" y="45190"/>
                  </a:lnTo>
                  <a:lnTo>
                    <a:pt x="31891" y="44680"/>
                  </a:lnTo>
                  <a:lnTo>
                    <a:pt x="32362" y="44157"/>
                  </a:lnTo>
                  <a:lnTo>
                    <a:pt x="32833" y="43621"/>
                  </a:lnTo>
                  <a:lnTo>
                    <a:pt x="33291" y="43085"/>
                  </a:lnTo>
                  <a:lnTo>
                    <a:pt x="33761" y="42535"/>
                  </a:lnTo>
                  <a:lnTo>
                    <a:pt x="34206" y="41973"/>
                  </a:lnTo>
                  <a:lnTo>
                    <a:pt x="34663" y="41411"/>
                  </a:lnTo>
                  <a:lnTo>
                    <a:pt x="35108" y="40836"/>
                  </a:lnTo>
                  <a:lnTo>
                    <a:pt x="35540" y="40247"/>
                  </a:lnTo>
                  <a:lnTo>
                    <a:pt x="35971" y="39659"/>
                  </a:lnTo>
                  <a:lnTo>
                    <a:pt x="36403" y="39057"/>
                  </a:lnTo>
                  <a:lnTo>
                    <a:pt x="36821" y="38443"/>
                  </a:lnTo>
                  <a:lnTo>
                    <a:pt x="37226" y="37828"/>
                  </a:lnTo>
                  <a:lnTo>
                    <a:pt x="37632" y="37214"/>
                  </a:lnTo>
                  <a:lnTo>
                    <a:pt x="38037" y="36586"/>
                  </a:lnTo>
                  <a:lnTo>
                    <a:pt x="38429" y="35958"/>
                  </a:lnTo>
                  <a:lnTo>
                    <a:pt x="38822" y="35318"/>
                  </a:lnTo>
                  <a:lnTo>
                    <a:pt x="39201" y="34664"/>
                  </a:lnTo>
                  <a:lnTo>
                    <a:pt x="39580" y="34023"/>
                  </a:lnTo>
                  <a:lnTo>
                    <a:pt x="39946" y="33369"/>
                  </a:lnTo>
                  <a:lnTo>
                    <a:pt x="40299" y="32703"/>
                  </a:lnTo>
                  <a:lnTo>
                    <a:pt x="40652" y="32049"/>
                  </a:lnTo>
                  <a:lnTo>
                    <a:pt x="40992" y="31382"/>
                  </a:lnTo>
                  <a:lnTo>
                    <a:pt x="41332" y="30702"/>
                  </a:lnTo>
                  <a:lnTo>
                    <a:pt x="41659" y="30035"/>
                  </a:lnTo>
                  <a:lnTo>
                    <a:pt x="41986" y="29355"/>
                  </a:lnTo>
                  <a:lnTo>
                    <a:pt x="42300" y="28675"/>
                  </a:lnTo>
                  <a:lnTo>
                    <a:pt x="42600" y="27995"/>
                  </a:lnTo>
                  <a:lnTo>
                    <a:pt x="42888" y="27315"/>
                  </a:lnTo>
                  <a:lnTo>
                    <a:pt x="43176" y="26636"/>
                  </a:lnTo>
                  <a:lnTo>
                    <a:pt x="43463" y="25943"/>
                  </a:lnTo>
                  <a:lnTo>
                    <a:pt x="43725" y="25263"/>
                  </a:lnTo>
                  <a:lnTo>
                    <a:pt x="43986" y="24570"/>
                  </a:lnTo>
                  <a:lnTo>
                    <a:pt x="44235" y="23877"/>
                  </a:lnTo>
                  <a:lnTo>
                    <a:pt x="44483" y="23197"/>
                  </a:lnTo>
                  <a:lnTo>
                    <a:pt x="44706" y="22504"/>
                  </a:lnTo>
                  <a:lnTo>
                    <a:pt x="44928" y="21811"/>
                  </a:lnTo>
                  <a:lnTo>
                    <a:pt x="45137" y="21131"/>
                  </a:lnTo>
                  <a:lnTo>
                    <a:pt x="45346" y="20438"/>
                  </a:lnTo>
                  <a:lnTo>
                    <a:pt x="45542" y="19758"/>
                  </a:lnTo>
                  <a:lnTo>
                    <a:pt x="45712" y="19065"/>
                  </a:lnTo>
                  <a:lnTo>
                    <a:pt x="45882" y="18385"/>
                  </a:lnTo>
                  <a:lnTo>
                    <a:pt x="46052" y="17705"/>
                  </a:lnTo>
                  <a:lnTo>
                    <a:pt x="46196" y="17038"/>
                  </a:lnTo>
                  <a:lnTo>
                    <a:pt x="46340" y="16358"/>
                  </a:lnTo>
                  <a:lnTo>
                    <a:pt x="46471" y="15691"/>
                  </a:lnTo>
                  <a:lnTo>
                    <a:pt x="46588" y="15024"/>
                  </a:lnTo>
                  <a:lnTo>
                    <a:pt x="46693" y="14358"/>
                  </a:lnTo>
                  <a:lnTo>
                    <a:pt x="46785" y="13704"/>
                  </a:lnTo>
                  <a:lnTo>
                    <a:pt x="46863" y="13050"/>
                  </a:lnTo>
                  <a:lnTo>
                    <a:pt x="46941" y="12396"/>
                  </a:lnTo>
                  <a:lnTo>
                    <a:pt x="46994" y="11755"/>
                  </a:lnTo>
                  <a:lnTo>
                    <a:pt x="47046" y="11115"/>
                  </a:lnTo>
                  <a:lnTo>
                    <a:pt x="47072" y="10474"/>
                  </a:lnTo>
                  <a:lnTo>
                    <a:pt x="47098" y="9846"/>
                  </a:lnTo>
                  <a:lnTo>
                    <a:pt x="47111" y="9232"/>
                  </a:lnTo>
                  <a:lnTo>
                    <a:pt x="47111" y="8617"/>
                  </a:lnTo>
                  <a:lnTo>
                    <a:pt x="47085" y="8003"/>
                  </a:lnTo>
                  <a:lnTo>
                    <a:pt x="47059" y="7401"/>
                  </a:lnTo>
                  <a:lnTo>
                    <a:pt x="47020" y="6813"/>
                  </a:lnTo>
                  <a:lnTo>
                    <a:pt x="46968" y="6224"/>
                  </a:lnTo>
                  <a:lnTo>
                    <a:pt x="46902" y="5649"/>
                  </a:lnTo>
                  <a:lnTo>
                    <a:pt x="46824" y="5074"/>
                  </a:lnTo>
                  <a:lnTo>
                    <a:pt x="46719" y="4512"/>
                  </a:lnTo>
                  <a:lnTo>
                    <a:pt x="46615" y="3962"/>
                  </a:lnTo>
                  <a:lnTo>
                    <a:pt x="46497" y="3426"/>
                  </a:lnTo>
                  <a:lnTo>
                    <a:pt x="46353" y="2890"/>
                  </a:lnTo>
                  <a:lnTo>
                    <a:pt x="46209" y="2367"/>
                  </a:lnTo>
                  <a:lnTo>
                    <a:pt x="46039" y="1857"/>
                  </a:lnTo>
                  <a:lnTo>
                    <a:pt x="45856" y="1347"/>
                  </a:lnTo>
                  <a:lnTo>
                    <a:pt x="45660" y="863"/>
                  </a:lnTo>
                  <a:lnTo>
                    <a:pt x="45569" y="667"/>
                  </a:lnTo>
                  <a:lnTo>
                    <a:pt x="45451" y="497"/>
                  </a:lnTo>
                  <a:lnTo>
                    <a:pt x="45320" y="354"/>
                  </a:lnTo>
                  <a:lnTo>
                    <a:pt x="45163" y="236"/>
                  </a:lnTo>
                  <a:lnTo>
                    <a:pt x="45006" y="144"/>
                  </a:lnTo>
                  <a:lnTo>
                    <a:pt x="44836" y="66"/>
                  </a:lnTo>
                  <a:lnTo>
                    <a:pt x="44666" y="27"/>
                  </a:lnTo>
                  <a:lnTo>
                    <a:pt x="444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61;p38">
              <a:extLst>
                <a:ext uri="{FF2B5EF4-FFF2-40B4-BE49-F238E27FC236}">
                  <a16:creationId xmlns:a16="http://schemas.microsoft.com/office/drawing/2014/main" id="{F0A83BA6-77FB-7847-C0D2-01AA3748E66E}"/>
                </a:ext>
              </a:extLst>
            </p:cNvPr>
            <p:cNvSpPr/>
            <p:nvPr/>
          </p:nvSpPr>
          <p:spPr>
            <a:xfrm>
              <a:off x="3421975" y="2002025"/>
              <a:ext cx="2468375" cy="3059050"/>
            </a:xfrm>
            <a:custGeom>
              <a:avLst/>
              <a:gdLst/>
              <a:ahLst/>
              <a:cxnLst/>
              <a:rect l="l" t="t" r="r" b="b"/>
              <a:pathLst>
                <a:path w="98735" h="122362" extrusionOk="0">
                  <a:moveTo>
                    <a:pt x="41398" y="0"/>
                  </a:moveTo>
                  <a:lnTo>
                    <a:pt x="40875" y="13"/>
                  </a:lnTo>
                  <a:lnTo>
                    <a:pt x="40338" y="52"/>
                  </a:lnTo>
                  <a:lnTo>
                    <a:pt x="39815" y="105"/>
                  </a:lnTo>
                  <a:lnTo>
                    <a:pt x="39292" y="170"/>
                  </a:lnTo>
                  <a:lnTo>
                    <a:pt x="38769" y="249"/>
                  </a:lnTo>
                  <a:lnTo>
                    <a:pt x="38246" y="353"/>
                  </a:lnTo>
                  <a:lnTo>
                    <a:pt x="37736" y="484"/>
                  </a:lnTo>
                  <a:lnTo>
                    <a:pt x="37226" y="628"/>
                  </a:lnTo>
                  <a:lnTo>
                    <a:pt x="36703" y="785"/>
                  </a:lnTo>
                  <a:lnTo>
                    <a:pt x="36207" y="968"/>
                  </a:lnTo>
                  <a:lnTo>
                    <a:pt x="35697" y="1164"/>
                  </a:lnTo>
                  <a:lnTo>
                    <a:pt x="35200" y="1386"/>
                  </a:lnTo>
                  <a:lnTo>
                    <a:pt x="34703" y="1621"/>
                  </a:lnTo>
                  <a:lnTo>
                    <a:pt x="34206" y="1896"/>
                  </a:lnTo>
                  <a:lnTo>
                    <a:pt x="33709" y="2171"/>
                  </a:lnTo>
                  <a:lnTo>
                    <a:pt x="33225" y="2484"/>
                  </a:lnTo>
                  <a:lnTo>
                    <a:pt x="32742" y="2811"/>
                  </a:lnTo>
                  <a:lnTo>
                    <a:pt x="32271" y="3164"/>
                  </a:lnTo>
                  <a:lnTo>
                    <a:pt x="31800" y="3531"/>
                  </a:lnTo>
                  <a:lnTo>
                    <a:pt x="31329" y="3923"/>
                  </a:lnTo>
                  <a:lnTo>
                    <a:pt x="30872" y="4354"/>
                  </a:lnTo>
                  <a:lnTo>
                    <a:pt x="30414" y="4799"/>
                  </a:lnTo>
                  <a:lnTo>
                    <a:pt x="29943" y="5270"/>
                  </a:lnTo>
                  <a:lnTo>
                    <a:pt x="29499" y="5766"/>
                  </a:lnTo>
                  <a:lnTo>
                    <a:pt x="29067" y="6263"/>
                  </a:lnTo>
                  <a:lnTo>
                    <a:pt x="28636" y="6760"/>
                  </a:lnTo>
                  <a:lnTo>
                    <a:pt x="28230" y="7270"/>
                  </a:lnTo>
                  <a:lnTo>
                    <a:pt x="27838" y="7780"/>
                  </a:lnTo>
                  <a:lnTo>
                    <a:pt x="27459" y="8303"/>
                  </a:lnTo>
                  <a:lnTo>
                    <a:pt x="27093" y="8839"/>
                  </a:lnTo>
                  <a:lnTo>
                    <a:pt x="26740" y="9362"/>
                  </a:lnTo>
                  <a:lnTo>
                    <a:pt x="26400" y="9911"/>
                  </a:lnTo>
                  <a:lnTo>
                    <a:pt x="26073" y="10448"/>
                  </a:lnTo>
                  <a:lnTo>
                    <a:pt x="25759" y="10997"/>
                  </a:lnTo>
                  <a:lnTo>
                    <a:pt x="25445" y="11559"/>
                  </a:lnTo>
                  <a:lnTo>
                    <a:pt x="25158" y="12121"/>
                  </a:lnTo>
                  <a:lnTo>
                    <a:pt x="24870" y="12683"/>
                  </a:lnTo>
                  <a:lnTo>
                    <a:pt x="24595" y="13246"/>
                  </a:lnTo>
                  <a:lnTo>
                    <a:pt x="24321" y="13821"/>
                  </a:lnTo>
                  <a:lnTo>
                    <a:pt x="24072" y="14409"/>
                  </a:lnTo>
                  <a:lnTo>
                    <a:pt x="23811" y="14998"/>
                  </a:lnTo>
                  <a:lnTo>
                    <a:pt x="23576" y="15586"/>
                  </a:lnTo>
                  <a:lnTo>
                    <a:pt x="23340" y="16175"/>
                  </a:lnTo>
                  <a:lnTo>
                    <a:pt x="23105" y="16776"/>
                  </a:lnTo>
                  <a:lnTo>
                    <a:pt x="22673" y="17992"/>
                  </a:lnTo>
                  <a:lnTo>
                    <a:pt x="22255" y="19208"/>
                  </a:lnTo>
                  <a:lnTo>
                    <a:pt x="21863" y="20450"/>
                  </a:lnTo>
                  <a:lnTo>
                    <a:pt x="21483" y="21706"/>
                  </a:lnTo>
                  <a:lnTo>
                    <a:pt x="21104" y="22974"/>
                  </a:lnTo>
                  <a:lnTo>
                    <a:pt x="20542" y="24909"/>
                  </a:lnTo>
                  <a:lnTo>
                    <a:pt x="19967" y="26844"/>
                  </a:lnTo>
                  <a:lnTo>
                    <a:pt x="19391" y="28780"/>
                  </a:lnTo>
                  <a:lnTo>
                    <a:pt x="18790" y="30702"/>
                  </a:lnTo>
                  <a:lnTo>
                    <a:pt x="17587" y="34546"/>
                  </a:lnTo>
                  <a:lnTo>
                    <a:pt x="16358" y="38390"/>
                  </a:lnTo>
                  <a:lnTo>
                    <a:pt x="15116" y="42221"/>
                  </a:lnTo>
                  <a:lnTo>
                    <a:pt x="13900" y="46066"/>
                  </a:lnTo>
                  <a:lnTo>
                    <a:pt x="13298" y="47988"/>
                  </a:lnTo>
                  <a:lnTo>
                    <a:pt x="12697" y="49910"/>
                  </a:lnTo>
                  <a:lnTo>
                    <a:pt x="12108" y="51832"/>
                  </a:lnTo>
                  <a:lnTo>
                    <a:pt x="11520" y="53767"/>
                  </a:lnTo>
                  <a:lnTo>
                    <a:pt x="11088" y="55166"/>
                  </a:lnTo>
                  <a:lnTo>
                    <a:pt x="10631" y="56618"/>
                  </a:lnTo>
                  <a:lnTo>
                    <a:pt x="10121" y="58095"/>
                  </a:lnTo>
                  <a:lnTo>
                    <a:pt x="9598" y="59599"/>
                  </a:lnTo>
                  <a:lnTo>
                    <a:pt x="9049" y="61142"/>
                  </a:lnTo>
                  <a:lnTo>
                    <a:pt x="8473" y="62698"/>
                  </a:lnTo>
                  <a:lnTo>
                    <a:pt x="7296" y="65914"/>
                  </a:lnTo>
                  <a:lnTo>
                    <a:pt x="6094" y="69196"/>
                  </a:lnTo>
                  <a:lnTo>
                    <a:pt x="5505" y="70870"/>
                  </a:lnTo>
                  <a:lnTo>
                    <a:pt x="4917" y="72544"/>
                  </a:lnTo>
                  <a:lnTo>
                    <a:pt x="4328" y="74244"/>
                  </a:lnTo>
                  <a:lnTo>
                    <a:pt x="3779" y="75943"/>
                  </a:lnTo>
                  <a:lnTo>
                    <a:pt x="3230" y="77656"/>
                  </a:lnTo>
                  <a:lnTo>
                    <a:pt x="2720" y="79369"/>
                  </a:lnTo>
                  <a:lnTo>
                    <a:pt x="2472" y="80219"/>
                  </a:lnTo>
                  <a:lnTo>
                    <a:pt x="2236" y="81082"/>
                  </a:lnTo>
                  <a:lnTo>
                    <a:pt x="2014" y="81932"/>
                  </a:lnTo>
                  <a:lnTo>
                    <a:pt x="1792" y="82795"/>
                  </a:lnTo>
                  <a:lnTo>
                    <a:pt x="1582" y="83645"/>
                  </a:lnTo>
                  <a:lnTo>
                    <a:pt x="1386" y="84495"/>
                  </a:lnTo>
                  <a:lnTo>
                    <a:pt x="1203" y="85358"/>
                  </a:lnTo>
                  <a:lnTo>
                    <a:pt x="1020" y="86208"/>
                  </a:lnTo>
                  <a:lnTo>
                    <a:pt x="863" y="87058"/>
                  </a:lnTo>
                  <a:lnTo>
                    <a:pt x="706" y="87894"/>
                  </a:lnTo>
                  <a:lnTo>
                    <a:pt x="563" y="88744"/>
                  </a:lnTo>
                  <a:lnTo>
                    <a:pt x="445" y="89581"/>
                  </a:lnTo>
                  <a:lnTo>
                    <a:pt x="327" y="90418"/>
                  </a:lnTo>
                  <a:lnTo>
                    <a:pt x="236" y="91255"/>
                  </a:lnTo>
                  <a:lnTo>
                    <a:pt x="157" y="92092"/>
                  </a:lnTo>
                  <a:lnTo>
                    <a:pt x="92" y="92915"/>
                  </a:lnTo>
                  <a:lnTo>
                    <a:pt x="40" y="93739"/>
                  </a:lnTo>
                  <a:lnTo>
                    <a:pt x="13" y="94550"/>
                  </a:lnTo>
                  <a:lnTo>
                    <a:pt x="0" y="95361"/>
                  </a:lnTo>
                  <a:lnTo>
                    <a:pt x="13" y="96171"/>
                  </a:lnTo>
                  <a:lnTo>
                    <a:pt x="26" y="96969"/>
                  </a:lnTo>
                  <a:lnTo>
                    <a:pt x="79" y="97767"/>
                  </a:lnTo>
                  <a:lnTo>
                    <a:pt x="144" y="98551"/>
                  </a:lnTo>
                  <a:lnTo>
                    <a:pt x="223" y="99336"/>
                  </a:lnTo>
                  <a:lnTo>
                    <a:pt x="327" y="100120"/>
                  </a:lnTo>
                  <a:lnTo>
                    <a:pt x="458" y="100879"/>
                  </a:lnTo>
                  <a:lnTo>
                    <a:pt x="602" y="101650"/>
                  </a:lnTo>
                  <a:lnTo>
                    <a:pt x="772" y="102395"/>
                  </a:lnTo>
                  <a:lnTo>
                    <a:pt x="968" y="103141"/>
                  </a:lnTo>
                  <a:lnTo>
                    <a:pt x="1190" y="103886"/>
                  </a:lnTo>
                  <a:lnTo>
                    <a:pt x="1426" y="104605"/>
                  </a:lnTo>
                  <a:lnTo>
                    <a:pt x="1700" y="105324"/>
                  </a:lnTo>
                  <a:lnTo>
                    <a:pt x="1883" y="105795"/>
                  </a:lnTo>
                  <a:lnTo>
                    <a:pt x="2105" y="106240"/>
                  </a:lnTo>
                  <a:lnTo>
                    <a:pt x="2328" y="106684"/>
                  </a:lnTo>
                  <a:lnTo>
                    <a:pt x="2576" y="107116"/>
                  </a:lnTo>
                  <a:lnTo>
                    <a:pt x="2838" y="107547"/>
                  </a:lnTo>
                  <a:lnTo>
                    <a:pt x="3125" y="107952"/>
                  </a:lnTo>
                  <a:lnTo>
                    <a:pt x="3426" y="108358"/>
                  </a:lnTo>
                  <a:lnTo>
                    <a:pt x="3740" y="108763"/>
                  </a:lnTo>
                  <a:lnTo>
                    <a:pt x="4067" y="109155"/>
                  </a:lnTo>
                  <a:lnTo>
                    <a:pt x="4407" y="109535"/>
                  </a:lnTo>
                  <a:lnTo>
                    <a:pt x="4773" y="109901"/>
                  </a:lnTo>
                  <a:lnTo>
                    <a:pt x="5139" y="110267"/>
                  </a:lnTo>
                  <a:lnTo>
                    <a:pt x="5531" y="110620"/>
                  </a:lnTo>
                  <a:lnTo>
                    <a:pt x="5924" y="110973"/>
                  </a:lnTo>
                  <a:lnTo>
                    <a:pt x="6342" y="111313"/>
                  </a:lnTo>
                  <a:lnTo>
                    <a:pt x="6760" y="111640"/>
                  </a:lnTo>
                  <a:lnTo>
                    <a:pt x="7205" y="111967"/>
                  </a:lnTo>
                  <a:lnTo>
                    <a:pt x="7650" y="112281"/>
                  </a:lnTo>
                  <a:lnTo>
                    <a:pt x="8107" y="112594"/>
                  </a:lnTo>
                  <a:lnTo>
                    <a:pt x="8578" y="112895"/>
                  </a:lnTo>
                  <a:lnTo>
                    <a:pt x="9049" y="113183"/>
                  </a:lnTo>
                  <a:lnTo>
                    <a:pt x="9532" y="113470"/>
                  </a:lnTo>
                  <a:lnTo>
                    <a:pt x="10029" y="113758"/>
                  </a:lnTo>
                  <a:lnTo>
                    <a:pt x="10539" y="114033"/>
                  </a:lnTo>
                  <a:lnTo>
                    <a:pt x="11049" y="114294"/>
                  </a:lnTo>
                  <a:lnTo>
                    <a:pt x="11572" y="114556"/>
                  </a:lnTo>
                  <a:lnTo>
                    <a:pt x="12095" y="114804"/>
                  </a:lnTo>
                  <a:lnTo>
                    <a:pt x="12631" y="115053"/>
                  </a:lnTo>
                  <a:lnTo>
                    <a:pt x="13167" y="115288"/>
                  </a:lnTo>
                  <a:lnTo>
                    <a:pt x="13717" y="115523"/>
                  </a:lnTo>
                  <a:lnTo>
                    <a:pt x="14815" y="115981"/>
                  </a:lnTo>
                  <a:lnTo>
                    <a:pt x="15939" y="116399"/>
                  </a:lnTo>
                  <a:lnTo>
                    <a:pt x="17064" y="116805"/>
                  </a:lnTo>
                  <a:lnTo>
                    <a:pt x="18202" y="117197"/>
                  </a:lnTo>
                  <a:lnTo>
                    <a:pt x="19352" y="117550"/>
                  </a:lnTo>
                  <a:lnTo>
                    <a:pt x="20503" y="117890"/>
                  </a:lnTo>
                  <a:lnTo>
                    <a:pt x="21640" y="118217"/>
                  </a:lnTo>
                  <a:lnTo>
                    <a:pt x="22778" y="118518"/>
                  </a:lnTo>
                  <a:lnTo>
                    <a:pt x="23902" y="118818"/>
                  </a:lnTo>
                  <a:lnTo>
                    <a:pt x="25014" y="119080"/>
                  </a:lnTo>
                  <a:lnTo>
                    <a:pt x="26099" y="119341"/>
                  </a:lnTo>
                  <a:lnTo>
                    <a:pt x="27171" y="119577"/>
                  </a:lnTo>
                  <a:lnTo>
                    <a:pt x="28217" y="119812"/>
                  </a:lnTo>
                  <a:lnTo>
                    <a:pt x="30218" y="120230"/>
                  </a:lnTo>
                  <a:lnTo>
                    <a:pt x="32062" y="120610"/>
                  </a:lnTo>
                  <a:lnTo>
                    <a:pt x="32977" y="120780"/>
                  </a:lnTo>
                  <a:lnTo>
                    <a:pt x="33918" y="120963"/>
                  </a:lnTo>
                  <a:lnTo>
                    <a:pt x="34886" y="121120"/>
                  </a:lnTo>
                  <a:lnTo>
                    <a:pt x="35867" y="121277"/>
                  </a:lnTo>
                  <a:lnTo>
                    <a:pt x="36887" y="121420"/>
                  </a:lnTo>
                  <a:lnTo>
                    <a:pt x="37919" y="121564"/>
                  </a:lnTo>
                  <a:lnTo>
                    <a:pt x="38966" y="121682"/>
                  </a:lnTo>
                  <a:lnTo>
                    <a:pt x="40051" y="121800"/>
                  </a:lnTo>
                  <a:lnTo>
                    <a:pt x="41136" y="121917"/>
                  </a:lnTo>
                  <a:lnTo>
                    <a:pt x="42248" y="122009"/>
                  </a:lnTo>
                  <a:lnTo>
                    <a:pt x="43372" y="122100"/>
                  </a:lnTo>
                  <a:lnTo>
                    <a:pt x="44523" y="122166"/>
                  </a:lnTo>
                  <a:lnTo>
                    <a:pt x="45673" y="122231"/>
                  </a:lnTo>
                  <a:lnTo>
                    <a:pt x="46850" y="122283"/>
                  </a:lnTo>
                  <a:lnTo>
                    <a:pt x="48027" y="122323"/>
                  </a:lnTo>
                  <a:lnTo>
                    <a:pt x="49217" y="122349"/>
                  </a:lnTo>
                  <a:lnTo>
                    <a:pt x="50420" y="122362"/>
                  </a:lnTo>
                  <a:lnTo>
                    <a:pt x="51636" y="122349"/>
                  </a:lnTo>
                  <a:lnTo>
                    <a:pt x="52852" y="122336"/>
                  </a:lnTo>
                  <a:lnTo>
                    <a:pt x="54068" y="122310"/>
                  </a:lnTo>
                  <a:lnTo>
                    <a:pt x="55297" y="122257"/>
                  </a:lnTo>
                  <a:lnTo>
                    <a:pt x="56539" y="122192"/>
                  </a:lnTo>
                  <a:lnTo>
                    <a:pt x="57768" y="122113"/>
                  </a:lnTo>
                  <a:lnTo>
                    <a:pt x="59010" y="122022"/>
                  </a:lnTo>
                  <a:lnTo>
                    <a:pt x="60240" y="121917"/>
                  </a:lnTo>
                  <a:lnTo>
                    <a:pt x="61482" y="121786"/>
                  </a:lnTo>
                  <a:lnTo>
                    <a:pt x="62711" y="121643"/>
                  </a:lnTo>
                  <a:lnTo>
                    <a:pt x="63953" y="121473"/>
                  </a:lnTo>
                  <a:lnTo>
                    <a:pt x="65169" y="121290"/>
                  </a:lnTo>
                  <a:lnTo>
                    <a:pt x="66398" y="121093"/>
                  </a:lnTo>
                  <a:lnTo>
                    <a:pt x="67614" y="120871"/>
                  </a:lnTo>
                  <a:lnTo>
                    <a:pt x="68817" y="120636"/>
                  </a:lnTo>
                  <a:lnTo>
                    <a:pt x="70020" y="120374"/>
                  </a:lnTo>
                  <a:lnTo>
                    <a:pt x="71210" y="120100"/>
                  </a:lnTo>
                  <a:lnTo>
                    <a:pt x="72387" y="119799"/>
                  </a:lnTo>
                  <a:lnTo>
                    <a:pt x="73564" y="119485"/>
                  </a:lnTo>
                  <a:lnTo>
                    <a:pt x="74714" y="119145"/>
                  </a:lnTo>
                  <a:lnTo>
                    <a:pt x="75852" y="118779"/>
                  </a:lnTo>
                  <a:lnTo>
                    <a:pt x="76976" y="118387"/>
                  </a:lnTo>
                  <a:lnTo>
                    <a:pt x="78088" y="117981"/>
                  </a:lnTo>
                  <a:lnTo>
                    <a:pt x="79173" y="117550"/>
                  </a:lnTo>
                  <a:lnTo>
                    <a:pt x="80245" y="117092"/>
                  </a:lnTo>
                  <a:lnTo>
                    <a:pt x="81291" y="116622"/>
                  </a:lnTo>
                  <a:lnTo>
                    <a:pt x="81814" y="116373"/>
                  </a:lnTo>
                  <a:lnTo>
                    <a:pt x="82324" y="116112"/>
                  </a:lnTo>
                  <a:lnTo>
                    <a:pt x="82834" y="115850"/>
                  </a:lnTo>
                  <a:lnTo>
                    <a:pt x="83331" y="115589"/>
                  </a:lnTo>
                  <a:lnTo>
                    <a:pt x="83828" y="115314"/>
                  </a:lnTo>
                  <a:lnTo>
                    <a:pt x="84312" y="115026"/>
                  </a:lnTo>
                  <a:lnTo>
                    <a:pt x="84795" y="114752"/>
                  </a:lnTo>
                  <a:lnTo>
                    <a:pt x="85266" y="114451"/>
                  </a:lnTo>
                  <a:lnTo>
                    <a:pt x="85737" y="114150"/>
                  </a:lnTo>
                  <a:lnTo>
                    <a:pt x="86208" y="113850"/>
                  </a:lnTo>
                  <a:lnTo>
                    <a:pt x="86665" y="113536"/>
                  </a:lnTo>
                  <a:lnTo>
                    <a:pt x="87110" y="113222"/>
                  </a:lnTo>
                  <a:lnTo>
                    <a:pt x="87554" y="112895"/>
                  </a:lnTo>
                  <a:lnTo>
                    <a:pt x="87986" y="112568"/>
                  </a:lnTo>
                  <a:lnTo>
                    <a:pt x="88417" y="112228"/>
                  </a:lnTo>
                  <a:lnTo>
                    <a:pt x="88836" y="111875"/>
                  </a:lnTo>
                  <a:lnTo>
                    <a:pt x="89254" y="111522"/>
                  </a:lnTo>
                  <a:lnTo>
                    <a:pt x="89660" y="111169"/>
                  </a:lnTo>
                  <a:lnTo>
                    <a:pt x="90052" y="110803"/>
                  </a:lnTo>
                  <a:lnTo>
                    <a:pt x="90444" y="110437"/>
                  </a:lnTo>
                  <a:lnTo>
                    <a:pt x="90823" y="110045"/>
                  </a:lnTo>
                  <a:lnTo>
                    <a:pt x="91203" y="109665"/>
                  </a:lnTo>
                  <a:lnTo>
                    <a:pt x="91569" y="109273"/>
                  </a:lnTo>
                  <a:lnTo>
                    <a:pt x="91922" y="108868"/>
                  </a:lnTo>
                  <a:lnTo>
                    <a:pt x="92275" y="108462"/>
                  </a:lnTo>
                  <a:lnTo>
                    <a:pt x="92602" y="108044"/>
                  </a:lnTo>
                  <a:lnTo>
                    <a:pt x="92942" y="107626"/>
                  </a:lnTo>
                  <a:lnTo>
                    <a:pt x="93255" y="107194"/>
                  </a:lnTo>
                  <a:lnTo>
                    <a:pt x="93569" y="106750"/>
                  </a:lnTo>
                  <a:lnTo>
                    <a:pt x="93870" y="106305"/>
                  </a:lnTo>
                  <a:lnTo>
                    <a:pt x="94158" y="105847"/>
                  </a:lnTo>
                  <a:lnTo>
                    <a:pt x="94445" y="105390"/>
                  </a:lnTo>
                  <a:lnTo>
                    <a:pt x="94720" y="104919"/>
                  </a:lnTo>
                  <a:lnTo>
                    <a:pt x="94981" y="104448"/>
                  </a:lnTo>
                  <a:lnTo>
                    <a:pt x="95230" y="103964"/>
                  </a:lnTo>
                  <a:lnTo>
                    <a:pt x="95478" y="103468"/>
                  </a:lnTo>
                  <a:lnTo>
                    <a:pt x="95714" y="102971"/>
                  </a:lnTo>
                  <a:lnTo>
                    <a:pt x="95936" y="102461"/>
                  </a:lnTo>
                  <a:lnTo>
                    <a:pt x="96145" y="101951"/>
                  </a:lnTo>
                  <a:lnTo>
                    <a:pt x="96341" y="101428"/>
                  </a:lnTo>
                  <a:lnTo>
                    <a:pt x="96524" y="100892"/>
                  </a:lnTo>
                  <a:lnTo>
                    <a:pt x="96707" y="100356"/>
                  </a:lnTo>
                  <a:lnTo>
                    <a:pt x="96930" y="99610"/>
                  </a:lnTo>
                  <a:lnTo>
                    <a:pt x="97152" y="98865"/>
                  </a:lnTo>
                  <a:lnTo>
                    <a:pt x="97348" y="98120"/>
                  </a:lnTo>
                  <a:lnTo>
                    <a:pt x="97531" y="97374"/>
                  </a:lnTo>
                  <a:lnTo>
                    <a:pt x="97701" y="96629"/>
                  </a:lnTo>
                  <a:lnTo>
                    <a:pt x="97858" y="95884"/>
                  </a:lnTo>
                  <a:lnTo>
                    <a:pt x="98002" y="95151"/>
                  </a:lnTo>
                  <a:lnTo>
                    <a:pt x="98133" y="94406"/>
                  </a:lnTo>
                  <a:lnTo>
                    <a:pt x="98250" y="93661"/>
                  </a:lnTo>
                  <a:lnTo>
                    <a:pt x="98355" y="92915"/>
                  </a:lnTo>
                  <a:lnTo>
                    <a:pt x="98446" y="92183"/>
                  </a:lnTo>
                  <a:lnTo>
                    <a:pt x="98525" y="91438"/>
                  </a:lnTo>
                  <a:lnTo>
                    <a:pt x="98590" y="90706"/>
                  </a:lnTo>
                  <a:lnTo>
                    <a:pt x="98643" y="89960"/>
                  </a:lnTo>
                  <a:lnTo>
                    <a:pt x="98682" y="89215"/>
                  </a:lnTo>
                  <a:lnTo>
                    <a:pt x="98708" y="88483"/>
                  </a:lnTo>
                  <a:lnTo>
                    <a:pt x="98721" y="87738"/>
                  </a:lnTo>
                  <a:lnTo>
                    <a:pt x="98734" y="87005"/>
                  </a:lnTo>
                  <a:lnTo>
                    <a:pt x="98721" y="86273"/>
                  </a:lnTo>
                  <a:lnTo>
                    <a:pt x="98708" y="85528"/>
                  </a:lnTo>
                  <a:lnTo>
                    <a:pt x="98669" y="84796"/>
                  </a:lnTo>
                  <a:lnTo>
                    <a:pt x="98629" y="84063"/>
                  </a:lnTo>
                  <a:lnTo>
                    <a:pt x="98577" y="83318"/>
                  </a:lnTo>
                  <a:lnTo>
                    <a:pt x="98512" y="82586"/>
                  </a:lnTo>
                  <a:lnTo>
                    <a:pt x="98433" y="81854"/>
                  </a:lnTo>
                  <a:lnTo>
                    <a:pt x="98355" y="81121"/>
                  </a:lnTo>
                  <a:lnTo>
                    <a:pt x="98263" y="80389"/>
                  </a:lnTo>
                  <a:lnTo>
                    <a:pt x="98146" y="79657"/>
                  </a:lnTo>
                  <a:lnTo>
                    <a:pt x="98041" y="78925"/>
                  </a:lnTo>
                  <a:lnTo>
                    <a:pt x="97910" y="78192"/>
                  </a:lnTo>
                  <a:lnTo>
                    <a:pt x="97780" y="77460"/>
                  </a:lnTo>
                  <a:lnTo>
                    <a:pt x="97623" y="76728"/>
                  </a:lnTo>
                  <a:lnTo>
                    <a:pt x="97479" y="75996"/>
                  </a:lnTo>
                  <a:lnTo>
                    <a:pt x="97309" y="75276"/>
                  </a:lnTo>
                  <a:lnTo>
                    <a:pt x="97139" y="74544"/>
                  </a:lnTo>
                  <a:lnTo>
                    <a:pt x="96956" y="73812"/>
                  </a:lnTo>
                  <a:lnTo>
                    <a:pt x="96760" y="73093"/>
                  </a:lnTo>
                  <a:lnTo>
                    <a:pt x="96563" y="72361"/>
                  </a:lnTo>
                  <a:lnTo>
                    <a:pt x="96354" y="71641"/>
                  </a:lnTo>
                  <a:lnTo>
                    <a:pt x="96145" y="70909"/>
                  </a:lnTo>
                  <a:lnTo>
                    <a:pt x="95923" y="70190"/>
                  </a:lnTo>
                  <a:lnTo>
                    <a:pt x="95687" y="69471"/>
                  </a:lnTo>
                  <a:lnTo>
                    <a:pt x="95191" y="68020"/>
                  </a:lnTo>
                  <a:lnTo>
                    <a:pt x="94681" y="66581"/>
                  </a:lnTo>
                  <a:lnTo>
                    <a:pt x="94131" y="65143"/>
                  </a:lnTo>
                  <a:lnTo>
                    <a:pt x="93556" y="63705"/>
                  </a:lnTo>
                  <a:lnTo>
                    <a:pt x="92968" y="62279"/>
                  </a:lnTo>
                  <a:lnTo>
                    <a:pt x="92340" y="60854"/>
                  </a:lnTo>
                  <a:lnTo>
                    <a:pt x="91699" y="59429"/>
                  </a:lnTo>
                  <a:lnTo>
                    <a:pt x="91019" y="58004"/>
                  </a:lnTo>
                  <a:lnTo>
                    <a:pt x="90340" y="56591"/>
                  </a:lnTo>
                  <a:lnTo>
                    <a:pt x="89633" y="55166"/>
                  </a:lnTo>
                  <a:lnTo>
                    <a:pt x="88901" y="53767"/>
                  </a:lnTo>
                  <a:lnTo>
                    <a:pt x="88156" y="52355"/>
                  </a:lnTo>
                  <a:lnTo>
                    <a:pt x="87398" y="50956"/>
                  </a:lnTo>
                  <a:lnTo>
                    <a:pt x="86626" y="49557"/>
                  </a:lnTo>
                  <a:lnTo>
                    <a:pt x="85855" y="48158"/>
                  </a:lnTo>
                  <a:lnTo>
                    <a:pt x="85057" y="46772"/>
                  </a:lnTo>
                  <a:lnTo>
                    <a:pt x="84246" y="45386"/>
                  </a:lnTo>
                  <a:lnTo>
                    <a:pt x="83436" y="44013"/>
                  </a:lnTo>
                  <a:lnTo>
                    <a:pt x="82612" y="42627"/>
                  </a:lnTo>
                  <a:lnTo>
                    <a:pt x="80951" y="39894"/>
                  </a:lnTo>
                  <a:lnTo>
                    <a:pt x="79278" y="37174"/>
                  </a:lnTo>
                  <a:lnTo>
                    <a:pt x="75930" y="31787"/>
                  </a:lnTo>
                  <a:lnTo>
                    <a:pt x="74283" y="29133"/>
                  </a:lnTo>
                  <a:lnTo>
                    <a:pt x="72661" y="26491"/>
                  </a:lnTo>
                  <a:lnTo>
                    <a:pt x="71079" y="23876"/>
                  </a:lnTo>
                  <a:lnTo>
                    <a:pt x="70308" y="22569"/>
                  </a:lnTo>
                  <a:lnTo>
                    <a:pt x="69549" y="21274"/>
                  </a:lnTo>
                  <a:lnTo>
                    <a:pt x="68804" y="19993"/>
                  </a:lnTo>
                  <a:lnTo>
                    <a:pt x="68072" y="18711"/>
                  </a:lnTo>
                  <a:lnTo>
                    <a:pt x="67366" y="17430"/>
                  </a:lnTo>
                  <a:lnTo>
                    <a:pt x="66673" y="16162"/>
                  </a:lnTo>
                  <a:lnTo>
                    <a:pt x="66006" y="14893"/>
                  </a:lnTo>
                  <a:lnTo>
                    <a:pt x="65352" y="13638"/>
                  </a:lnTo>
                  <a:lnTo>
                    <a:pt x="64724" y="12383"/>
                  </a:lnTo>
                  <a:lnTo>
                    <a:pt x="64123" y="11141"/>
                  </a:lnTo>
                  <a:lnTo>
                    <a:pt x="64045" y="10971"/>
                  </a:lnTo>
                  <a:lnTo>
                    <a:pt x="63940" y="10814"/>
                  </a:lnTo>
                  <a:lnTo>
                    <a:pt x="63848" y="10657"/>
                  </a:lnTo>
                  <a:lnTo>
                    <a:pt x="63744" y="10500"/>
                  </a:lnTo>
                  <a:lnTo>
                    <a:pt x="63639" y="10369"/>
                  </a:lnTo>
                  <a:lnTo>
                    <a:pt x="63521" y="10238"/>
                  </a:lnTo>
                  <a:lnTo>
                    <a:pt x="63404" y="10108"/>
                  </a:lnTo>
                  <a:lnTo>
                    <a:pt x="63273" y="9990"/>
                  </a:lnTo>
                  <a:lnTo>
                    <a:pt x="63142" y="9885"/>
                  </a:lnTo>
                  <a:lnTo>
                    <a:pt x="63012" y="9781"/>
                  </a:lnTo>
                  <a:lnTo>
                    <a:pt x="62881" y="9689"/>
                  </a:lnTo>
                  <a:lnTo>
                    <a:pt x="62737" y="9598"/>
                  </a:lnTo>
                  <a:lnTo>
                    <a:pt x="62462" y="9441"/>
                  </a:lnTo>
                  <a:lnTo>
                    <a:pt x="62162" y="9323"/>
                  </a:lnTo>
                  <a:lnTo>
                    <a:pt x="61351" y="8630"/>
                  </a:lnTo>
                  <a:lnTo>
                    <a:pt x="60501" y="7950"/>
                  </a:lnTo>
                  <a:lnTo>
                    <a:pt x="59638" y="7283"/>
                  </a:lnTo>
                  <a:lnTo>
                    <a:pt x="58749" y="6616"/>
                  </a:lnTo>
                  <a:lnTo>
                    <a:pt x="57834" y="5963"/>
                  </a:lnTo>
                  <a:lnTo>
                    <a:pt x="56892" y="5335"/>
                  </a:lnTo>
                  <a:lnTo>
                    <a:pt x="55938" y="4733"/>
                  </a:lnTo>
                  <a:lnTo>
                    <a:pt x="54970" y="4145"/>
                  </a:lnTo>
                  <a:lnTo>
                    <a:pt x="54473" y="3857"/>
                  </a:lnTo>
                  <a:lnTo>
                    <a:pt x="53976" y="3583"/>
                  </a:lnTo>
                  <a:lnTo>
                    <a:pt x="53479" y="3308"/>
                  </a:lnTo>
                  <a:lnTo>
                    <a:pt x="52969" y="3047"/>
                  </a:lnTo>
                  <a:lnTo>
                    <a:pt x="52460" y="2798"/>
                  </a:lnTo>
                  <a:lnTo>
                    <a:pt x="51950" y="2550"/>
                  </a:lnTo>
                  <a:lnTo>
                    <a:pt x="51440" y="2314"/>
                  </a:lnTo>
                  <a:lnTo>
                    <a:pt x="50917" y="2092"/>
                  </a:lnTo>
                  <a:lnTo>
                    <a:pt x="50407" y="1870"/>
                  </a:lnTo>
                  <a:lnTo>
                    <a:pt x="49884" y="1661"/>
                  </a:lnTo>
                  <a:lnTo>
                    <a:pt x="49361" y="1465"/>
                  </a:lnTo>
                  <a:lnTo>
                    <a:pt x="48838" y="1281"/>
                  </a:lnTo>
                  <a:lnTo>
                    <a:pt x="48302" y="1112"/>
                  </a:lnTo>
                  <a:lnTo>
                    <a:pt x="47778" y="942"/>
                  </a:lnTo>
                  <a:lnTo>
                    <a:pt x="47242" y="785"/>
                  </a:lnTo>
                  <a:lnTo>
                    <a:pt x="46719" y="654"/>
                  </a:lnTo>
                  <a:lnTo>
                    <a:pt x="46183" y="523"/>
                  </a:lnTo>
                  <a:lnTo>
                    <a:pt x="45647" y="405"/>
                  </a:lnTo>
                  <a:lnTo>
                    <a:pt x="45124" y="301"/>
                  </a:lnTo>
                  <a:lnTo>
                    <a:pt x="44588" y="222"/>
                  </a:lnTo>
                  <a:lnTo>
                    <a:pt x="44052" y="144"/>
                  </a:lnTo>
                  <a:lnTo>
                    <a:pt x="43516" y="79"/>
                  </a:lnTo>
                  <a:lnTo>
                    <a:pt x="42993" y="39"/>
                  </a:lnTo>
                  <a:lnTo>
                    <a:pt x="42457" y="13"/>
                  </a:lnTo>
                  <a:lnTo>
                    <a:pt x="419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62;p38">
              <a:extLst>
                <a:ext uri="{FF2B5EF4-FFF2-40B4-BE49-F238E27FC236}">
                  <a16:creationId xmlns:a16="http://schemas.microsoft.com/office/drawing/2014/main" id="{CE33878E-606F-161F-9E93-EA15811789A5}"/>
                </a:ext>
              </a:extLst>
            </p:cNvPr>
            <p:cNvSpPr/>
            <p:nvPr/>
          </p:nvSpPr>
          <p:spPr>
            <a:xfrm>
              <a:off x="4440225" y="2002025"/>
              <a:ext cx="1450125" cy="3058725"/>
            </a:xfrm>
            <a:custGeom>
              <a:avLst/>
              <a:gdLst/>
              <a:ahLst/>
              <a:cxnLst/>
              <a:rect l="l" t="t" r="r" b="b"/>
              <a:pathLst>
                <a:path w="58005" h="122349" extrusionOk="0">
                  <a:moveTo>
                    <a:pt x="720" y="0"/>
                  </a:moveTo>
                  <a:lnTo>
                    <a:pt x="1" y="26"/>
                  </a:lnTo>
                  <a:lnTo>
                    <a:pt x="668" y="79"/>
                  </a:lnTo>
                  <a:lnTo>
                    <a:pt x="1321" y="144"/>
                  </a:lnTo>
                  <a:lnTo>
                    <a:pt x="1975" y="235"/>
                  </a:lnTo>
                  <a:lnTo>
                    <a:pt x="2629" y="353"/>
                  </a:lnTo>
                  <a:lnTo>
                    <a:pt x="3283" y="497"/>
                  </a:lnTo>
                  <a:lnTo>
                    <a:pt x="3950" y="641"/>
                  </a:lnTo>
                  <a:lnTo>
                    <a:pt x="4603" y="824"/>
                  </a:lnTo>
                  <a:lnTo>
                    <a:pt x="5257" y="1007"/>
                  </a:lnTo>
                  <a:lnTo>
                    <a:pt x="5898" y="1216"/>
                  </a:lnTo>
                  <a:lnTo>
                    <a:pt x="6552" y="1451"/>
                  </a:lnTo>
                  <a:lnTo>
                    <a:pt x="7192" y="1687"/>
                  </a:lnTo>
                  <a:lnTo>
                    <a:pt x="7833" y="1948"/>
                  </a:lnTo>
                  <a:lnTo>
                    <a:pt x="8474" y="2223"/>
                  </a:lnTo>
                  <a:lnTo>
                    <a:pt x="9114" y="2511"/>
                  </a:lnTo>
                  <a:lnTo>
                    <a:pt x="9742" y="2811"/>
                  </a:lnTo>
                  <a:lnTo>
                    <a:pt x="10370" y="3125"/>
                  </a:lnTo>
                  <a:lnTo>
                    <a:pt x="10984" y="3452"/>
                  </a:lnTo>
                  <a:lnTo>
                    <a:pt x="11599" y="3792"/>
                  </a:lnTo>
                  <a:lnTo>
                    <a:pt x="12213" y="4132"/>
                  </a:lnTo>
                  <a:lnTo>
                    <a:pt x="12815" y="4498"/>
                  </a:lnTo>
                  <a:lnTo>
                    <a:pt x="13416" y="4864"/>
                  </a:lnTo>
                  <a:lnTo>
                    <a:pt x="14005" y="5243"/>
                  </a:lnTo>
                  <a:lnTo>
                    <a:pt x="14580" y="5623"/>
                  </a:lnTo>
                  <a:lnTo>
                    <a:pt x="15155" y="6015"/>
                  </a:lnTo>
                  <a:lnTo>
                    <a:pt x="15731" y="6407"/>
                  </a:lnTo>
                  <a:lnTo>
                    <a:pt x="16280" y="6812"/>
                  </a:lnTo>
                  <a:lnTo>
                    <a:pt x="16829" y="7218"/>
                  </a:lnTo>
                  <a:lnTo>
                    <a:pt x="17365" y="7636"/>
                  </a:lnTo>
                  <a:lnTo>
                    <a:pt x="17901" y="8055"/>
                  </a:lnTo>
                  <a:lnTo>
                    <a:pt x="18411" y="8473"/>
                  </a:lnTo>
                  <a:lnTo>
                    <a:pt x="18921" y="8892"/>
                  </a:lnTo>
                  <a:lnTo>
                    <a:pt x="19418" y="9323"/>
                  </a:lnTo>
                  <a:lnTo>
                    <a:pt x="19719" y="9441"/>
                  </a:lnTo>
                  <a:lnTo>
                    <a:pt x="20006" y="9598"/>
                  </a:lnTo>
                  <a:lnTo>
                    <a:pt x="20150" y="9689"/>
                  </a:lnTo>
                  <a:lnTo>
                    <a:pt x="20281" y="9781"/>
                  </a:lnTo>
                  <a:lnTo>
                    <a:pt x="20412" y="9885"/>
                  </a:lnTo>
                  <a:lnTo>
                    <a:pt x="20542" y="9990"/>
                  </a:lnTo>
                  <a:lnTo>
                    <a:pt x="20660" y="10108"/>
                  </a:lnTo>
                  <a:lnTo>
                    <a:pt x="20778" y="10238"/>
                  </a:lnTo>
                  <a:lnTo>
                    <a:pt x="20896" y="10369"/>
                  </a:lnTo>
                  <a:lnTo>
                    <a:pt x="21000" y="10500"/>
                  </a:lnTo>
                  <a:lnTo>
                    <a:pt x="21105" y="10657"/>
                  </a:lnTo>
                  <a:lnTo>
                    <a:pt x="21209" y="10814"/>
                  </a:lnTo>
                  <a:lnTo>
                    <a:pt x="21301" y="10971"/>
                  </a:lnTo>
                  <a:lnTo>
                    <a:pt x="21392" y="11141"/>
                  </a:lnTo>
                  <a:lnTo>
                    <a:pt x="21824" y="12043"/>
                  </a:lnTo>
                  <a:lnTo>
                    <a:pt x="22255" y="12919"/>
                  </a:lnTo>
                  <a:lnTo>
                    <a:pt x="22687" y="13782"/>
                  </a:lnTo>
                  <a:lnTo>
                    <a:pt x="23118" y="14632"/>
                  </a:lnTo>
                  <a:lnTo>
                    <a:pt x="23550" y="15455"/>
                  </a:lnTo>
                  <a:lnTo>
                    <a:pt x="23994" y="16279"/>
                  </a:lnTo>
                  <a:lnTo>
                    <a:pt x="24871" y="17888"/>
                  </a:lnTo>
                  <a:lnTo>
                    <a:pt x="25773" y="19457"/>
                  </a:lnTo>
                  <a:lnTo>
                    <a:pt x="26675" y="21000"/>
                  </a:lnTo>
                  <a:lnTo>
                    <a:pt x="27603" y="22529"/>
                  </a:lnTo>
                  <a:lnTo>
                    <a:pt x="28545" y="24072"/>
                  </a:lnTo>
                  <a:lnTo>
                    <a:pt x="29512" y="25615"/>
                  </a:lnTo>
                  <a:lnTo>
                    <a:pt x="30506" y="27184"/>
                  </a:lnTo>
                  <a:lnTo>
                    <a:pt x="32572" y="30440"/>
                  </a:lnTo>
                  <a:lnTo>
                    <a:pt x="33644" y="32153"/>
                  </a:lnTo>
                  <a:lnTo>
                    <a:pt x="34756" y="33931"/>
                  </a:lnTo>
                  <a:lnTo>
                    <a:pt x="35906" y="35788"/>
                  </a:lnTo>
                  <a:lnTo>
                    <a:pt x="37096" y="37749"/>
                  </a:lnTo>
                  <a:lnTo>
                    <a:pt x="37188" y="38403"/>
                  </a:lnTo>
                  <a:lnTo>
                    <a:pt x="37305" y="39149"/>
                  </a:lnTo>
                  <a:lnTo>
                    <a:pt x="37436" y="39959"/>
                  </a:lnTo>
                  <a:lnTo>
                    <a:pt x="37593" y="40835"/>
                  </a:lnTo>
                  <a:lnTo>
                    <a:pt x="37946" y="42718"/>
                  </a:lnTo>
                  <a:lnTo>
                    <a:pt x="38351" y="44693"/>
                  </a:lnTo>
                  <a:lnTo>
                    <a:pt x="38770" y="46667"/>
                  </a:lnTo>
                  <a:lnTo>
                    <a:pt x="39175" y="48550"/>
                  </a:lnTo>
                  <a:lnTo>
                    <a:pt x="39567" y="50224"/>
                  </a:lnTo>
                  <a:lnTo>
                    <a:pt x="39907" y="51623"/>
                  </a:lnTo>
                  <a:lnTo>
                    <a:pt x="39960" y="51780"/>
                  </a:lnTo>
                  <a:lnTo>
                    <a:pt x="40012" y="51950"/>
                  </a:lnTo>
                  <a:lnTo>
                    <a:pt x="40077" y="52093"/>
                  </a:lnTo>
                  <a:lnTo>
                    <a:pt x="40143" y="52250"/>
                  </a:lnTo>
                  <a:lnTo>
                    <a:pt x="40313" y="52551"/>
                  </a:lnTo>
                  <a:lnTo>
                    <a:pt x="40496" y="52826"/>
                  </a:lnTo>
                  <a:lnTo>
                    <a:pt x="40705" y="53100"/>
                  </a:lnTo>
                  <a:lnTo>
                    <a:pt x="40940" y="53362"/>
                  </a:lnTo>
                  <a:lnTo>
                    <a:pt x="41189" y="53623"/>
                  </a:lnTo>
                  <a:lnTo>
                    <a:pt x="41437" y="53859"/>
                  </a:lnTo>
                  <a:lnTo>
                    <a:pt x="41712" y="54094"/>
                  </a:lnTo>
                  <a:lnTo>
                    <a:pt x="41986" y="54329"/>
                  </a:lnTo>
                  <a:lnTo>
                    <a:pt x="42536" y="54774"/>
                  </a:lnTo>
                  <a:lnTo>
                    <a:pt x="43072" y="55205"/>
                  </a:lnTo>
                  <a:lnTo>
                    <a:pt x="43333" y="55415"/>
                  </a:lnTo>
                  <a:lnTo>
                    <a:pt x="43569" y="55611"/>
                  </a:lnTo>
                  <a:lnTo>
                    <a:pt x="43843" y="55872"/>
                  </a:lnTo>
                  <a:lnTo>
                    <a:pt x="44105" y="56121"/>
                  </a:lnTo>
                  <a:lnTo>
                    <a:pt x="44353" y="56369"/>
                  </a:lnTo>
                  <a:lnTo>
                    <a:pt x="44588" y="56618"/>
                  </a:lnTo>
                  <a:lnTo>
                    <a:pt x="44798" y="56879"/>
                  </a:lnTo>
                  <a:lnTo>
                    <a:pt x="45007" y="57141"/>
                  </a:lnTo>
                  <a:lnTo>
                    <a:pt x="45190" y="57389"/>
                  </a:lnTo>
                  <a:lnTo>
                    <a:pt x="45360" y="57651"/>
                  </a:lnTo>
                  <a:lnTo>
                    <a:pt x="45530" y="57912"/>
                  </a:lnTo>
                  <a:lnTo>
                    <a:pt x="45674" y="58187"/>
                  </a:lnTo>
                  <a:lnTo>
                    <a:pt x="45818" y="58448"/>
                  </a:lnTo>
                  <a:lnTo>
                    <a:pt x="45935" y="58723"/>
                  </a:lnTo>
                  <a:lnTo>
                    <a:pt x="46053" y="58997"/>
                  </a:lnTo>
                  <a:lnTo>
                    <a:pt x="46158" y="59272"/>
                  </a:lnTo>
                  <a:lnTo>
                    <a:pt x="46249" y="59546"/>
                  </a:lnTo>
                  <a:lnTo>
                    <a:pt x="46341" y="59834"/>
                  </a:lnTo>
                  <a:lnTo>
                    <a:pt x="46406" y="60122"/>
                  </a:lnTo>
                  <a:lnTo>
                    <a:pt x="46471" y="60409"/>
                  </a:lnTo>
                  <a:lnTo>
                    <a:pt x="46524" y="60697"/>
                  </a:lnTo>
                  <a:lnTo>
                    <a:pt x="46576" y="60998"/>
                  </a:lnTo>
                  <a:lnTo>
                    <a:pt x="46615" y="61299"/>
                  </a:lnTo>
                  <a:lnTo>
                    <a:pt x="46641" y="61612"/>
                  </a:lnTo>
                  <a:lnTo>
                    <a:pt x="46681" y="62240"/>
                  </a:lnTo>
                  <a:lnTo>
                    <a:pt x="46694" y="62881"/>
                  </a:lnTo>
                  <a:lnTo>
                    <a:pt x="46681" y="63548"/>
                  </a:lnTo>
                  <a:lnTo>
                    <a:pt x="46654" y="64241"/>
                  </a:lnTo>
                  <a:lnTo>
                    <a:pt x="46602" y="64947"/>
                  </a:lnTo>
                  <a:lnTo>
                    <a:pt x="46537" y="65784"/>
                  </a:lnTo>
                  <a:lnTo>
                    <a:pt x="46484" y="66594"/>
                  </a:lnTo>
                  <a:lnTo>
                    <a:pt x="46471" y="66987"/>
                  </a:lnTo>
                  <a:lnTo>
                    <a:pt x="46471" y="67366"/>
                  </a:lnTo>
                  <a:lnTo>
                    <a:pt x="46484" y="67745"/>
                  </a:lnTo>
                  <a:lnTo>
                    <a:pt x="46511" y="68124"/>
                  </a:lnTo>
                  <a:lnTo>
                    <a:pt x="46563" y="68490"/>
                  </a:lnTo>
                  <a:lnTo>
                    <a:pt x="46641" y="68856"/>
                  </a:lnTo>
                  <a:lnTo>
                    <a:pt x="46733" y="69209"/>
                  </a:lnTo>
                  <a:lnTo>
                    <a:pt x="46864" y="69562"/>
                  </a:lnTo>
                  <a:lnTo>
                    <a:pt x="46942" y="69732"/>
                  </a:lnTo>
                  <a:lnTo>
                    <a:pt x="47021" y="69915"/>
                  </a:lnTo>
                  <a:lnTo>
                    <a:pt x="47112" y="70085"/>
                  </a:lnTo>
                  <a:lnTo>
                    <a:pt x="47217" y="70255"/>
                  </a:lnTo>
                  <a:lnTo>
                    <a:pt x="47334" y="70425"/>
                  </a:lnTo>
                  <a:lnTo>
                    <a:pt x="47452" y="70595"/>
                  </a:lnTo>
                  <a:lnTo>
                    <a:pt x="47583" y="70765"/>
                  </a:lnTo>
                  <a:lnTo>
                    <a:pt x="47727" y="70935"/>
                  </a:lnTo>
                  <a:lnTo>
                    <a:pt x="47910" y="71158"/>
                  </a:lnTo>
                  <a:lnTo>
                    <a:pt x="48093" y="71393"/>
                  </a:lnTo>
                  <a:lnTo>
                    <a:pt x="48263" y="71641"/>
                  </a:lnTo>
                  <a:lnTo>
                    <a:pt x="48420" y="71903"/>
                  </a:lnTo>
                  <a:lnTo>
                    <a:pt x="48577" y="72164"/>
                  </a:lnTo>
                  <a:lnTo>
                    <a:pt x="48707" y="72439"/>
                  </a:lnTo>
                  <a:lnTo>
                    <a:pt x="48825" y="72714"/>
                  </a:lnTo>
                  <a:lnTo>
                    <a:pt x="48930" y="73001"/>
                  </a:lnTo>
                  <a:lnTo>
                    <a:pt x="49021" y="73289"/>
                  </a:lnTo>
                  <a:lnTo>
                    <a:pt x="49086" y="73590"/>
                  </a:lnTo>
                  <a:lnTo>
                    <a:pt x="49126" y="73890"/>
                  </a:lnTo>
                  <a:lnTo>
                    <a:pt x="49152" y="74178"/>
                  </a:lnTo>
                  <a:lnTo>
                    <a:pt x="49152" y="74479"/>
                  </a:lnTo>
                  <a:lnTo>
                    <a:pt x="49126" y="74780"/>
                  </a:lnTo>
                  <a:lnTo>
                    <a:pt x="49073" y="75080"/>
                  </a:lnTo>
                  <a:lnTo>
                    <a:pt x="48995" y="75381"/>
                  </a:lnTo>
                  <a:lnTo>
                    <a:pt x="48786" y="76048"/>
                  </a:lnTo>
                  <a:lnTo>
                    <a:pt x="48590" y="76649"/>
                  </a:lnTo>
                  <a:lnTo>
                    <a:pt x="48433" y="77225"/>
                  </a:lnTo>
                  <a:lnTo>
                    <a:pt x="48367" y="77512"/>
                  </a:lnTo>
                  <a:lnTo>
                    <a:pt x="48315" y="77787"/>
                  </a:lnTo>
                  <a:lnTo>
                    <a:pt x="48263" y="78075"/>
                  </a:lnTo>
                  <a:lnTo>
                    <a:pt x="48224" y="78362"/>
                  </a:lnTo>
                  <a:lnTo>
                    <a:pt x="48197" y="78663"/>
                  </a:lnTo>
                  <a:lnTo>
                    <a:pt x="48184" y="78977"/>
                  </a:lnTo>
                  <a:lnTo>
                    <a:pt x="48184" y="79304"/>
                  </a:lnTo>
                  <a:lnTo>
                    <a:pt x="48197" y="79631"/>
                  </a:lnTo>
                  <a:lnTo>
                    <a:pt x="48224" y="79997"/>
                  </a:lnTo>
                  <a:lnTo>
                    <a:pt x="48263" y="80376"/>
                  </a:lnTo>
                  <a:lnTo>
                    <a:pt x="48354" y="81200"/>
                  </a:lnTo>
                  <a:lnTo>
                    <a:pt x="48433" y="82037"/>
                  </a:lnTo>
                  <a:lnTo>
                    <a:pt x="48498" y="82873"/>
                  </a:lnTo>
                  <a:lnTo>
                    <a:pt x="48563" y="83710"/>
                  </a:lnTo>
                  <a:lnTo>
                    <a:pt x="48603" y="84547"/>
                  </a:lnTo>
                  <a:lnTo>
                    <a:pt x="48629" y="85384"/>
                  </a:lnTo>
                  <a:lnTo>
                    <a:pt x="48642" y="86221"/>
                  </a:lnTo>
                  <a:lnTo>
                    <a:pt x="48642" y="87058"/>
                  </a:lnTo>
                  <a:lnTo>
                    <a:pt x="48629" y="87894"/>
                  </a:lnTo>
                  <a:lnTo>
                    <a:pt x="48603" y="88731"/>
                  </a:lnTo>
                  <a:lnTo>
                    <a:pt x="48563" y="89568"/>
                  </a:lnTo>
                  <a:lnTo>
                    <a:pt x="48511" y="90405"/>
                  </a:lnTo>
                  <a:lnTo>
                    <a:pt x="48446" y="91242"/>
                  </a:lnTo>
                  <a:lnTo>
                    <a:pt x="48367" y="92079"/>
                  </a:lnTo>
                  <a:lnTo>
                    <a:pt x="48276" y="92902"/>
                  </a:lnTo>
                  <a:lnTo>
                    <a:pt x="48171" y="93739"/>
                  </a:lnTo>
                  <a:lnTo>
                    <a:pt x="48054" y="94563"/>
                  </a:lnTo>
                  <a:lnTo>
                    <a:pt x="47923" y="95400"/>
                  </a:lnTo>
                  <a:lnTo>
                    <a:pt x="47779" y="96224"/>
                  </a:lnTo>
                  <a:lnTo>
                    <a:pt x="47622" y="97047"/>
                  </a:lnTo>
                  <a:lnTo>
                    <a:pt x="47452" y="97858"/>
                  </a:lnTo>
                  <a:lnTo>
                    <a:pt x="47269" y="98682"/>
                  </a:lnTo>
                  <a:lnTo>
                    <a:pt x="47073" y="99493"/>
                  </a:lnTo>
                  <a:lnTo>
                    <a:pt x="46864" y="100303"/>
                  </a:lnTo>
                  <a:lnTo>
                    <a:pt x="46641" y="101114"/>
                  </a:lnTo>
                  <a:lnTo>
                    <a:pt x="46406" y="101925"/>
                  </a:lnTo>
                  <a:lnTo>
                    <a:pt x="46158" y="102722"/>
                  </a:lnTo>
                  <a:lnTo>
                    <a:pt x="45909" y="103520"/>
                  </a:lnTo>
                  <a:lnTo>
                    <a:pt x="45635" y="104304"/>
                  </a:lnTo>
                  <a:lnTo>
                    <a:pt x="45347" y="105102"/>
                  </a:lnTo>
                  <a:lnTo>
                    <a:pt x="45046" y="105873"/>
                  </a:lnTo>
                  <a:lnTo>
                    <a:pt x="44732" y="106658"/>
                  </a:lnTo>
                  <a:lnTo>
                    <a:pt x="44275" y="107756"/>
                  </a:lnTo>
                  <a:lnTo>
                    <a:pt x="43817" y="108868"/>
                  </a:lnTo>
                  <a:lnTo>
                    <a:pt x="43582" y="109417"/>
                  </a:lnTo>
                  <a:lnTo>
                    <a:pt x="43359" y="109979"/>
                  </a:lnTo>
                  <a:lnTo>
                    <a:pt x="43150" y="110541"/>
                  </a:lnTo>
                  <a:lnTo>
                    <a:pt x="42954" y="111104"/>
                  </a:lnTo>
                  <a:lnTo>
                    <a:pt x="42810" y="111574"/>
                  </a:lnTo>
                  <a:lnTo>
                    <a:pt x="42653" y="112071"/>
                  </a:lnTo>
                  <a:lnTo>
                    <a:pt x="42509" y="112581"/>
                  </a:lnTo>
                  <a:lnTo>
                    <a:pt x="42339" y="113091"/>
                  </a:lnTo>
                  <a:lnTo>
                    <a:pt x="42156" y="113588"/>
                  </a:lnTo>
                  <a:lnTo>
                    <a:pt x="42052" y="113837"/>
                  </a:lnTo>
                  <a:lnTo>
                    <a:pt x="41934" y="114059"/>
                  </a:lnTo>
                  <a:lnTo>
                    <a:pt x="41816" y="114294"/>
                  </a:lnTo>
                  <a:lnTo>
                    <a:pt x="41673" y="114516"/>
                  </a:lnTo>
                  <a:lnTo>
                    <a:pt x="41529" y="114726"/>
                  </a:lnTo>
                  <a:lnTo>
                    <a:pt x="41372" y="114922"/>
                  </a:lnTo>
                  <a:lnTo>
                    <a:pt x="41202" y="115105"/>
                  </a:lnTo>
                  <a:lnTo>
                    <a:pt x="41019" y="115275"/>
                  </a:lnTo>
                  <a:lnTo>
                    <a:pt x="40823" y="115445"/>
                  </a:lnTo>
                  <a:lnTo>
                    <a:pt x="40614" y="115589"/>
                  </a:lnTo>
                  <a:lnTo>
                    <a:pt x="40391" y="115746"/>
                  </a:lnTo>
                  <a:lnTo>
                    <a:pt x="40156" y="115876"/>
                  </a:lnTo>
                  <a:lnTo>
                    <a:pt x="39921" y="116007"/>
                  </a:lnTo>
                  <a:lnTo>
                    <a:pt x="39685" y="116138"/>
                  </a:lnTo>
                  <a:lnTo>
                    <a:pt x="39188" y="116360"/>
                  </a:lnTo>
                  <a:lnTo>
                    <a:pt x="38704" y="116582"/>
                  </a:lnTo>
                  <a:lnTo>
                    <a:pt x="38208" y="116792"/>
                  </a:lnTo>
                  <a:lnTo>
                    <a:pt x="37750" y="116988"/>
                  </a:lnTo>
                  <a:lnTo>
                    <a:pt x="37201" y="117223"/>
                  </a:lnTo>
                  <a:lnTo>
                    <a:pt x="36639" y="117458"/>
                  </a:lnTo>
                  <a:lnTo>
                    <a:pt x="35527" y="117916"/>
                  </a:lnTo>
                  <a:lnTo>
                    <a:pt x="34403" y="118335"/>
                  </a:lnTo>
                  <a:lnTo>
                    <a:pt x="33278" y="118727"/>
                  </a:lnTo>
                  <a:lnTo>
                    <a:pt x="32127" y="119093"/>
                  </a:lnTo>
                  <a:lnTo>
                    <a:pt x="30977" y="119433"/>
                  </a:lnTo>
                  <a:lnTo>
                    <a:pt x="29826" y="119760"/>
                  </a:lnTo>
                  <a:lnTo>
                    <a:pt x="28662" y="120047"/>
                  </a:lnTo>
                  <a:lnTo>
                    <a:pt x="27473" y="120335"/>
                  </a:lnTo>
                  <a:lnTo>
                    <a:pt x="26270" y="120597"/>
                  </a:lnTo>
                  <a:lnTo>
                    <a:pt x="25067" y="120845"/>
                  </a:lnTo>
                  <a:lnTo>
                    <a:pt x="23864" y="121067"/>
                  </a:lnTo>
                  <a:lnTo>
                    <a:pt x="22648" y="121263"/>
                  </a:lnTo>
                  <a:lnTo>
                    <a:pt x="21432" y="121447"/>
                  </a:lnTo>
                  <a:lnTo>
                    <a:pt x="20216" y="121616"/>
                  </a:lnTo>
                  <a:lnTo>
                    <a:pt x="19000" y="121760"/>
                  </a:lnTo>
                  <a:lnTo>
                    <a:pt x="17770" y="121891"/>
                  </a:lnTo>
                  <a:lnTo>
                    <a:pt x="16554" y="122009"/>
                  </a:lnTo>
                  <a:lnTo>
                    <a:pt x="15325" y="122100"/>
                  </a:lnTo>
                  <a:lnTo>
                    <a:pt x="14096" y="122179"/>
                  </a:lnTo>
                  <a:lnTo>
                    <a:pt x="12880" y="122244"/>
                  </a:lnTo>
                  <a:lnTo>
                    <a:pt x="11651" y="122296"/>
                  </a:lnTo>
                  <a:lnTo>
                    <a:pt x="10422" y="122323"/>
                  </a:lnTo>
                  <a:lnTo>
                    <a:pt x="9193" y="122349"/>
                  </a:lnTo>
                  <a:lnTo>
                    <a:pt x="10984" y="122349"/>
                  </a:lnTo>
                  <a:lnTo>
                    <a:pt x="11886" y="122336"/>
                  </a:lnTo>
                  <a:lnTo>
                    <a:pt x="12789" y="122310"/>
                  </a:lnTo>
                  <a:lnTo>
                    <a:pt x="13704" y="122283"/>
                  </a:lnTo>
                  <a:lnTo>
                    <a:pt x="14606" y="122257"/>
                  </a:lnTo>
                  <a:lnTo>
                    <a:pt x="15521" y="122205"/>
                  </a:lnTo>
                  <a:lnTo>
                    <a:pt x="16437" y="122153"/>
                  </a:lnTo>
                  <a:lnTo>
                    <a:pt x="17352" y="122087"/>
                  </a:lnTo>
                  <a:lnTo>
                    <a:pt x="18267" y="122022"/>
                  </a:lnTo>
                  <a:lnTo>
                    <a:pt x="19183" y="121943"/>
                  </a:lnTo>
                  <a:lnTo>
                    <a:pt x="20098" y="121852"/>
                  </a:lnTo>
                  <a:lnTo>
                    <a:pt x="21026" y="121747"/>
                  </a:lnTo>
                  <a:lnTo>
                    <a:pt x="21928" y="121643"/>
                  </a:lnTo>
                  <a:lnTo>
                    <a:pt x="22844" y="121525"/>
                  </a:lnTo>
                  <a:lnTo>
                    <a:pt x="23759" y="121394"/>
                  </a:lnTo>
                  <a:lnTo>
                    <a:pt x="24661" y="121250"/>
                  </a:lnTo>
                  <a:lnTo>
                    <a:pt x="25577" y="121107"/>
                  </a:lnTo>
                  <a:lnTo>
                    <a:pt x="26479" y="120950"/>
                  </a:lnTo>
                  <a:lnTo>
                    <a:pt x="27368" y="120780"/>
                  </a:lnTo>
                  <a:lnTo>
                    <a:pt x="28270" y="120597"/>
                  </a:lnTo>
                  <a:lnTo>
                    <a:pt x="29159" y="120400"/>
                  </a:lnTo>
                  <a:lnTo>
                    <a:pt x="30035" y="120204"/>
                  </a:lnTo>
                  <a:lnTo>
                    <a:pt x="30911" y="119995"/>
                  </a:lnTo>
                  <a:lnTo>
                    <a:pt x="31787" y="119760"/>
                  </a:lnTo>
                  <a:lnTo>
                    <a:pt x="32650" y="119524"/>
                  </a:lnTo>
                  <a:lnTo>
                    <a:pt x="33513" y="119276"/>
                  </a:lnTo>
                  <a:lnTo>
                    <a:pt x="34363" y="119014"/>
                  </a:lnTo>
                  <a:lnTo>
                    <a:pt x="35200" y="118740"/>
                  </a:lnTo>
                  <a:lnTo>
                    <a:pt x="36037" y="118465"/>
                  </a:lnTo>
                  <a:lnTo>
                    <a:pt x="36861" y="118165"/>
                  </a:lnTo>
                  <a:lnTo>
                    <a:pt x="37672" y="117851"/>
                  </a:lnTo>
                  <a:lnTo>
                    <a:pt x="38482" y="117537"/>
                  </a:lnTo>
                  <a:lnTo>
                    <a:pt x="39280" y="117197"/>
                  </a:lnTo>
                  <a:lnTo>
                    <a:pt x="40051" y="116844"/>
                  </a:lnTo>
                  <a:lnTo>
                    <a:pt x="40836" y="116491"/>
                  </a:lnTo>
                  <a:lnTo>
                    <a:pt x="41594" y="116112"/>
                  </a:lnTo>
                  <a:lnTo>
                    <a:pt x="42339" y="115719"/>
                  </a:lnTo>
                  <a:lnTo>
                    <a:pt x="43072" y="115327"/>
                  </a:lnTo>
                  <a:lnTo>
                    <a:pt x="43791" y="114909"/>
                  </a:lnTo>
                  <a:lnTo>
                    <a:pt x="44510" y="114477"/>
                  </a:lnTo>
                  <a:lnTo>
                    <a:pt x="45203" y="114033"/>
                  </a:lnTo>
                  <a:lnTo>
                    <a:pt x="45883" y="113575"/>
                  </a:lnTo>
                  <a:lnTo>
                    <a:pt x="46550" y="113104"/>
                  </a:lnTo>
                  <a:lnTo>
                    <a:pt x="47191" y="112620"/>
                  </a:lnTo>
                  <a:lnTo>
                    <a:pt x="47831" y="112111"/>
                  </a:lnTo>
                  <a:lnTo>
                    <a:pt x="48446" y="111601"/>
                  </a:lnTo>
                  <a:lnTo>
                    <a:pt x="49047" y="111064"/>
                  </a:lnTo>
                  <a:lnTo>
                    <a:pt x="49623" y="110515"/>
                  </a:lnTo>
                  <a:lnTo>
                    <a:pt x="50198" y="109953"/>
                  </a:lnTo>
                  <a:lnTo>
                    <a:pt x="50747" y="109378"/>
                  </a:lnTo>
                  <a:lnTo>
                    <a:pt x="51270" y="108776"/>
                  </a:lnTo>
                  <a:lnTo>
                    <a:pt x="51780" y="108162"/>
                  </a:lnTo>
                  <a:lnTo>
                    <a:pt x="52264" y="107547"/>
                  </a:lnTo>
                  <a:lnTo>
                    <a:pt x="52735" y="106893"/>
                  </a:lnTo>
                  <a:lnTo>
                    <a:pt x="53179" y="106240"/>
                  </a:lnTo>
                  <a:lnTo>
                    <a:pt x="53611" y="105560"/>
                  </a:lnTo>
                  <a:lnTo>
                    <a:pt x="54016" y="104867"/>
                  </a:lnTo>
                  <a:lnTo>
                    <a:pt x="54408" y="104161"/>
                  </a:lnTo>
                  <a:lnTo>
                    <a:pt x="54761" y="103428"/>
                  </a:lnTo>
                  <a:lnTo>
                    <a:pt x="55101" y="102696"/>
                  </a:lnTo>
                  <a:lnTo>
                    <a:pt x="55415" y="101925"/>
                  </a:lnTo>
                  <a:lnTo>
                    <a:pt x="55716" y="101153"/>
                  </a:lnTo>
                  <a:lnTo>
                    <a:pt x="55977" y="100356"/>
                  </a:lnTo>
                  <a:lnTo>
                    <a:pt x="56213" y="99597"/>
                  </a:lnTo>
                  <a:lnTo>
                    <a:pt x="56422" y="98852"/>
                  </a:lnTo>
                  <a:lnTo>
                    <a:pt x="56618" y="98107"/>
                  </a:lnTo>
                  <a:lnTo>
                    <a:pt x="56814" y="97348"/>
                  </a:lnTo>
                  <a:lnTo>
                    <a:pt x="56984" y="96603"/>
                  </a:lnTo>
                  <a:lnTo>
                    <a:pt x="57141" y="95858"/>
                  </a:lnTo>
                  <a:lnTo>
                    <a:pt x="57285" y="95112"/>
                  </a:lnTo>
                  <a:lnTo>
                    <a:pt x="57416" y="94354"/>
                  </a:lnTo>
                  <a:lnTo>
                    <a:pt x="57533" y="93609"/>
                  </a:lnTo>
                  <a:lnTo>
                    <a:pt x="57638" y="92863"/>
                  </a:lnTo>
                  <a:lnTo>
                    <a:pt x="57729" y="92118"/>
                  </a:lnTo>
                  <a:lnTo>
                    <a:pt x="57808" y="91373"/>
                  </a:lnTo>
                  <a:lnTo>
                    <a:pt x="57873" y="90627"/>
                  </a:lnTo>
                  <a:lnTo>
                    <a:pt x="57913" y="89882"/>
                  </a:lnTo>
                  <a:lnTo>
                    <a:pt x="57952" y="89137"/>
                  </a:lnTo>
                  <a:lnTo>
                    <a:pt x="57978" y="88391"/>
                  </a:lnTo>
                  <a:lnTo>
                    <a:pt x="58004" y="87646"/>
                  </a:lnTo>
                  <a:lnTo>
                    <a:pt x="58004" y="86901"/>
                  </a:lnTo>
                  <a:lnTo>
                    <a:pt x="57991" y="86155"/>
                  </a:lnTo>
                  <a:lnTo>
                    <a:pt x="57965" y="85410"/>
                  </a:lnTo>
                  <a:lnTo>
                    <a:pt x="57939" y="84678"/>
                  </a:lnTo>
                  <a:lnTo>
                    <a:pt x="57886" y="83933"/>
                  </a:lnTo>
                  <a:lnTo>
                    <a:pt x="57834" y="83187"/>
                  </a:lnTo>
                  <a:lnTo>
                    <a:pt x="57769" y="82455"/>
                  </a:lnTo>
                  <a:lnTo>
                    <a:pt x="57690" y="81710"/>
                  </a:lnTo>
                  <a:lnTo>
                    <a:pt x="57599" y="80964"/>
                  </a:lnTo>
                  <a:lnTo>
                    <a:pt x="57507" y="80232"/>
                  </a:lnTo>
                  <a:lnTo>
                    <a:pt x="57403" y="79500"/>
                  </a:lnTo>
                  <a:lnTo>
                    <a:pt x="57272" y="78755"/>
                  </a:lnTo>
                  <a:lnTo>
                    <a:pt x="57154" y="78022"/>
                  </a:lnTo>
                  <a:lnTo>
                    <a:pt x="57010" y="77277"/>
                  </a:lnTo>
                  <a:lnTo>
                    <a:pt x="56853" y="76545"/>
                  </a:lnTo>
                  <a:lnTo>
                    <a:pt x="56696" y="75813"/>
                  </a:lnTo>
                  <a:lnTo>
                    <a:pt x="56540" y="75080"/>
                  </a:lnTo>
                  <a:lnTo>
                    <a:pt x="56357" y="74348"/>
                  </a:lnTo>
                  <a:lnTo>
                    <a:pt x="56173" y="73616"/>
                  </a:lnTo>
                  <a:lnTo>
                    <a:pt x="55977" y="72884"/>
                  </a:lnTo>
                  <a:lnTo>
                    <a:pt x="55768" y="72151"/>
                  </a:lnTo>
                  <a:lnTo>
                    <a:pt x="55559" y="71419"/>
                  </a:lnTo>
                  <a:lnTo>
                    <a:pt x="55337" y="70687"/>
                  </a:lnTo>
                  <a:lnTo>
                    <a:pt x="55114" y="69955"/>
                  </a:lnTo>
                  <a:lnTo>
                    <a:pt x="54879" y="69222"/>
                  </a:lnTo>
                  <a:lnTo>
                    <a:pt x="54382" y="67771"/>
                  </a:lnTo>
                  <a:lnTo>
                    <a:pt x="53846" y="66320"/>
                  </a:lnTo>
                  <a:lnTo>
                    <a:pt x="53297" y="64868"/>
                  </a:lnTo>
                  <a:lnTo>
                    <a:pt x="52708" y="63430"/>
                  </a:lnTo>
                  <a:lnTo>
                    <a:pt x="52107" y="61992"/>
                  </a:lnTo>
                  <a:lnTo>
                    <a:pt x="51479" y="60553"/>
                  </a:lnTo>
                  <a:lnTo>
                    <a:pt x="50812" y="59115"/>
                  </a:lnTo>
                  <a:lnTo>
                    <a:pt x="50133" y="57677"/>
                  </a:lnTo>
                  <a:lnTo>
                    <a:pt x="49440" y="56251"/>
                  </a:lnTo>
                  <a:lnTo>
                    <a:pt x="48720" y="54826"/>
                  </a:lnTo>
                  <a:lnTo>
                    <a:pt x="47988" y="53414"/>
                  </a:lnTo>
                  <a:lnTo>
                    <a:pt x="47596" y="52512"/>
                  </a:lnTo>
                  <a:lnTo>
                    <a:pt x="47177" y="51610"/>
                  </a:lnTo>
                  <a:lnTo>
                    <a:pt x="46746" y="50734"/>
                  </a:lnTo>
                  <a:lnTo>
                    <a:pt x="46301" y="49884"/>
                  </a:lnTo>
                  <a:lnTo>
                    <a:pt x="45818" y="49034"/>
                  </a:lnTo>
                  <a:lnTo>
                    <a:pt x="45569" y="48628"/>
                  </a:lnTo>
                  <a:lnTo>
                    <a:pt x="45321" y="48210"/>
                  </a:lnTo>
                  <a:lnTo>
                    <a:pt x="45059" y="47818"/>
                  </a:lnTo>
                  <a:lnTo>
                    <a:pt x="44798" y="47412"/>
                  </a:lnTo>
                  <a:lnTo>
                    <a:pt x="44523" y="47033"/>
                  </a:lnTo>
                  <a:lnTo>
                    <a:pt x="44249" y="46641"/>
                  </a:lnTo>
                  <a:lnTo>
                    <a:pt x="42889" y="44313"/>
                  </a:lnTo>
                  <a:lnTo>
                    <a:pt x="41503" y="41999"/>
                  </a:lnTo>
                  <a:lnTo>
                    <a:pt x="40104" y="39698"/>
                  </a:lnTo>
                  <a:lnTo>
                    <a:pt x="38704" y="37409"/>
                  </a:lnTo>
                  <a:lnTo>
                    <a:pt x="35880" y="32885"/>
                  </a:lnTo>
                  <a:lnTo>
                    <a:pt x="33108" y="28400"/>
                  </a:lnTo>
                  <a:lnTo>
                    <a:pt x="31748" y="26191"/>
                  </a:lnTo>
                  <a:lnTo>
                    <a:pt x="30428" y="23994"/>
                  </a:lnTo>
                  <a:lnTo>
                    <a:pt x="29120" y="21810"/>
                  </a:lnTo>
                  <a:lnTo>
                    <a:pt x="27878" y="19640"/>
                  </a:lnTo>
                  <a:lnTo>
                    <a:pt x="27263" y="18567"/>
                  </a:lnTo>
                  <a:lnTo>
                    <a:pt x="26662" y="17482"/>
                  </a:lnTo>
                  <a:lnTo>
                    <a:pt x="26087" y="16423"/>
                  </a:lnTo>
                  <a:lnTo>
                    <a:pt x="25511" y="15351"/>
                  </a:lnTo>
                  <a:lnTo>
                    <a:pt x="24962" y="14292"/>
                  </a:lnTo>
                  <a:lnTo>
                    <a:pt x="24426" y="13246"/>
                  </a:lnTo>
                  <a:lnTo>
                    <a:pt x="23903" y="12187"/>
                  </a:lnTo>
                  <a:lnTo>
                    <a:pt x="23393" y="11141"/>
                  </a:lnTo>
                  <a:lnTo>
                    <a:pt x="23315" y="10971"/>
                  </a:lnTo>
                  <a:lnTo>
                    <a:pt x="23210" y="10814"/>
                  </a:lnTo>
                  <a:lnTo>
                    <a:pt x="23118" y="10657"/>
                  </a:lnTo>
                  <a:lnTo>
                    <a:pt x="23014" y="10500"/>
                  </a:lnTo>
                  <a:lnTo>
                    <a:pt x="22909" y="10369"/>
                  </a:lnTo>
                  <a:lnTo>
                    <a:pt x="22791" y="10238"/>
                  </a:lnTo>
                  <a:lnTo>
                    <a:pt x="22674" y="10108"/>
                  </a:lnTo>
                  <a:lnTo>
                    <a:pt x="22543" y="9990"/>
                  </a:lnTo>
                  <a:lnTo>
                    <a:pt x="22412" y="9885"/>
                  </a:lnTo>
                  <a:lnTo>
                    <a:pt x="22282" y="9781"/>
                  </a:lnTo>
                  <a:lnTo>
                    <a:pt x="22151" y="9689"/>
                  </a:lnTo>
                  <a:lnTo>
                    <a:pt x="22007" y="9598"/>
                  </a:lnTo>
                  <a:lnTo>
                    <a:pt x="21732" y="9441"/>
                  </a:lnTo>
                  <a:lnTo>
                    <a:pt x="21432" y="9323"/>
                  </a:lnTo>
                  <a:lnTo>
                    <a:pt x="20882" y="8852"/>
                  </a:lnTo>
                  <a:lnTo>
                    <a:pt x="20320" y="8395"/>
                  </a:lnTo>
                  <a:lnTo>
                    <a:pt x="19758" y="7937"/>
                  </a:lnTo>
                  <a:lnTo>
                    <a:pt x="19170" y="7479"/>
                  </a:lnTo>
                  <a:lnTo>
                    <a:pt x="18568" y="7022"/>
                  </a:lnTo>
                  <a:lnTo>
                    <a:pt x="17967" y="6577"/>
                  </a:lnTo>
                  <a:lnTo>
                    <a:pt x="17352" y="6146"/>
                  </a:lnTo>
                  <a:lnTo>
                    <a:pt x="16724" y="5714"/>
                  </a:lnTo>
                  <a:lnTo>
                    <a:pt x="16084" y="5283"/>
                  </a:lnTo>
                  <a:lnTo>
                    <a:pt x="15443" y="4877"/>
                  </a:lnTo>
                  <a:lnTo>
                    <a:pt x="14789" y="4472"/>
                  </a:lnTo>
                  <a:lnTo>
                    <a:pt x="14122" y="4080"/>
                  </a:lnTo>
                  <a:lnTo>
                    <a:pt x="13456" y="3700"/>
                  </a:lnTo>
                  <a:lnTo>
                    <a:pt x="12789" y="3334"/>
                  </a:lnTo>
                  <a:lnTo>
                    <a:pt x="12096" y="2981"/>
                  </a:lnTo>
                  <a:lnTo>
                    <a:pt x="11416" y="2641"/>
                  </a:lnTo>
                  <a:lnTo>
                    <a:pt x="10723" y="2328"/>
                  </a:lnTo>
                  <a:lnTo>
                    <a:pt x="10017" y="2027"/>
                  </a:lnTo>
                  <a:lnTo>
                    <a:pt x="9311" y="1739"/>
                  </a:lnTo>
                  <a:lnTo>
                    <a:pt x="8604" y="1465"/>
                  </a:lnTo>
                  <a:lnTo>
                    <a:pt x="7898" y="1216"/>
                  </a:lnTo>
                  <a:lnTo>
                    <a:pt x="7192" y="994"/>
                  </a:lnTo>
                  <a:lnTo>
                    <a:pt x="6473" y="785"/>
                  </a:lnTo>
                  <a:lnTo>
                    <a:pt x="5754" y="602"/>
                  </a:lnTo>
                  <a:lnTo>
                    <a:pt x="5035" y="432"/>
                  </a:lnTo>
                  <a:lnTo>
                    <a:pt x="4316" y="301"/>
                  </a:lnTo>
                  <a:lnTo>
                    <a:pt x="3597" y="183"/>
                  </a:lnTo>
                  <a:lnTo>
                    <a:pt x="2877" y="105"/>
                  </a:lnTo>
                  <a:lnTo>
                    <a:pt x="2158" y="39"/>
                  </a:lnTo>
                  <a:lnTo>
                    <a:pt x="14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63;p38">
              <a:extLst>
                <a:ext uri="{FF2B5EF4-FFF2-40B4-BE49-F238E27FC236}">
                  <a16:creationId xmlns:a16="http://schemas.microsoft.com/office/drawing/2014/main" id="{148CB229-B3F3-58BB-A3B0-220137089C57}"/>
                </a:ext>
              </a:extLst>
            </p:cNvPr>
            <p:cNvSpPr/>
            <p:nvPr/>
          </p:nvSpPr>
          <p:spPr>
            <a:xfrm>
              <a:off x="4797200" y="2803550"/>
              <a:ext cx="663925" cy="2439925"/>
            </a:xfrm>
            <a:custGeom>
              <a:avLst/>
              <a:gdLst/>
              <a:ahLst/>
              <a:cxnLst/>
              <a:rect l="l" t="t" r="r" b="b"/>
              <a:pathLst>
                <a:path w="26557" h="97597" extrusionOk="0">
                  <a:moveTo>
                    <a:pt x="13128" y="1"/>
                  </a:moveTo>
                  <a:lnTo>
                    <a:pt x="12775" y="14"/>
                  </a:lnTo>
                  <a:lnTo>
                    <a:pt x="12422" y="66"/>
                  </a:lnTo>
                  <a:lnTo>
                    <a:pt x="12082" y="131"/>
                  </a:lnTo>
                  <a:lnTo>
                    <a:pt x="11755" y="223"/>
                  </a:lnTo>
                  <a:lnTo>
                    <a:pt x="11441" y="340"/>
                  </a:lnTo>
                  <a:lnTo>
                    <a:pt x="11128" y="484"/>
                  </a:lnTo>
                  <a:lnTo>
                    <a:pt x="10827" y="654"/>
                  </a:lnTo>
                  <a:lnTo>
                    <a:pt x="10526" y="837"/>
                  </a:lnTo>
                  <a:lnTo>
                    <a:pt x="10238" y="1047"/>
                  </a:lnTo>
                  <a:lnTo>
                    <a:pt x="9964" y="1269"/>
                  </a:lnTo>
                  <a:lnTo>
                    <a:pt x="9689" y="1517"/>
                  </a:lnTo>
                  <a:lnTo>
                    <a:pt x="9428" y="1792"/>
                  </a:lnTo>
                  <a:lnTo>
                    <a:pt x="9179" y="2066"/>
                  </a:lnTo>
                  <a:lnTo>
                    <a:pt x="8931" y="2367"/>
                  </a:lnTo>
                  <a:lnTo>
                    <a:pt x="8696" y="2681"/>
                  </a:lnTo>
                  <a:lnTo>
                    <a:pt x="8460" y="3008"/>
                  </a:lnTo>
                  <a:lnTo>
                    <a:pt x="8238" y="3361"/>
                  </a:lnTo>
                  <a:lnTo>
                    <a:pt x="8016" y="3714"/>
                  </a:lnTo>
                  <a:lnTo>
                    <a:pt x="7806" y="4080"/>
                  </a:lnTo>
                  <a:lnTo>
                    <a:pt x="7597" y="4472"/>
                  </a:lnTo>
                  <a:lnTo>
                    <a:pt x="7401" y="4865"/>
                  </a:lnTo>
                  <a:lnTo>
                    <a:pt x="7218" y="5270"/>
                  </a:lnTo>
                  <a:lnTo>
                    <a:pt x="7035" y="5675"/>
                  </a:lnTo>
                  <a:lnTo>
                    <a:pt x="6852" y="6094"/>
                  </a:lnTo>
                  <a:lnTo>
                    <a:pt x="6682" y="6525"/>
                  </a:lnTo>
                  <a:lnTo>
                    <a:pt x="6525" y="6970"/>
                  </a:lnTo>
                  <a:lnTo>
                    <a:pt x="6211" y="7859"/>
                  </a:lnTo>
                  <a:lnTo>
                    <a:pt x="5937" y="8761"/>
                  </a:lnTo>
                  <a:lnTo>
                    <a:pt x="5675" y="9676"/>
                  </a:lnTo>
                  <a:lnTo>
                    <a:pt x="5427" y="10605"/>
                  </a:lnTo>
                  <a:lnTo>
                    <a:pt x="5217" y="11533"/>
                  </a:lnTo>
                  <a:lnTo>
                    <a:pt x="5021" y="12449"/>
                  </a:lnTo>
                  <a:lnTo>
                    <a:pt x="4838" y="13351"/>
                  </a:lnTo>
                  <a:lnTo>
                    <a:pt x="4694" y="14227"/>
                  </a:lnTo>
                  <a:lnTo>
                    <a:pt x="4551" y="15077"/>
                  </a:lnTo>
                  <a:lnTo>
                    <a:pt x="4433" y="15900"/>
                  </a:lnTo>
                  <a:lnTo>
                    <a:pt x="4328" y="16685"/>
                  </a:lnTo>
                  <a:lnTo>
                    <a:pt x="4237" y="17417"/>
                  </a:lnTo>
                  <a:lnTo>
                    <a:pt x="4171" y="18084"/>
                  </a:lnTo>
                  <a:lnTo>
                    <a:pt x="3975" y="19915"/>
                  </a:lnTo>
                  <a:lnTo>
                    <a:pt x="3779" y="21745"/>
                  </a:lnTo>
                  <a:lnTo>
                    <a:pt x="3361" y="25433"/>
                  </a:lnTo>
                  <a:lnTo>
                    <a:pt x="2929" y="29146"/>
                  </a:lnTo>
                  <a:lnTo>
                    <a:pt x="2472" y="32886"/>
                  </a:lnTo>
                  <a:lnTo>
                    <a:pt x="2040" y="36638"/>
                  </a:lnTo>
                  <a:lnTo>
                    <a:pt x="1609" y="40417"/>
                  </a:lnTo>
                  <a:lnTo>
                    <a:pt x="1399" y="42300"/>
                  </a:lnTo>
                  <a:lnTo>
                    <a:pt x="1203" y="44196"/>
                  </a:lnTo>
                  <a:lnTo>
                    <a:pt x="1020" y="46092"/>
                  </a:lnTo>
                  <a:lnTo>
                    <a:pt x="850" y="47988"/>
                  </a:lnTo>
                  <a:lnTo>
                    <a:pt x="680" y="49884"/>
                  </a:lnTo>
                  <a:lnTo>
                    <a:pt x="536" y="51767"/>
                  </a:lnTo>
                  <a:lnTo>
                    <a:pt x="393" y="53663"/>
                  </a:lnTo>
                  <a:lnTo>
                    <a:pt x="275" y="55559"/>
                  </a:lnTo>
                  <a:lnTo>
                    <a:pt x="183" y="57442"/>
                  </a:lnTo>
                  <a:lnTo>
                    <a:pt x="105" y="59325"/>
                  </a:lnTo>
                  <a:lnTo>
                    <a:pt x="40" y="61208"/>
                  </a:lnTo>
                  <a:lnTo>
                    <a:pt x="0" y="63077"/>
                  </a:lnTo>
                  <a:lnTo>
                    <a:pt x="0" y="64947"/>
                  </a:lnTo>
                  <a:lnTo>
                    <a:pt x="13" y="66817"/>
                  </a:lnTo>
                  <a:lnTo>
                    <a:pt x="53" y="68674"/>
                  </a:lnTo>
                  <a:lnTo>
                    <a:pt x="118" y="70517"/>
                  </a:lnTo>
                  <a:lnTo>
                    <a:pt x="223" y="72361"/>
                  </a:lnTo>
                  <a:lnTo>
                    <a:pt x="275" y="73276"/>
                  </a:lnTo>
                  <a:lnTo>
                    <a:pt x="340" y="74192"/>
                  </a:lnTo>
                  <a:lnTo>
                    <a:pt x="419" y="75107"/>
                  </a:lnTo>
                  <a:lnTo>
                    <a:pt x="510" y="76022"/>
                  </a:lnTo>
                  <a:lnTo>
                    <a:pt x="602" y="76938"/>
                  </a:lnTo>
                  <a:lnTo>
                    <a:pt x="706" y="77840"/>
                  </a:lnTo>
                  <a:lnTo>
                    <a:pt x="759" y="78271"/>
                  </a:lnTo>
                  <a:lnTo>
                    <a:pt x="837" y="78729"/>
                  </a:lnTo>
                  <a:lnTo>
                    <a:pt x="942" y="79187"/>
                  </a:lnTo>
                  <a:lnTo>
                    <a:pt x="1046" y="79670"/>
                  </a:lnTo>
                  <a:lnTo>
                    <a:pt x="1177" y="80154"/>
                  </a:lnTo>
                  <a:lnTo>
                    <a:pt x="1321" y="80664"/>
                  </a:lnTo>
                  <a:lnTo>
                    <a:pt x="1478" y="81174"/>
                  </a:lnTo>
                  <a:lnTo>
                    <a:pt x="1661" y="81697"/>
                  </a:lnTo>
                  <a:lnTo>
                    <a:pt x="1844" y="82233"/>
                  </a:lnTo>
                  <a:lnTo>
                    <a:pt x="2053" y="82769"/>
                  </a:lnTo>
                  <a:lnTo>
                    <a:pt x="2275" y="83318"/>
                  </a:lnTo>
                  <a:lnTo>
                    <a:pt x="2498" y="83868"/>
                  </a:lnTo>
                  <a:lnTo>
                    <a:pt x="2746" y="84417"/>
                  </a:lnTo>
                  <a:lnTo>
                    <a:pt x="3008" y="84979"/>
                  </a:lnTo>
                  <a:lnTo>
                    <a:pt x="3282" y="85541"/>
                  </a:lnTo>
                  <a:lnTo>
                    <a:pt x="3557" y="86090"/>
                  </a:lnTo>
                  <a:lnTo>
                    <a:pt x="3858" y="86653"/>
                  </a:lnTo>
                  <a:lnTo>
                    <a:pt x="4158" y="87215"/>
                  </a:lnTo>
                  <a:lnTo>
                    <a:pt x="4485" y="87764"/>
                  </a:lnTo>
                  <a:lnTo>
                    <a:pt x="4812" y="88313"/>
                  </a:lnTo>
                  <a:lnTo>
                    <a:pt x="5152" y="88862"/>
                  </a:lnTo>
                  <a:lnTo>
                    <a:pt x="5492" y="89399"/>
                  </a:lnTo>
                  <a:lnTo>
                    <a:pt x="5858" y="89935"/>
                  </a:lnTo>
                  <a:lnTo>
                    <a:pt x="6224" y="90458"/>
                  </a:lnTo>
                  <a:lnTo>
                    <a:pt x="6590" y="90968"/>
                  </a:lnTo>
                  <a:lnTo>
                    <a:pt x="6970" y="91478"/>
                  </a:lnTo>
                  <a:lnTo>
                    <a:pt x="7362" y="91974"/>
                  </a:lnTo>
                  <a:lnTo>
                    <a:pt x="7754" y="92445"/>
                  </a:lnTo>
                  <a:lnTo>
                    <a:pt x="8159" y="92916"/>
                  </a:lnTo>
                  <a:lnTo>
                    <a:pt x="8578" y="93361"/>
                  </a:lnTo>
                  <a:lnTo>
                    <a:pt x="8983" y="93792"/>
                  </a:lnTo>
                  <a:lnTo>
                    <a:pt x="9415" y="94210"/>
                  </a:lnTo>
                  <a:lnTo>
                    <a:pt x="9833" y="94603"/>
                  </a:lnTo>
                  <a:lnTo>
                    <a:pt x="10265" y="94982"/>
                  </a:lnTo>
                  <a:lnTo>
                    <a:pt x="10709" y="95348"/>
                  </a:lnTo>
                  <a:lnTo>
                    <a:pt x="11141" y="95675"/>
                  </a:lnTo>
                  <a:lnTo>
                    <a:pt x="11585" y="95989"/>
                  </a:lnTo>
                  <a:lnTo>
                    <a:pt x="12030" y="96276"/>
                  </a:lnTo>
                  <a:lnTo>
                    <a:pt x="12474" y="96538"/>
                  </a:lnTo>
                  <a:lnTo>
                    <a:pt x="12932" y="96773"/>
                  </a:lnTo>
                  <a:lnTo>
                    <a:pt x="13377" y="96982"/>
                  </a:lnTo>
                  <a:lnTo>
                    <a:pt x="13834" y="97166"/>
                  </a:lnTo>
                  <a:lnTo>
                    <a:pt x="14292" y="97322"/>
                  </a:lnTo>
                  <a:lnTo>
                    <a:pt x="14750" y="97440"/>
                  </a:lnTo>
                  <a:lnTo>
                    <a:pt x="14972" y="97492"/>
                  </a:lnTo>
                  <a:lnTo>
                    <a:pt x="15207" y="97532"/>
                  </a:lnTo>
                  <a:lnTo>
                    <a:pt x="15429" y="97558"/>
                  </a:lnTo>
                  <a:lnTo>
                    <a:pt x="15665" y="97584"/>
                  </a:lnTo>
                  <a:lnTo>
                    <a:pt x="15887" y="97597"/>
                  </a:lnTo>
                  <a:lnTo>
                    <a:pt x="16345" y="97597"/>
                  </a:lnTo>
                  <a:lnTo>
                    <a:pt x="16567" y="97584"/>
                  </a:lnTo>
                  <a:lnTo>
                    <a:pt x="16789" y="97571"/>
                  </a:lnTo>
                  <a:lnTo>
                    <a:pt x="17025" y="97532"/>
                  </a:lnTo>
                  <a:lnTo>
                    <a:pt x="17247" y="97492"/>
                  </a:lnTo>
                  <a:lnTo>
                    <a:pt x="17469" y="97440"/>
                  </a:lnTo>
                  <a:lnTo>
                    <a:pt x="17692" y="97388"/>
                  </a:lnTo>
                  <a:lnTo>
                    <a:pt x="17914" y="97322"/>
                  </a:lnTo>
                  <a:lnTo>
                    <a:pt x="18136" y="97244"/>
                  </a:lnTo>
                  <a:lnTo>
                    <a:pt x="18358" y="97152"/>
                  </a:lnTo>
                  <a:lnTo>
                    <a:pt x="18581" y="97048"/>
                  </a:lnTo>
                  <a:lnTo>
                    <a:pt x="18803" y="96943"/>
                  </a:lnTo>
                  <a:lnTo>
                    <a:pt x="19025" y="96826"/>
                  </a:lnTo>
                  <a:lnTo>
                    <a:pt x="19248" y="96695"/>
                  </a:lnTo>
                  <a:lnTo>
                    <a:pt x="19470" y="96551"/>
                  </a:lnTo>
                  <a:lnTo>
                    <a:pt x="19679" y="96394"/>
                  </a:lnTo>
                  <a:lnTo>
                    <a:pt x="19901" y="96237"/>
                  </a:lnTo>
                  <a:lnTo>
                    <a:pt x="20111" y="96054"/>
                  </a:lnTo>
                  <a:lnTo>
                    <a:pt x="20320" y="95871"/>
                  </a:lnTo>
                  <a:lnTo>
                    <a:pt x="20542" y="95675"/>
                  </a:lnTo>
                  <a:lnTo>
                    <a:pt x="20751" y="95466"/>
                  </a:lnTo>
                  <a:lnTo>
                    <a:pt x="20960" y="95243"/>
                  </a:lnTo>
                  <a:lnTo>
                    <a:pt x="21170" y="95008"/>
                  </a:lnTo>
                  <a:lnTo>
                    <a:pt x="21379" y="94773"/>
                  </a:lnTo>
                  <a:lnTo>
                    <a:pt x="21575" y="94511"/>
                  </a:lnTo>
                  <a:lnTo>
                    <a:pt x="21784" y="94237"/>
                  </a:lnTo>
                  <a:lnTo>
                    <a:pt x="21980" y="93962"/>
                  </a:lnTo>
                  <a:lnTo>
                    <a:pt x="22190" y="93661"/>
                  </a:lnTo>
                  <a:lnTo>
                    <a:pt x="22386" y="93361"/>
                  </a:lnTo>
                  <a:lnTo>
                    <a:pt x="22582" y="93034"/>
                  </a:lnTo>
                  <a:lnTo>
                    <a:pt x="22778" y="92707"/>
                  </a:lnTo>
                  <a:lnTo>
                    <a:pt x="22974" y="92354"/>
                  </a:lnTo>
                  <a:lnTo>
                    <a:pt x="23157" y="92001"/>
                  </a:lnTo>
                  <a:lnTo>
                    <a:pt x="23353" y="91621"/>
                  </a:lnTo>
                  <a:lnTo>
                    <a:pt x="23589" y="91138"/>
                  </a:lnTo>
                  <a:lnTo>
                    <a:pt x="23811" y="90641"/>
                  </a:lnTo>
                  <a:lnTo>
                    <a:pt x="24020" y="90144"/>
                  </a:lnTo>
                  <a:lnTo>
                    <a:pt x="24229" y="89647"/>
                  </a:lnTo>
                  <a:lnTo>
                    <a:pt x="24425" y="89150"/>
                  </a:lnTo>
                  <a:lnTo>
                    <a:pt x="24609" y="88640"/>
                  </a:lnTo>
                  <a:lnTo>
                    <a:pt x="24779" y="88143"/>
                  </a:lnTo>
                  <a:lnTo>
                    <a:pt x="24948" y="87620"/>
                  </a:lnTo>
                  <a:lnTo>
                    <a:pt x="25092" y="87110"/>
                  </a:lnTo>
                  <a:lnTo>
                    <a:pt x="25249" y="86587"/>
                  </a:lnTo>
                  <a:lnTo>
                    <a:pt x="25380" y="86077"/>
                  </a:lnTo>
                  <a:lnTo>
                    <a:pt x="25511" y="85554"/>
                  </a:lnTo>
                  <a:lnTo>
                    <a:pt x="25628" y="85018"/>
                  </a:lnTo>
                  <a:lnTo>
                    <a:pt x="25733" y="84495"/>
                  </a:lnTo>
                  <a:lnTo>
                    <a:pt x="25838" y="83959"/>
                  </a:lnTo>
                  <a:lnTo>
                    <a:pt x="25942" y="83423"/>
                  </a:lnTo>
                  <a:lnTo>
                    <a:pt x="26099" y="82351"/>
                  </a:lnTo>
                  <a:lnTo>
                    <a:pt x="26243" y="81266"/>
                  </a:lnTo>
                  <a:lnTo>
                    <a:pt x="26361" y="80180"/>
                  </a:lnTo>
                  <a:lnTo>
                    <a:pt x="26439" y="79082"/>
                  </a:lnTo>
                  <a:lnTo>
                    <a:pt x="26504" y="77984"/>
                  </a:lnTo>
                  <a:lnTo>
                    <a:pt x="26544" y="76872"/>
                  </a:lnTo>
                  <a:lnTo>
                    <a:pt x="26557" y="75761"/>
                  </a:lnTo>
                  <a:lnTo>
                    <a:pt x="26557" y="74649"/>
                  </a:lnTo>
                  <a:lnTo>
                    <a:pt x="26531" y="73538"/>
                  </a:lnTo>
                  <a:lnTo>
                    <a:pt x="26491" y="72413"/>
                  </a:lnTo>
                  <a:lnTo>
                    <a:pt x="26452" y="71302"/>
                  </a:lnTo>
                  <a:lnTo>
                    <a:pt x="26387" y="70177"/>
                  </a:lnTo>
                  <a:lnTo>
                    <a:pt x="26308" y="69066"/>
                  </a:lnTo>
                  <a:lnTo>
                    <a:pt x="26217" y="67941"/>
                  </a:lnTo>
                  <a:lnTo>
                    <a:pt x="26034" y="65732"/>
                  </a:lnTo>
                  <a:lnTo>
                    <a:pt x="25811" y="63522"/>
                  </a:lnTo>
                  <a:lnTo>
                    <a:pt x="25602" y="61351"/>
                  </a:lnTo>
                  <a:lnTo>
                    <a:pt x="25380" y="59207"/>
                  </a:lnTo>
                  <a:lnTo>
                    <a:pt x="25197" y="57115"/>
                  </a:lnTo>
                  <a:lnTo>
                    <a:pt x="24896" y="53689"/>
                  </a:lnTo>
                  <a:lnTo>
                    <a:pt x="24556" y="49871"/>
                  </a:lnTo>
                  <a:lnTo>
                    <a:pt x="24177" y="45726"/>
                  </a:lnTo>
                  <a:lnTo>
                    <a:pt x="23759" y="41346"/>
                  </a:lnTo>
                  <a:lnTo>
                    <a:pt x="23314" y="36835"/>
                  </a:lnTo>
                  <a:lnTo>
                    <a:pt x="22856" y="32245"/>
                  </a:lnTo>
                  <a:lnTo>
                    <a:pt x="22373" y="27695"/>
                  </a:lnTo>
                  <a:lnTo>
                    <a:pt x="21876" y="23262"/>
                  </a:lnTo>
                  <a:lnTo>
                    <a:pt x="21627" y="21105"/>
                  </a:lnTo>
                  <a:lnTo>
                    <a:pt x="21379" y="19012"/>
                  </a:lnTo>
                  <a:lnTo>
                    <a:pt x="21130" y="16999"/>
                  </a:lnTo>
                  <a:lnTo>
                    <a:pt x="20869" y="15064"/>
                  </a:lnTo>
                  <a:lnTo>
                    <a:pt x="20620" y="13220"/>
                  </a:lnTo>
                  <a:lnTo>
                    <a:pt x="20372" y="11481"/>
                  </a:lnTo>
                  <a:lnTo>
                    <a:pt x="20124" y="9846"/>
                  </a:lnTo>
                  <a:lnTo>
                    <a:pt x="19888" y="8356"/>
                  </a:lnTo>
                  <a:lnTo>
                    <a:pt x="19640" y="6983"/>
                  </a:lnTo>
                  <a:lnTo>
                    <a:pt x="19404" y="5767"/>
                  </a:lnTo>
                  <a:lnTo>
                    <a:pt x="19182" y="4708"/>
                  </a:lnTo>
                  <a:lnTo>
                    <a:pt x="19064" y="4237"/>
                  </a:lnTo>
                  <a:lnTo>
                    <a:pt x="18947" y="3806"/>
                  </a:lnTo>
                  <a:lnTo>
                    <a:pt x="18842" y="3426"/>
                  </a:lnTo>
                  <a:lnTo>
                    <a:pt x="18738" y="3099"/>
                  </a:lnTo>
                  <a:lnTo>
                    <a:pt x="18620" y="2812"/>
                  </a:lnTo>
                  <a:lnTo>
                    <a:pt x="18515" y="2576"/>
                  </a:lnTo>
                  <a:lnTo>
                    <a:pt x="18411" y="2380"/>
                  </a:lnTo>
                  <a:lnTo>
                    <a:pt x="18319" y="2250"/>
                  </a:lnTo>
                  <a:lnTo>
                    <a:pt x="18267" y="2197"/>
                  </a:lnTo>
                  <a:lnTo>
                    <a:pt x="18215" y="2158"/>
                  </a:lnTo>
                  <a:lnTo>
                    <a:pt x="18162" y="2145"/>
                  </a:lnTo>
                  <a:lnTo>
                    <a:pt x="18123" y="2132"/>
                  </a:lnTo>
                  <a:lnTo>
                    <a:pt x="17652" y="1766"/>
                  </a:lnTo>
                  <a:lnTo>
                    <a:pt x="17182" y="1439"/>
                  </a:lnTo>
                  <a:lnTo>
                    <a:pt x="16737" y="1151"/>
                  </a:lnTo>
                  <a:lnTo>
                    <a:pt x="16292" y="903"/>
                  </a:lnTo>
                  <a:lnTo>
                    <a:pt x="15874" y="680"/>
                  </a:lnTo>
                  <a:lnTo>
                    <a:pt x="15443" y="484"/>
                  </a:lnTo>
                  <a:lnTo>
                    <a:pt x="15037" y="327"/>
                  </a:lnTo>
                  <a:lnTo>
                    <a:pt x="14632" y="197"/>
                  </a:lnTo>
                  <a:lnTo>
                    <a:pt x="14240" y="105"/>
                  </a:lnTo>
                  <a:lnTo>
                    <a:pt x="13860" y="40"/>
                  </a:lnTo>
                  <a:lnTo>
                    <a:pt x="1349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64;p38">
              <a:extLst>
                <a:ext uri="{FF2B5EF4-FFF2-40B4-BE49-F238E27FC236}">
                  <a16:creationId xmlns:a16="http://schemas.microsoft.com/office/drawing/2014/main" id="{2BE0C40B-68F8-71D9-2A08-98DD69CBF994}"/>
                </a:ext>
              </a:extLst>
            </p:cNvPr>
            <p:cNvSpPr/>
            <p:nvPr/>
          </p:nvSpPr>
          <p:spPr>
            <a:xfrm>
              <a:off x="4682125" y="4784175"/>
              <a:ext cx="889825" cy="502800"/>
            </a:xfrm>
            <a:custGeom>
              <a:avLst/>
              <a:gdLst/>
              <a:ahLst/>
              <a:cxnLst/>
              <a:rect l="l" t="t" r="r" b="b"/>
              <a:pathLst>
                <a:path w="35593" h="20112" extrusionOk="0">
                  <a:moveTo>
                    <a:pt x="21811" y="1"/>
                  </a:moveTo>
                  <a:lnTo>
                    <a:pt x="21092" y="27"/>
                  </a:lnTo>
                  <a:lnTo>
                    <a:pt x="20399" y="53"/>
                  </a:lnTo>
                  <a:lnTo>
                    <a:pt x="19719" y="105"/>
                  </a:lnTo>
                  <a:lnTo>
                    <a:pt x="19052" y="171"/>
                  </a:lnTo>
                  <a:lnTo>
                    <a:pt x="18424" y="249"/>
                  </a:lnTo>
                  <a:lnTo>
                    <a:pt x="17783" y="236"/>
                  </a:lnTo>
                  <a:lnTo>
                    <a:pt x="16463" y="236"/>
                  </a:lnTo>
                  <a:lnTo>
                    <a:pt x="15783" y="249"/>
                  </a:lnTo>
                  <a:lnTo>
                    <a:pt x="15090" y="288"/>
                  </a:lnTo>
                  <a:lnTo>
                    <a:pt x="14397" y="328"/>
                  </a:lnTo>
                  <a:lnTo>
                    <a:pt x="13678" y="380"/>
                  </a:lnTo>
                  <a:lnTo>
                    <a:pt x="12972" y="445"/>
                  </a:lnTo>
                  <a:lnTo>
                    <a:pt x="12252" y="524"/>
                  </a:lnTo>
                  <a:lnTo>
                    <a:pt x="11533" y="628"/>
                  </a:lnTo>
                  <a:lnTo>
                    <a:pt x="10814" y="746"/>
                  </a:lnTo>
                  <a:lnTo>
                    <a:pt x="10108" y="877"/>
                  </a:lnTo>
                  <a:lnTo>
                    <a:pt x="9402" y="1034"/>
                  </a:lnTo>
                  <a:lnTo>
                    <a:pt x="8696" y="1204"/>
                  </a:lnTo>
                  <a:lnTo>
                    <a:pt x="8016" y="1400"/>
                  </a:lnTo>
                  <a:lnTo>
                    <a:pt x="7336" y="1622"/>
                  </a:lnTo>
                  <a:lnTo>
                    <a:pt x="6682" y="1857"/>
                  </a:lnTo>
                  <a:lnTo>
                    <a:pt x="6042" y="2119"/>
                  </a:lnTo>
                  <a:lnTo>
                    <a:pt x="5728" y="2263"/>
                  </a:lnTo>
                  <a:lnTo>
                    <a:pt x="5414" y="2420"/>
                  </a:lnTo>
                  <a:lnTo>
                    <a:pt x="5113" y="2577"/>
                  </a:lnTo>
                  <a:lnTo>
                    <a:pt x="4812" y="2734"/>
                  </a:lnTo>
                  <a:lnTo>
                    <a:pt x="4525" y="2904"/>
                  </a:lnTo>
                  <a:lnTo>
                    <a:pt x="4237" y="3074"/>
                  </a:lnTo>
                  <a:lnTo>
                    <a:pt x="3963" y="3257"/>
                  </a:lnTo>
                  <a:lnTo>
                    <a:pt x="3688" y="3453"/>
                  </a:lnTo>
                  <a:lnTo>
                    <a:pt x="3426" y="3649"/>
                  </a:lnTo>
                  <a:lnTo>
                    <a:pt x="3165" y="3858"/>
                  </a:lnTo>
                  <a:lnTo>
                    <a:pt x="2917" y="4067"/>
                  </a:lnTo>
                  <a:lnTo>
                    <a:pt x="2681" y="4290"/>
                  </a:lnTo>
                  <a:lnTo>
                    <a:pt x="2446" y="4525"/>
                  </a:lnTo>
                  <a:lnTo>
                    <a:pt x="2224" y="4760"/>
                  </a:lnTo>
                  <a:lnTo>
                    <a:pt x="2001" y="4996"/>
                  </a:lnTo>
                  <a:lnTo>
                    <a:pt x="1792" y="5257"/>
                  </a:lnTo>
                  <a:lnTo>
                    <a:pt x="1596" y="5519"/>
                  </a:lnTo>
                  <a:lnTo>
                    <a:pt x="1413" y="5780"/>
                  </a:lnTo>
                  <a:lnTo>
                    <a:pt x="1230" y="6068"/>
                  </a:lnTo>
                  <a:lnTo>
                    <a:pt x="1060" y="6356"/>
                  </a:lnTo>
                  <a:lnTo>
                    <a:pt x="903" y="6643"/>
                  </a:lnTo>
                  <a:lnTo>
                    <a:pt x="759" y="6957"/>
                  </a:lnTo>
                  <a:lnTo>
                    <a:pt x="628" y="7271"/>
                  </a:lnTo>
                  <a:lnTo>
                    <a:pt x="498" y="7598"/>
                  </a:lnTo>
                  <a:lnTo>
                    <a:pt x="380" y="7925"/>
                  </a:lnTo>
                  <a:lnTo>
                    <a:pt x="288" y="8265"/>
                  </a:lnTo>
                  <a:lnTo>
                    <a:pt x="197" y="8618"/>
                  </a:lnTo>
                  <a:lnTo>
                    <a:pt x="118" y="8984"/>
                  </a:lnTo>
                  <a:lnTo>
                    <a:pt x="66" y="9311"/>
                  </a:lnTo>
                  <a:lnTo>
                    <a:pt x="27" y="9637"/>
                  </a:lnTo>
                  <a:lnTo>
                    <a:pt x="1" y="9951"/>
                  </a:lnTo>
                  <a:lnTo>
                    <a:pt x="1" y="10265"/>
                  </a:lnTo>
                  <a:lnTo>
                    <a:pt x="27" y="10579"/>
                  </a:lnTo>
                  <a:lnTo>
                    <a:pt x="53" y="10893"/>
                  </a:lnTo>
                  <a:lnTo>
                    <a:pt x="105" y="11193"/>
                  </a:lnTo>
                  <a:lnTo>
                    <a:pt x="158" y="11494"/>
                  </a:lnTo>
                  <a:lnTo>
                    <a:pt x="236" y="11782"/>
                  </a:lnTo>
                  <a:lnTo>
                    <a:pt x="328" y="12070"/>
                  </a:lnTo>
                  <a:lnTo>
                    <a:pt x="432" y="12357"/>
                  </a:lnTo>
                  <a:lnTo>
                    <a:pt x="550" y="12645"/>
                  </a:lnTo>
                  <a:lnTo>
                    <a:pt x="681" y="12919"/>
                  </a:lnTo>
                  <a:lnTo>
                    <a:pt x="811" y="13181"/>
                  </a:lnTo>
                  <a:lnTo>
                    <a:pt x="968" y="13456"/>
                  </a:lnTo>
                  <a:lnTo>
                    <a:pt x="1125" y="13717"/>
                  </a:lnTo>
                  <a:lnTo>
                    <a:pt x="1295" y="13966"/>
                  </a:lnTo>
                  <a:lnTo>
                    <a:pt x="1478" y="14214"/>
                  </a:lnTo>
                  <a:lnTo>
                    <a:pt x="1674" y="14462"/>
                  </a:lnTo>
                  <a:lnTo>
                    <a:pt x="1870" y="14698"/>
                  </a:lnTo>
                  <a:lnTo>
                    <a:pt x="2080" y="14933"/>
                  </a:lnTo>
                  <a:lnTo>
                    <a:pt x="2289" y="15155"/>
                  </a:lnTo>
                  <a:lnTo>
                    <a:pt x="2511" y="15378"/>
                  </a:lnTo>
                  <a:lnTo>
                    <a:pt x="2747" y="15587"/>
                  </a:lnTo>
                  <a:lnTo>
                    <a:pt x="2969" y="15796"/>
                  </a:lnTo>
                  <a:lnTo>
                    <a:pt x="3217" y="16005"/>
                  </a:lnTo>
                  <a:lnTo>
                    <a:pt x="3701" y="16385"/>
                  </a:lnTo>
                  <a:lnTo>
                    <a:pt x="4211" y="16751"/>
                  </a:lnTo>
                  <a:lnTo>
                    <a:pt x="4721" y="17078"/>
                  </a:lnTo>
                  <a:lnTo>
                    <a:pt x="5087" y="17300"/>
                  </a:lnTo>
                  <a:lnTo>
                    <a:pt x="5466" y="17509"/>
                  </a:lnTo>
                  <a:lnTo>
                    <a:pt x="5845" y="17705"/>
                  </a:lnTo>
                  <a:lnTo>
                    <a:pt x="6238" y="17888"/>
                  </a:lnTo>
                  <a:lnTo>
                    <a:pt x="6630" y="18071"/>
                  </a:lnTo>
                  <a:lnTo>
                    <a:pt x="7022" y="18241"/>
                  </a:lnTo>
                  <a:lnTo>
                    <a:pt x="7428" y="18398"/>
                  </a:lnTo>
                  <a:lnTo>
                    <a:pt x="7833" y="18555"/>
                  </a:lnTo>
                  <a:lnTo>
                    <a:pt x="8251" y="18686"/>
                  </a:lnTo>
                  <a:lnTo>
                    <a:pt x="8657" y="18817"/>
                  </a:lnTo>
                  <a:lnTo>
                    <a:pt x="9075" y="18947"/>
                  </a:lnTo>
                  <a:lnTo>
                    <a:pt x="9507" y="19065"/>
                  </a:lnTo>
                  <a:lnTo>
                    <a:pt x="9925" y="19170"/>
                  </a:lnTo>
                  <a:lnTo>
                    <a:pt x="10357" y="19274"/>
                  </a:lnTo>
                  <a:lnTo>
                    <a:pt x="11220" y="19457"/>
                  </a:lnTo>
                  <a:lnTo>
                    <a:pt x="12083" y="19614"/>
                  </a:lnTo>
                  <a:lnTo>
                    <a:pt x="12959" y="19732"/>
                  </a:lnTo>
                  <a:lnTo>
                    <a:pt x="13835" y="19850"/>
                  </a:lnTo>
                  <a:lnTo>
                    <a:pt x="14711" y="19928"/>
                  </a:lnTo>
                  <a:lnTo>
                    <a:pt x="15587" y="19993"/>
                  </a:lnTo>
                  <a:lnTo>
                    <a:pt x="16450" y="20046"/>
                  </a:lnTo>
                  <a:lnTo>
                    <a:pt x="17300" y="20085"/>
                  </a:lnTo>
                  <a:lnTo>
                    <a:pt x="18150" y="20111"/>
                  </a:lnTo>
                  <a:lnTo>
                    <a:pt x="19405" y="20111"/>
                  </a:lnTo>
                  <a:lnTo>
                    <a:pt x="20046" y="20085"/>
                  </a:lnTo>
                  <a:lnTo>
                    <a:pt x="20712" y="20046"/>
                  </a:lnTo>
                  <a:lnTo>
                    <a:pt x="21392" y="19980"/>
                  </a:lnTo>
                  <a:lnTo>
                    <a:pt x="22085" y="19902"/>
                  </a:lnTo>
                  <a:lnTo>
                    <a:pt x="22778" y="19810"/>
                  </a:lnTo>
                  <a:lnTo>
                    <a:pt x="23484" y="19706"/>
                  </a:lnTo>
                  <a:lnTo>
                    <a:pt x="24191" y="19575"/>
                  </a:lnTo>
                  <a:lnTo>
                    <a:pt x="24897" y="19418"/>
                  </a:lnTo>
                  <a:lnTo>
                    <a:pt x="25603" y="19248"/>
                  </a:lnTo>
                  <a:lnTo>
                    <a:pt x="26296" y="19052"/>
                  </a:lnTo>
                  <a:lnTo>
                    <a:pt x="26989" y="18843"/>
                  </a:lnTo>
                  <a:lnTo>
                    <a:pt x="27669" y="18607"/>
                  </a:lnTo>
                  <a:lnTo>
                    <a:pt x="28335" y="18346"/>
                  </a:lnTo>
                  <a:lnTo>
                    <a:pt x="29002" y="18058"/>
                  </a:lnTo>
                  <a:lnTo>
                    <a:pt x="29630" y="17757"/>
                  </a:lnTo>
                  <a:lnTo>
                    <a:pt x="29944" y="17601"/>
                  </a:lnTo>
                  <a:lnTo>
                    <a:pt x="30258" y="17431"/>
                  </a:lnTo>
                  <a:lnTo>
                    <a:pt x="30558" y="17248"/>
                  </a:lnTo>
                  <a:lnTo>
                    <a:pt x="30859" y="17078"/>
                  </a:lnTo>
                  <a:lnTo>
                    <a:pt x="31147" y="16881"/>
                  </a:lnTo>
                  <a:lnTo>
                    <a:pt x="31421" y="16685"/>
                  </a:lnTo>
                  <a:lnTo>
                    <a:pt x="31709" y="16489"/>
                  </a:lnTo>
                  <a:lnTo>
                    <a:pt x="31970" y="16280"/>
                  </a:lnTo>
                  <a:lnTo>
                    <a:pt x="32232" y="16071"/>
                  </a:lnTo>
                  <a:lnTo>
                    <a:pt x="32494" y="15848"/>
                  </a:lnTo>
                  <a:lnTo>
                    <a:pt x="32742" y="15626"/>
                  </a:lnTo>
                  <a:lnTo>
                    <a:pt x="32977" y="15391"/>
                  </a:lnTo>
                  <a:lnTo>
                    <a:pt x="33213" y="15142"/>
                  </a:lnTo>
                  <a:lnTo>
                    <a:pt x="33435" y="14894"/>
                  </a:lnTo>
                  <a:lnTo>
                    <a:pt x="33644" y="14645"/>
                  </a:lnTo>
                  <a:lnTo>
                    <a:pt x="33853" y="14384"/>
                  </a:lnTo>
                  <a:lnTo>
                    <a:pt x="34050" y="14109"/>
                  </a:lnTo>
                  <a:lnTo>
                    <a:pt x="34233" y="13835"/>
                  </a:lnTo>
                  <a:lnTo>
                    <a:pt x="34403" y="13547"/>
                  </a:lnTo>
                  <a:lnTo>
                    <a:pt x="34559" y="13259"/>
                  </a:lnTo>
                  <a:lnTo>
                    <a:pt x="34716" y="12959"/>
                  </a:lnTo>
                  <a:lnTo>
                    <a:pt x="34860" y="12658"/>
                  </a:lnTo>
                  <a:lnTo>
                    <a:pt x="34991" y="12344"/>
                  </a:lnTo>
                  <a:lnTo>
                    <a:pt x="35109" y="12017"/>
                  </a:lnTo>
                  <a:lnTo>
                    <a:pt x="35213" y="11690"/>
                  </a:lnTo>
                  <a:lnTo>
                    <a:pt x="35305" y="11350"/>
                  </a:lnTo>
                  <a:lnTo>
                    <a:pt x="35383" y="10997"/>
                  </a:lnTo>
                  <a:lnTo>
                    <a:pt x="35449" y="10644"/>
                  </a:lnTo>
                  <a:lnTo>
                    <a:pt x="35501" y="10291"/>
                  </a:lnTo>
                  <a:lnTo>
                    <a:pt x="35553" y="9912"/>
                  </a:lnTo>
                  <a:lnTo>
                    <a:pt x="35579" y="9494"/>
                  </a:lnTo>
                  <a:lnTo>
                    <a:pt x="35592" y="9075"/>
                  </a:lnTo>
                  <a:lnTo>
                    <a:pt x="35579" y="8670"/>
                  </a:lnTo>
                  <a:lnTo>
                    <a:pt x="35566" y="8278"/>
                  </a:lnTo>
                  <a:lnTo>
                    <a:pt x="35527" y="7898"/>
                  </a:lnTo>
                  <a:lnTo>
                    <a:pt x="35475" y="7532"/>
                  </a:lnTo>
                  <a:lnTo>
                    <a:pt x="35396" y="7166"/>
                  </a:lnTo>
                  <a:lnTo>
                    <a:pt x="35318" y="6826"/>
                  </a:lnTo>
                  <a:lnTo>
                    <a:pt x="35213" y="6486"/>
                  </a:lnTo>
                  <a:lnTo>
                    <a:pt x="35109" y="6159"/>
                  </a:lnTo>
                  <a:lnTo>
                    <a:pt x="34978" y="5846"/>
                  </a:lnTo>
                  <a:lnTo>
                    <a:pt x="34834" y="5532"/>
                  </a:lnTo>
                  <a:lnTo>
                    <a:pt x="34690" y="5231"/>
                  </a:lnTo>
                  <a:lnTo>
                    <a:pt x="34520" y="4943"/>
                  </a:lnTo>
                  <a:lnTo>
                    <a:pt x="34337" y="4669"/>
                  </a:lnTo>
                  <a:lnTo>
                    <a:pt x="34154" y="4394"/>
                  </a:lnTo>
                  <a:lnTo>
                    <a:pt x="33945" y="4146"/>
                  </a:lnTo>
                  <a:lnTo>
                    <a:pt x="33736" y="3884"/>
                  </a:lnTo>
                  <a:lnTo>
                    <a:pt x="33513" y="3649"/>
                  </a:lnTo>
                  <a:lnTo>
                    <a:pt x="33278" y="3413"/>
                  </a:lnTo>
                  <a:lnTo>
                    <a:pt x="33030" y="3191"/>
                  </a:lnTo>
                  <a:lnTo>
                    <a:pt x="32768" y="2982"/>
                  </a:lnTo>
                  <a:lnTo>
                    <a:pt x="32507" y="2773"/>
                  </a:lnTo>
                  <a:lnTo>
                    <a:pt x="32232" y="2577"/>
                  </a:lnTo>
                  <a:lnTo>
                    <a:pt x="31957" y="2394"/>
                  </a:lnTo>
                  <a:lnTo>
                    <a:pt x="31670" y="2211"/>
                  </a:lnTo>
                  <a:lnTo>
                    <a:pt x="31369" y="2041"/>
                  </a:lnTo>
                  <a:lnTo>
                    <a:pt x="31068" y="1871"/>
                  </a:lnTo>
                  <a:lnTo>
                    <a:pt x="30754" y="1714"/>
                  </a:lnTo>
                  <a:lnTo>
                    <a:pt x="30441" y="1570"/>
                  </a:lnTo>
                  <a:lnTo>
                    <a:pt x="30114" y="1426"/>
                  </a:lnTo>
                  <a:lnTo>
                    <a:pt x="29774" y="1295"/>
                  </a:lnTo>
                  <a:lnTo>
                    <a:pt x="29447" y="1164"/>
                  </a:lnTo>
                  <a:lnTo>
                    <a:pt x="29107" y="1047"/>
                  </a:lnTo>
                  <a:lnTo>
                    <a:pt x="28754" y="929"/>
                  </a:lnTo>
                  <a:lnTo>
                    <a:pt x="28414" y="825"/>
                  </a:lnTo>
                  <a:lnTo>
                    <a:pt x="27695" y="641"/>
                  </a:lnTo>
                  <a:lnTo>
                    <a:pt x="26976" y="485"/>
                  </a:lnTo>
                  <a:lnTo>
                    <a:pt x="26243" y="341"/>
                  </a:lnTo>
                  <a:lnTo>
                    <a:pt x="25498" y="236"/>
                  </a:lnTo>
                  <a:lnTo>
                    <a:pt x="24753" y="145"/>
                  </a:lnTo>
                  <a:lnTo>
                    <a:pt x="24007" y="79"/>
                  </a:lnTo>
                  <a:lnTo>
                    <a:pt x="23275" y="40"/>
                  </a:lnTo>
                  <a:lnTo>
                    <a:pt x="22543" y="14"/>
                  </a:lnTo>
                  <a:lnTo>
                    <a:pt x="218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65;p38">
              <a:extLst>
                <a:ext uri="{FF2B5EF4-FFF2-40B4-BE49-F238E27FC236}">
                  <a16:creationId xmlns:a16="http://schemas.microsoft.com/office/drawing/2014/main" id="{48D599FE-975D-8108-63B5-7799080C2007}"/>
                </a:ext>
              </a:extLst>
            </p:cNvPr>
            <p:cNvSpPr/>
            <p:nvPr/>
          </p:nvSpPr>
          <p:spPr>
            <a:xfrm>
              <a:off x="3777950" y="2841150"/>
              <a:ext cx="664275" cy="2440250"/>
            </a:xfrm>
            <a:custGeom>
              <a:avLst/>
              <a:gdLst/>
              <a:ahLst/>
              <a:cxnLst/>
              <a:rect l="l" t="t" r="r" b="b"/>
              <a:pathLst>
                <a:path w="26571" h="97610" extrusionOk="0">
                  <a:moveTo>
                    <a:pt x="13128" y="0"/>
                  </a:moveTo>
                  <a:lnTo>
                    <a:pt x="12775" y="26"/>
                  </a:lnTo>
                  <a:lnTo>
                    <a:pt x="12435" y="66"/>
                  </a:lnTo>
                  <a:lnTo>
                    <a:pt x="12096" y="131"/>
                  </a:lnTo>
                  <a:lnTo>
                    <a:pt x="11769" y="236"/>
                  </a:lnTo>
                  <a:lnTo>
                    <a:pt x="11455" y="353"/>
                  </a:lnTo>
                  <a:lnTo>
                    <a:pt x="11141" y="497"/>
                  </a:lnTo>
                  <a:lnTo>
                    <a:pt x="10840" y="654"/>
                  </a:lnTo>
                  <a:lnTo>
                    <a:pt x="10540" y="850"/>
                  </a:lnTo>
                  <a:lnTo>
                    <a:pt x="10252" y="1046"/>
                  </a:lnTo>
                  <a:lnTo>
                    <a:pt x="9977" y="1282"/>
                  </a:lnTo>
                  <a:lnTo>
                    <a:pt x="9703" y="1530"/>
                  </a:lnTo>
                  <a:lnTo>
                    <a:pt x="9441" y="1792"/>
                  </a:lnTo>
                  <a:lnTo>
                    <a:pt x="9193" y="2079"/>
                  </a:lnTo>
                  <a:lnTo>
                    <a:pt x="8944" y="2367"/>
                  </a:lnTo>
                  <a:lnTo>
                    <a:pt x="8696" y="2694"/>
                  </a:lnTo>
                  <a:lnTo>
                    <a:pt x="8474" y="3021"/>
                  </a:lnTo>
                  <a:lnTo>
                    <a:pt x="8238" y="3361"/>
                  </a:lnTo>
                  <a:lnTo>
                    <a:pt x="8029" y="3714"/>
                  </a:lnTo>
                  <a:lnTo>
                    <a:pt x="7820" y="4093"/>
                  </a:lnTo>
                  <a:lnTo>
                    <a:pt x="7611" y="4472"/>
                  </a:lnTo>
                  <a:lnTo>
                    <a:pt x="7414" y="4864"/>
                  </a:lnTo>
                  <a:lnTo>
                    <a:pt x="7231" y="5270"/>
                  </a:lnTo>
                  <a:lnTo>
                    <a:pt x="7048" y="5688"/>
                  </a:lnTo>
                  <a:lnTo>
                    <a:pt x="6865" y="6107"/>
                  </a:lnTo>
                  <a:lnTo>
                    <a:pt x="6695" y="6538"/>
                  </a:lnTo>
                  <a:lnTo>
                    <a:pt x="6538" y="6970"/>
                  </a:lnTo>
                  <a:lnTo>
                    <a:pt x="6225" y="7859"/>
                  </a:lnTo>
                  <a:lnTo>
                    <a:pt x="5937" y="8774"/>
                  </a:lnTo>
                  <a:lnTo>
                    <a:pt x="5675" y="9689"/>
                  </a:lnTo>
                  <a:lnTo>
                    <a:pt x="5440" y="10618"/>
                  </a:lnTo>
                  <a:lnTo>
                    <a:pt x="5218" y="11533"/>
                  </a:lnTo>
                  <a:lnTo>
                    <a:pt x="5035" y="12448"/>
                  </a:lnTo>
                  <a:lnTo>
                    <a:pt x="4852" y="13350"/>
                  </a:lnTo>
                  <a:lnTo>
                    <a:pt x="4695" y="14240"/>
                  </a:lnTo>
                  <a:lnTo>
                    <a:pt x="4564" y="15089"/>
                  </a:lnTo>
                  <a:lnTo>
                    <a:pt x="4433" y="15913"/>
                  </a:lnTo>
                  <a:lnTo>
                    <a:pt x="4329" y="16685"/>
                  </a:lnTo>
                  <a:lnTo>
                    <a:pt x="4250" y="17417"/>
                  </a:lnTo>
                  <a:lnTo>
                    <a:pt x="4172" y="18097"/>
                  </a:lnTo>
                  <a:lnTo>
                    <a:pt x="3989" y="19914"/>
                  </a:lnTo>
                  <a:lnTo>
                    <a:pt x="3793" y="21745"/>
                  </a:lnTo>
                  <a:lnTo>
                    <a:pt x="3374" y="25432"/>
                  </a:lnTo>
                  <a:lnTo>
                    <a:pt x="2930" y="29146"/>
                  </a:lnTo>
                  <a:lnTo>
                    <a:pt x="2485" y="32885"/>
                  </a:lnTo>
                  <a:lnTo>
                    <a:pt x="2040" y="36651"/>
                  </a:lnTo>
                  <a:lnTo>
                    <a:pt x="1622" y="40430"/>
                  </a:lnTo>
                  <a:lnTo>
                    <a:pt x="1413" y="42313"/>
                  </a:lnTo>
                  <a:lnTo>
                    <a:pt x="1217" y="44209"/>
                  </a:lnTo>
                  <a:lnTo>
                    <a:pt x="1034" y="46105"/>
                  </a:lnTo>
                  <a:lnTo>
                    <a:pt x="851" y="47988"/>
                  </a:lnTo>
                  <a:lnTo>
                    <a:pt x="694" y="49884"/>
                  </a:lnTo>
                  <a:lnTo>
                    <a:pt x="537" y="51780"/>
                  </a:lnTo>
                  <a:lnTo>
                    <a:pt x="406" y="53676"/>
                  </a:lnTo>
                  <a:lnTo>
                    <a:pt x="288" y="55559"/>
                  </a:lnTo>
                  <a:lnTo>
                    <a:pt x="184" y="57441"/>
                  </a:lnTo>
                  <a:lnTo>
                    <a:pt x="105" y="59324"/>
                  </a:lnTo>
                  <a:lnTo>
                    <a:pt x="53" y="61207"/>
                  </a:lnTo>
                  <a:lnTo>
                    <a:pt x="14" y="63090"/>
                  </a:lnTo>
                  <a:lnTo>
                    <a:pt x="1" y="64960"/>
                  </a:lnTo>
                  <a:lnTo>
                    <a:pt x="14" y="66817"/>
                  </a:lnTo>
                  <a:lnTo>
                    <a:pt x="53" y="68673"/>
                  </a:lnTo>
                  <a:lnTo>
                    <a:pt x="131" y="70530"/>
                  </a:lnTo>
                  <a:lnTo>
                    <a:pt x="223" y="72374"/>
                  </a:lnTo>
                  <a:lnTo>
                    <a:pt x="288" y="73289"/>
                  </a:lnTo>
                  <a:lnTo>
                    <a:pt x="354" y="74204"/>
                  </a:lnTo>
                  <a:lnTo>
                    <a:pt x="432" y="75120"/>
                  </a:lnTo>
                  <a:lnTo>
                    <a:pt x="524" y="76035"/>
                  </a:lnTo>
                  <a:lnTo>
                    <a:pt x="615" y="76937"/>
                  </a:lnTo>
                  <a:lnTo>
                    <a:pt x="720" y="77853"/>
                  </a:lnTo>
                  <a:lnTo>
                    <a:pt x="772" y="78284"/>
                  </a:lnTo>
                  <a:lnTo>
                    <a:pt x="851" y="78729"/>
                  </a:lnTo>
                  <a:lnTo>
                    <a:pt x="942" y="79199"/>
                  </a:lnTo>
                  <a:lnTo>
                    <a:pt x="1060" y="79670"/>
                  </a:lnTo>
                  <a:lnTo>
                    <a:pt x="1190" y="80167"/>
                  </a:lnTo>
                  <a:lnTo>
                    <a:pt x="1334" y="80664"/>
                  </a:lnTo>
                  <a:lnTo>
                    <a:pt x="1491" y="81187"/>
                  </a:lnTo>
                  <a:lnTo>
                    <a:pt x="1661" y="81710"/>
                  </a:lnTo>
                  <a:lnTo>
                    <a:pt x="1857" y="82233"/>
                  </a:lnTo>
                  <a:lnTo>
                    <a:pt x="2053" y="82782"/>
                  </a:lnTo>
                  <a:lnTo>
                    <a:pt x="2276" y="83318"/>
                  </a:lnTo>
                  <a:lnTo>
                    <a:pt x="2511" y="83867"/>
                  </a:lnTo>
                  <a:lnTo>
                    <a:pt x="2760" y="84430"/>
                  </a:lnTo>
                  <a:lnTo>
                    <a:pt x="3021" y="84979"/>
                  </a:lnTo>
                  <a:lnTo>
                    <a:pt x="3283" y="85541"/>
                  </a:lnTo>
                  <a:lnTo>
                    <a:pt x="3570" y="86103"/>
                  </a:lnTo>
                  <a:lnTo>
                    <a:pt x="3871" y="86665"/>
                  </a:lnTo>
                  <a:lnTo>
                    <a:pt x="4172" y="87215"/>
                  </a:lnTo>
                  <a:lnTo>
                    <a:pt x="4486" y="87777"/>
                  </a:lnTo>
                  <a:lnTo>
                    <a:pt x="4812" y="88326"/>
                  </a:lnTo>
                  <a:lnTo>
                    <a:pt x="5152" y="88875"/>
                  </a:lnTo>
                  <a:lnTo>
                    <a:pt x="5505" y="89411"/>
                  </a:lnTo>
                  <a:lnTo>
                    <a:pt x="5858" y="89947"/>
                  </a:lnTo>
                  <a:lnTo>
                    <a:pt x="6225" y="90470"/>
                  </a:lnTo>
                  <a:lnTo>
                    <a:pt x="6604" y="90980"/>
                  </a:lnTo>
                  <a:lnTo>
                    <a:pt x="6983" y="91477"/>
                  </a:lnTo>
                  <a:lnTo>
                    <a:pt x="7375" y="91974"/>
                  </a:lnTo>
                  <a:lnTo>
                    <a:pt x="7767" y="92458"/>
                  </a:lnTo>
                  <a:lnTo>
                    <a:pt x="8173" y="92916"/>
                  </a:lnTo>
                  <a:lnTo>
                    <a:pt x="8578" y="93373"/>
                  </a:lnTo>
                  <a:lnTo>
                    <a:pt x="8997" y="93805"/>
                  </a:lnTo>
                  <a:lnTo>
                    <a:pt x="9415" y="94223"/>
                  </a:lnTo>
                  <a:lnTo>
                    <a:pt x="9847" y="94615"/>
                  </a:lnTo>
                  <a:lnTo>
                    <a:pt x="10278" y="94995"/>
                  </a:lnTo>
                  <a:lnTo>
                    <a:pt x="10710" y="95348"/>
                  </a:lnTo>
                  <a:lnTo>
                    <a:pt x="11154" y="95688"/>
                  </a:lnTo>
                  <a:lnTo>
                    <a:pt x="11599" y="96001"/>
                  </a:lnTo>
                  <a:lnTo>
                    <a:pt x="12043" y="96289"/>
                  </a:lnTo>
                  <a:lnTo>
                    <a:pt x="12488" y="96551"/>
                  </a:lnTo>
                  <a:lnTo>
                    <a:pt x="12932" y="96786"/>
                  </a:lnTo>
                  <a:lnTo>
                    <a:pt x="13390" y="96995"/>
                  </a:lnTo>
                  <a:lnTo>
                    <a:pt x="13848" y="97178"/>
                  </a:lnTo>
                  <a:lnTo>
                    <a:pt x="14305" y="97322"/>
                  </a:lnTo>
                  <a:lnTo>
                    <a:pt x="14750" y="97440"/>
                  </a:lnTo>
                  <a:lnTo>
                    <a:pt x="14985" y="97492"/>
                  </a:lnTo>
                  <a:lnTo>
                    <a:pt x="15208" y="97531"/>
                  </a:lnTo>
                  <a:lnTo>
                    <a:pt x="15443" y="97557"/>
                  </a:lnTo>
                  <a:lnTo>
                    <a:pt x="15665" y="97584"/>
                  </a:lnTo>
                  <a:lnTo>
                    <a:pt x="15901" y="97597"/>
                  </a:lnTo>
                  <a:lnTo>
                    <a:pt x="16123" y="97610"/>
                  </a:lnTo>
                  <a:lnTo>
                    <a:pt x="16345" y="97597"/>
                  </a:lnTo>
                  <a:lnTo>
                    <a:pt x="16580" y="97597"/>
                  </a:lnTo>
                  <a:lnTo>
                    <a:pt x="16803" y="97571"/>
                  </a:lnTo>
                  <a:lnTo>
                    <a:pt x="17025" y="97544"/>
                  </a:lnTo>
                  <a:lnTo>
                    <a:pt x="17247" y="97505"/>
                  </a:lnTo>
                  <a:lnTo>
                    <a:pt x="17483" y="97453"/>
                  </a:lnTo>
                  <a:lnTo>
                    <a:pt x="17705" y="97387"/>
                  </a:lnTo>
                  <a:lnTo>
                    <a:pt x="17927" y="97322"/>
                  </a:lnTo>
                  <a:lnTo>
                    <a:pt x="18150" y="97244"/>
                  </a:lnTo>
                  <a:lnTo>
                    <a:pt x="18372" y="97152"/>
                  </a:lnTo>
                  <a:lnTo>
                    <a:pt x="18594" y="97061"/>
                  </a:lnTo>
                  <a:lnTo>
                    <a:pt x="18816" y="96943"/>
                  </a:lnTo>
                  <a:lnTo>
                    <a:pt x="19039" y="96825"/>
                  </a:lnTo>
                  <a:lnTo>
                    <a:pt x="19248" y="96694"/>
                  </a:lnTo>
                  <a:lnTo>
                    <a:pt x="19470" y="96551"/>
                  </a:lnTo>
                  <a:lnTo>
                    <a:pt x="19692" y="96407"/>
                  </a:lnTo>
                  <a:lnTo>
                    <a:pt x="19902" y="96237"/>
                  </a:lnTo>
                  <a:lnTo>
                    <a:pt x="20124" y="96067"/>
                  </a:lnTo>
                  <a:lnTo>
                    <a:pt x="20333" y="95871"/>
                  </a:lnTo>
                  <a:lnTo>
                    <a:pt x="20542" y="95675"/>
                  </a:lnTo>
                  <a:lnTo>
                    <a:pt x="20752" y="95465"/>
                  </a:lnTo>
                  <a:lnTo>
                    <a:pt x="20961" y="95243"/>
                  </a:lnTo>
                  <a:lnTo>
                    <a:pt x="21170" y="95021"/>
                  </a:lnTo>
                  <a:lnTo>
                    <a:pt x="21379" y="94772"/>
                  </a:lnTo>
                  <a:lnTo>
                    <a:pt x="21588" y="94511"/>
                  </a:lnTo>
                  <a:lnTo>
                    <a:pt x="21785" y="94249"/>
                  </a:lnTo>
                  <a:lnTo>
                    <a:pt x="21994" y="93962"/>
                  </a:lnTo>
                  <a:lnTo>
                    <a:pt x="22190" y="93661"/>
                  </a:lnTo>
                  <a:lnTo>
                    <a:pt x="22386" y="93360"/>
                  </a:lnTo>
                  <a:lnTo>
                    <a:pt x="22595" y="93033"/>
                  </a:lnTo>
                  <a:lnTo>
                    <a:pt x="22778" y="92706"/>
                  </a:lnTo>
                  <a:lnTo>
                    <a:pt x="22974" y="92353"/>
                  </a:lnTo>
                  <a:lnTo>
                    <a:pt x="23171" y="92000"/>
                  </a:lnTo>
                  <a:lnTo>
                    <a:pt x="23354" y="91621"/>
                  </a:lnTo>
                  <a:lnTo>
                    <a:pt x="23589" y="91137"/>
                  </a:lnTo>
                  <a:lnTo>
                    <a:pt x="23824" y="90654"/>
                  </a:lnTo>
                  <a:lnTo>
                    <a:pt x="24034" y="90157"/>
                  </a:lnTo>
                  <a:lnTo>
                    <a:pt x="24230" y="89660"/>
                  </a:lnTo>
                  <a:lnTo>
                    <a:pt x="24426" y="89150"/>
                  </a:lnTo>
                  <a:lnTo>
                    <a:pt x="24609" y="88653"/>
                  </a:lnTo>
                  <a:lnTo>
                    <a:pt x="24792" y="88143"/>
                  </a:lnTo>
                  <a:lnTo>
                    <a:pt x="24949" y="87633"/>
                  </a:lnTo>
                  <a:lnTo>
                    <a:pt x="25106" y="87110"/>
                  </a:lnTo>
                  <a:lnTo>
                    <a:pt x="25250" y="86600"/>
                  </a:lnTo>
                  <a:lnTo>
                    <a:pt x="25393" y="86077"/>
                  </a:lnTo>
                  <a:lnTo>
                    <a:pt x="25511" y="85554"/>
                  </a:lnTo>
                  <a:lnTo>
                    <a:pt x="25629" y="85031"/>
                  </a:lnTo>
                  <a:lnTo>
                    <a:pt x="25746" y="84495"/>
                  </a:lnTo>
                  <a:lnTo>
                    <a:pt x="25851" y="83972"/>
                  </a:lnTo>
                  <a:lnTo>
                    <a:pt x="25943" y="83436"/>
                  </a:lnTo>
                  <a:lnTo>
                    <a:pt x="26113" y="82364"/>
                  </a:lnTo>
                  <a:lnTo>
                    <a:pt x="26256" y="81278"/>
                  </a:lnTo>
                  <a:lnTo>
                    <a:pt x="26361" y="80193"/>
                  </a:lnTo>
                  <a:lnTo>
                    <a:pt x="26453" y="79095"/>
                  </a:lnTo>
                  <a:lnTo>
                    <a:pt x="26505" y="77983"/>
                  </a:lnTo>
                  <a:lnTo>
                    <a:pt x="26544" y="76885"/>
                  </a:lnTo>
                  <a:lnTo>
                    <a:pt x="26570" y="75773"/>
                  </a:lnTo>
                  <a:lnTo>
                    <a:pt x="26557" y="74662"/>
                  </a:lnTo>
                  <a:lnTo>
                    <a:pt x="26544" y="73538"/>
                  </a:lnTo>
                  <a:lnTo>
                    <a:pt x="26505" y="72426"/>
                  </a:lnTo>
                  <a:lnTo>
                    <a:pt x="26453" y="71302"/>
                  </a:lnTo>
                  <a:lnTo>
                    <a:pt x="26387" y="70190"/>
                  </a:lnTo>
                  <a:lnTo>
                    <a:pt x="26309" y="69066"/>
                  </a:lnTo>
                  <a:lnTo>
                    <a:pt x="26230" y="67954"/>
                  </a:lnTo>
                  <a:lnTo>
                    <a:pt x="26034" y="65731"/>
                  </a:lnTo>
                  <a:lnTo>
                    <a:pt x="25825" y="63535"/>
                  </a:lnTo>
                  <a:lnTo>
                    <a:pt x="25603" y="61364"/>
                  </a:lnTo>
                  <a:lnTo>
                    <a:pt x="25393" y="59220"/>
                  </a:lnTo>
                  <a:lnTo>
                    <a:pt x="25197" y="57115"/>
                  </a:lnTo>
                  <a:lnTo>
                    <a:pt x="24910" y="53702"/>
                  </a:lnTo>
                  <a:lnTo>
                    <a:pt x="24557" y="49871"/>
                  </a:lnTo>
                  <a:lnTo>
                    <a:pt x="24177" y="45726"/>
                  </a:lnTo>
                  <a:lnTo>
                    <a:pt x="23772" y="41358"/>
                  </a:lnTo>
                  <a:lnTo>
                    <a:pt x="23327" y="36834"/>
                  </a:lnTo>
                  <a:lnTo>
                    <a:pt x="22857" y="32258"/>
                  </a:lnTo>
                  <a:lnTo>
                    <a:pt x="22386" y="27707"/>
                  </a:lnTo>
                  <a:lnTo>
                    <a:pt x="21889" y="23262"/>
                  </a:lnTo>
                  <a:lnTo>
                    <a:pt x="21641" y="21117"/>
                  </a:lnTo>
                  <a:lnTo>
                    <a:pt x="21379" y="19025"/>
                  </a:lnTo>
                  <a:lnTo>
                    <a:pt x="21131" y="17012"/>
                  </a:lnTo>
                  <a:lnTo>
                    <a:pt x="20882" y="15063"/>
                  </a:lnTo>
                  <a:lnTo>
                    <a:pt x="20634" y="13220"/>
                  </a:lnTo>
                  <a:lnTo>
                    <a:pt x="20385" y="11481"/>
                  </a:lnTo>
                  <a:lnTo>
                    <a:pt x="20137" y="9859"/>
                  </a:lnTo>
                  <a:lnTo>
                    <a:pt x="19889" y="8356"/>
                  </a:lnTo>
                  <a:lnTo>
                    <a:pt x="19653" y="6996"/>
                  </a:lnTo>
                  <a:lnTo>
                    <a:pt x="19418" y="5767"/>
                  </a:lnTo>
                  <a:lnTo>
                    <a:pt x="19182" y="4707"/>
                  </a:lnTo>
                  <a:lnTo>
                    <a:pt x="19065" y="4237"/>
                  </a:lnTo>
                  <a:lnTo>
                    <a:pt x="18960" y="3818"/>
                  </a:lnTo>
                  <a:lnTo>
                    <a:pt x="18843" y="3439"/>
                  </a:lnTo>
                  <a:lnTo>
                    <a:pt x="18738" y="3099"/>
                  </a:lnTo>
                  <a:lnTo>
                    <a:pt x="18633" y="2811"/>
                  </a:lnTo>
                  <a:lnTo>
                    <a:pt x="18529" y="2576"/>
                  </a:lnTo>
                  <a:lnTo>
                    <a:pt x="18424" y="2393"/>
                  </a:lnTo>
                  <a:lnTo>
                    <a:pt x="18319" y="2249"/>
                  </a:lnTo>
                  <a:lnTo>
                    <a:pt x="18267" y="2210"/>
                  </a:lnTo>
                  <a:lnTo>
                    <a:pt x="18228" y="2171"/>
                  </a:lnTo>
                  <a:lnTo>
                    <a:pt x="18176" y="2145"/>
                  </a:lnTo>
                  <a:lnTo>
                    <a:pt x="18123" y="2145"/>
                  </a:lnTo>
                  <a:lnTo>
                    <a:pt x="17653" y="1779"/>
                  </a:lnTo>
                  <a:lnTo>
                    <a:pt x="17195" y="1452"/>
                  </a:lnTo>
                  <a:lnTo>
                    <a:pt x="16750" y="1164"/>
                  </a:lnTo>
                  <a:lnTo>
                    <a:pt x="16306" y="902"/>
                  </a:lnTo>
                  <a:lnTo>
                    <a:pt x="15874" y="680"/>
                  </a:lnTo>
                  <a:lnTo>
                    <a:pt x="15456" y="497"/>
                  </a:lnTo>
                  <a:lnTo>
                    <a:pt x="15051" y="340"/>
                  </a:lnTo>
                  <a:lnTo>
                    <a:pt x="14645" y="209"/>
                  </a:lnTo>
                  <a:lnTo>
                    <a:pt x="14253" y="118"/>
                  </a:lnTo>
                  <a:lnTo>
                    <a:pt x="13874" y="53"/>
                  </a:lnTo>
                  <a:lnTo>
                    <a:pt x="13495" y="13"/>
                  </a:lnTo>
                  <a:lnTo>
                    <a:pt x="131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66;p38">
              <a:extLst>
                <a:ext uri="{FF2B5EF4-FFF2-40B4-BE49-F238E27FC236}">
                  <a16:creationId xmlns:a16="http://schemas.microsoft.com/office/drawing/2014/main" id="{49FBFF63-611A-73F6-1162-1D08999F9802}"/>
                </a:ext>
              </a:extLst>
            </p:cNvPr>
            <p:cNvSpPr/>
            <p:nvPr/>
          </p:nvSpPr>
          <p:spPr>
            <a:xfrm>
              <a:off x="3696550" y="4820800"/>
              <a:ext cx="889825" cy="502775"/>
            </a:xfrm>
            <a:custGeom>
              <a:avLst/>
              <a:gdLst/>
              <a:ahLst/>
              <a:cxnLst/>
              <a:rect l="l" t="t" r="r" b="b"/>
              <a:pathLst>
                <a:path w="35593" h="20111" extrusionOk="0">
                  <a:moveTo>
                    <a:pt x="21811" y="0"/>
                  </a:moveTo>
                  <a:lnTo>
                    <a:pt x="21105" y="13"/>
                  </a:lnTo>
                  <a:lnTo>
                    <a:pt x="20399" y="53"/>
                  </a:lnTo>
                  <a:lnTo>
                    <a:pt x="19719" y="92"/>
                  </a:lnTo>
                  <a:lnTo>
                    <a:pt x="19065" y="157"/>
                  </a:lnTo>
                  <a:lnTo>
                    <a:pt x="18424" y="236"/>
                  </a:lnTo>
                  <a:lnTo>
                    <a:pt x="17797" y="223"/>
                  </a:lnTo>
                  <a:lnTo>
                    <a:pt x="17143" y="223"/>
                  </a:lnTo>
                  <a:lnTo>
                    <a:pt x="16476" y="236"/>
                  </a:lnTo>
                  <a:lnTo>
                    <a:pt x="15783" y="249"/>
                  </a:lnTo>
                  <a:lnTo>
                    <a:pt x="15090" y="275"/>
                  </a:lnTo>
                  <a:lnTo>
                    <a:pt x="14397" y="314"/>
                  </a:lnTo>
                  <a:lnTo>
                    <a:pt x="13678" y="366"/>
                  </a:lnTo>
                  <a:lnTo>
                    <a:pt x="12972" y="432"/>
                  </a:lnTo>
                  <a:lnTo>
                    <a:pt x="12253" y="523"/>
                  </a:lnTo>
                  <a:lnTo>
                    <a:pt x="11533" y="615"/>
                  </a:lnTo>
                  <a:lnTo>
                    <a:pt x="10814" y="732"/>
                  </a:lnTo>
                  <a:lnTo>
                    <a:pt x="10108" y="876"/>
                  </a:lnTo>
                  <a:lnTo>
                    <a:pt x="9402" y="1020"/>
                  </a:lnTo>
                  <a:lnTo>
                    <a:pt x="8709" y="1203"/>
                  </a:lnTo>
                  <a:lnTo>
                    <a:pt x="8016" y="1399"/>
                  </a:lnTo>
                  <a:lnTo>
                    <a:pt x="7349" y="1609"/>
                  </a:lnTo>
                  <a:lnTo>
                    <a:pt x="6682" y="1857"/>
                  </a:lnTo>
                  <a:lnTo>
                    <a:pt x="6042" y="2118"/>
                  </a:lnTo>
                  <a:lnTo>
                    <a:pt x="5728" y="2262"/>
                  </a:lnTo>
                  <a:lnTo>
                    <a:pt x="5414" y="2406"/>
                  </a:lnTo>
                  <a:lnTo>
                    <a:pt x="5113" y="2563"/>
                  </a:lnTo>
                  <a:lnTo>
                    <a:pt x="4826" y="2733"/>
                  </a:lnTo>
                  <a:lnTo>
                    <a:pt x="4525" y="2903"/>
                  </a:lnTo>
                  <a:lnTo>
                    <a:pt x="4250" y="3073"/>
                  </a:lnTo>
                  <a:lnTo>
                    <a:pt x="3963" y="3256"/>
                  </a:lnTo>
                  <a:lnTo>
                    <a:pt x="3688" y="3452"/>
                  </a:lnTo>
                  <a:lnTo>
                    <a:pt x="3427" y="3648"/>
                  </a:lnTo>
                  <a:lnTo>
                    <a:pt x="3178" y="3858"/>
                  </a:lnTo>
                  <a:lnTo>
                    <a:pt x="2917" y="4067"/>
                  </a:lnTo>
                  <a:lnTo>
                    <a:pt x="2681" y="4289"/>
                  </a:lnTo>
                  <a:lnTo>
                    <a:pt x="2446" y="4511"/>
                  </a:lnTo>
                  <a:lnTo>
                    <a:pt x="2224" y="4747"/>
                  </a:lnTo>
                  <a:lnTo>
                    <a:pt x="2001" y="4995"/>
                  </a:lnTo>
                  <a:lnTo>
                    <a:pt x="1805" y="5244"/>
                  </a:lnTo>
                  <a:lnTo>
                    <a:pt x="1596" y="5505"/>
                  </a:lnTo>
                  <a:lnTo>
                    <a:pt x="1413" y="5780"/>
                  </a:lnTo>
                  <a:lnTo>
                    <a:pt x="1230" y="6054"/>
                  </a:lnTo>
                  <a:lnTo>
                    <a:pt x="1060" y="6342"/>
                  </a:lnTo>
                  <a:lnTo>
                    <a:pt x="903" y="6643"/>
                  </a:lnTo>
                  <a:lnTo>
                    <a:pt x="759" y="6943"/>
                  </a:lnTo>
                  <a:lnTo>
                    <a:pt x="628" y="7257"/>
                  </a:lnTo>
                  <a:lnTo>
                    <a:pt x="498" y="7584"/>
                  </a:lnTo>
                  <a:lnTo>
                    <a:pt x="380" y="7924"/>
                  </a:lnTo>
                  <a:lnTo>
                    <a:pt x="288" y="8264"/>
                  </a:lnTo>
                  <a:lnTo>
                    <a:pt x="197" y="8617"/>
                  </a:lnTo>
                  <a:lnTo>
                    <a:pt x="118" y="8983"/>
                  </a:lnTo>
                  <a:lnTo>
                    <a:pt x="66" y="9310"/>
                  </a:lnTo>
                  <a:lnTo>
                    <a:pt x="27" y="9624"/>
                  </a:lnTo>
                  <a:lnTo>
                    <a:pt x="14" y="9951"/>
                  </a:lnTo>
                  <a:lnTo>
                    <a:pt x="1" y="10265"/>
                  </a:lnTo>
                  <a:lnTo>
                    <a:pt x="27" y="10578"/>
                  </a:lnTo>
                  <a:lnTo>
                    <a:pt x="53" y="10879"/>
                  </a:lnTo>
                  <a:lnTo>
                    <a:pt x="105" y="11180"/>
                  </a:lnTo>
                  <a:lnTo>
                    <a:pt x="158" y="11481"/>
                  </a:lnTo>
                  <a:lnTo>
                    <a:pt x="236" y="11781"/>
                  </a:lnTo>
                  <a:lnTo>
                    <a:pt x="328" y="12069"/>
                  </a:lnTo>
                  <a:lnTo>
                    <a:pt x="432" y="12357"/>
                  </a:lnTo>
                  <a:lnTo>
                    <a:pt x="550" y="12631"/>
                  </a:lnTo>
                  <a:lnTo>
                    <a:pt x="681" y="12906"/>
                  </a:lnTo>
                  <a:lnTo>
                    <a:pt x="811" y="13180"/>
                  </a:lnTo>
                  <a:lnTo>
                    <a:pt x="968" y="13442"/>
                  </a:lnTo>
                  <a:lnTo>
                    <a:pt x="1125" y="13703"/>
                  </a:lnTo>
                  <a:lnTo>
                    <a:pt x="1308" y="13965"/>
                  </a:lnTo>
                  <a:lnTo>
                    <a:pt x="1478" y="14213"/>
                  </a:lnTo>
                  <a:lnTo>
                    <a:pt x="1674" y="14449"/>
                  </a:lnTo>
                  <a:lnTo>
                    <a:pt x="1871" y="14697"/>
                  </a:lnTo>
                  <a:lnTo>
                    <a:pt x="2080" y="14920"/>
                  </a:lnTo>
                  <a:lnTo>
                    <a:pt x="2289" y="15155"/>
                  </a:lnTo>
                  <a:lnTo>
                    <a:pt x="2511" y="15377"/>
                  </a:lnTo>
                  <a:lnTo>
                    <a:pt x="2747" y="15586"/>
                  </a:lnTo>
                  <a:lnTo>
                    <a:pt x="2969" y="15796"/>
                  </a:lnTo>
                  <a:lnTo>
                    <a:pt x="3217" y="15992"/>
                  </a:lnTo>
                  <a:lnTo>
                    <a:pt x="3701" y="16384"/>
                  </a:lnTo>
                  <a:lnTo>
                    <a:pt x="4211" y="16737"/>
                  </a:lnTo>
                  <a:lnTo>
                    <a:pt x="4721" y="17077"/>
                  </a:lnTo>
                  <a:lnTo>
                    <a:pt x="5087" y="17299"/>
                  </a:lnTo>
                  <a:lnTo>
                    <a:pt x="5466" y="17508"/>
                  </a:lnTo>
                  <a:lnTo>
                    <a:pt x="5846" y="17705"/>
                  </a:lnTo>
                  <a:lnTo>
                    <a:pt x="6238" y="17888"/>
                  </a:lnTo>
                  <a:lnTo>
                    <a:pt x="6630" y="18071"/>
                  </a:lnTo>
                  <a:lnTo>
                    <a:pt x="7022" y="18241"/>
                  </a:lnTo>
                  <a:lnTo>
                    <a:pt x="7428" y="18398"/>
                  </a:lnTo>
                  <a:lnTo>
                    <a:pt x="7833" y="18541"/>
                  </a:lnTo>
                  <a:lnTo>
                    <a:pt x="8251" y="18685"/>
                  </a:lnTo>
                  <a:lnTo>
                    <a:pt x="8657" y="18816"/>
                  </a:lnTo>
                  <a:lnTo>
                    <a:pt x="9075" y="18947"/>
                  </a:lnTo>
                  <a:lnTo>
                    <a:pt x="9507" y="19064"/>
                  </a:lnTo>
                  <a:lnTo>
                    <a:pt x="9925" y="19169"/>
                  </a:lnTo>
                  <a:lnTo>
                    <a:pt x="10357" y="19274"/>
                  </a:lnTo>
                  <a:lnTo>
                    <a:pt x="11220" y="19444"/>
                  </a:lnTo>
                  <a:lnTo>
                    <a:pt x="12096" y="19601"/>
                  </a:lnTo>
                  <a:lnTo>
                    <a:pt x="12959" y="19731"/>
                  </a:lnTo>
                  <a:lnTo>
                    <a:pt x="13835" y="19836"/>
                  </a:lnTo>
                  <a:lnTo>
                    <a:pt x="14711" y="19927"/>
                  </a:lnTo>
                  <a:lnTo>
                    <a:pt x="15587" y="19993"/>
                  </a:lnTo>
                  <a:lnTo>
                    <a:pt x="16450" y="20045"/>
                  </a:lnTo>
                  <a:lnTo>
                    <a:pt x="17300" y="20084"/>
                  </a:lnTo>
                  <a:lnTo>
                    <a:pt x="18150" y="20111"/>
                  </a:lnTo>
                  <a:lnTo>
                    <a:pt x="18764" y="20111"/>
                  </a:lnTo>
                  <a:lnTo>
                    <a:pt x="19405" y="20097"/>
                  </a:lnTo>
                  <a:lnTo>
                    <a:pt x="20046" y="20084"/>
                  </a:lnTo>
                  <a:lnTo>
                    <a:pt x="20713" y="20032"/>
                  </a:lnTo>
                  <a:lnTo>
                    <a:pt x="21392" y="19980"/>
                  </a:lnTo>
                  <a:lnTo>
                    <a:pt x="22085" y="19901"/>
                  </a:lnTo>
                  <a:lnTo>
                    <a:pt x="22778" y="19810"/>
                  </a:lnTo>
                  <a:lnTo>
                    <a:pt x="23485" y="19692"/>
                  </a:lnTo>
                  <a:lnTo>
                    <a:pt x="24191" y="19561"/>
                  </a:lnTo>
                  <a:lnTo>
                    <a:pt x="24897" y="19418"/>
                  </a:lnTo>
                  <a:lnTo>
                    <a:pt x="25603" y="19248"/>
                  </a:lnTo>
                  <a:lnTo>
                    <a:pt x="26296" y="19051"/>
                  </a:lnTo>
                  <a:lnTo>
                    <a:pt x="26989" y="18842"/>
                  </a:lnTo>
                  <a:lnTo>
                    <a:pt x="27669" y="18594"/>
                  </a:lnTo>
                  <a:lnTo>
                    <a:pt x="28349" y="18345"/>
                  </a:lnTo>
                  <a:lnTo>
                    <a:pt x="29002" y="18058"/>
                  </a:lnTo>
                  <a:lnTo>
                    <a:pt x="29643" y="17757"/>
                  </a:lnTo>
                  <a:lnTo>
                    <a:pt x="29944" y="17587"/>
                  </a:lnTo>
                  <a:lnTo>
                    <a:pt x="30258" y="17417"/>
                  </a:lnTo>
                  <a:lnTo>
                    <a:pt x="30558" y="17247"/>
                  </a:lnTo>
                  <a:lnTo>
                    <a:pt x="30859" y="17064"/>
                  </a:lnTo>
                  <a:lnTo>
                    <a:pt x="31147" y="16881"/>
                  </a:lnTo>
                  <a:lnTo>
                    <a:pt x="31434" y="16685"/>
                  </a:lnTo>
                  <a:lnTo>
                    <a:pt x="31709" y="16489"/>
                  </a:lnTo>
                  <a:lnTo>
                    <a:pt x="31971" y="16279"/>
                  </a:lnTo>
                  <a:lnTo>
                    <a:pt x="32245" y="16070"/>
                  </a:lnTo>
                  <a:lnTo>
                    <a:pt x="32494" y="15848"/>
                  </a:lnTo>
                  <a:lnTo>
                    <a:pt x="32742" y="15613"/>
                  </a:lnTo>
                  <a:lnTo>
                    <a:pt x="32977" y="15377"/>
                  </a:lnTo>
                  <a:lnTo>
                    <a:pt x="33213" y="15142"/>
                  </a:lnTo>
                  <a:lnTo>
                    <a:pt x="33435" y="14893"/>
                  </a:lnTo>
                  <a:lnTo>
                    <a:pt x="33644" y="14645"/>
                  </a:lnTo>
                  <a:lnTo>
                    <a:pt x="33853" y="14370"/>
                  </a:lnTo>
                  <a:lnTo>
                    <a:pt x="34050" y="14109"/>
                  </a:lnTo>
                  <a:lnTo>
                    <a:pt x="34233" y="13834"/>
                  </a:lnTo>
                  <a:lnTo>
                    <a:pt x="34403" y="13547"/>
                  </a:lnTo>
                  <a:lnTo>
                    <a:pt x="34573" y="13259"/>
                  </a:lnTo>
                  <a:lnTo>
                    <a:pt x="34716" y="12958"/>
                  </a:lnTo>
                  <a:lnTo>
                    <a:pt x="34860" y="12644"/>
                  </a:lnTo>
                  <a:lnTo>
                    <a:pt x="34991" y="12331"/>
                  </a:lnTo>
                  <a:lnTo>
                    <a:pt x="35109" y="12017"/>
                  </a:lnTo>
                  <a:lnTo>
                    <a:pt x="35213" y="11677"/>
                  </a:lnTo>
                  <a:lnTo>
                    <a:pt x="35305" y="11337"/>
                  </a:lnTo>
                  <a:lnTo>
                    <a:pt x="35383" y="10997"/>
                  </a:lnTo>
                  <a:lnTo>
                    <a:pt x="35462" y="10644"/>
                  </a:lnTo>
                  <a:lnTo>
                    <a:pt x="35514" y="10278"/>
                  </a:lnTo>
                  <a:lnTo>
                    <a:pt x="35553" y="9912"/>
                  </a:lnTo>
                  <a:lnTo>
                    <a:pt x="35579" y="9480"/>
                  </a:lnTo>
                  <a:lnTo>
                    <a:pt x="35593" y="9075"/>
                  </a:lnTo>
                  <a:lnTo>
                    <a:pt x="35593" y="8669"/>
                  </a:lnTo>
                  <a:lnTo>
                    <a:pt x="35566" y="8277"/>
                  </a:lnTo>
                  <a:lnTo>
                    <a:pt x="35527" y="7898"/>
                  </a:lnTo>
                  <a:lnTo>
                    <a:pt x="35475" y="7532"/>
                  </a:lnTo>
                  <a:lnTo>
                    <a:pt x="35409" y="7166"/>
                  </a:lnTo>
                  <a:lnTo>
                    <a:pt x="35318" y="6813"/>
                  </a:lnTo>
                  <a:lnTo>
                    <a:pt x="35226" y="6486"/>
                  </a:lnTo>
                  <a:lnTo>
                    <a:pt x="35109" y="6159"/>
                  </a:lnTo>
                  <a:lnTo>
                    <a:pt x="34978" y="5832"/>
                  </a:lnTo>
                  <a:lnTo>
                    <a:pt x="34847" y="5531"/>
                  </a:lnTo>
                  <a:lnTo>
                    <a:pt x="34690" y="5230"/>
                  </a:lnTo>
                  <a:lnTo>
                    <a:pt x="34520" y="4943"/>
                  </a:lnTo>
                  <a:lnTo>
                    <a:pt x="34337" y="4668"/>
                  </a:lnTo>
                  <a:lnTo>
                    <a:pt x="34154" y="4394"/>
                  </a:lnTo>
                  <a:lnTo>
                    <a:pt x="33945" y="4132"/>
                  </a:lnTo>
                  <a:lnTo>
                    <a:pt x="33736" y="3884"/>
                  </a:lnTo>
                  <a:lnTo>
                    <a:pt x="33514" y="3648"/>
                  </a:lnTo>
                  <a:lnTo>
                    <a:pt x="33278" y="3413"/>
                  </a:lnTo>
                  <a:lnTo>
                    <a:pt x="33030" y="3191"/>
                  </a:lnTo>
                  <a:lnTo>
                    <a:pt x="32781" y="2981"/>
                  </a:lnTo>
                  <a:lnTo>
                    <a:pt x="32507" y="2772"/>
                  </a:lnTo>
                  <a:lnTo>
                    <a:pt x="32245" y="2576"/>
                  </a:lnTo>
                  <a:lnTo>
                    <a:pt x="31958" y="2380"/>
                  </a:lnTo>
                  <a:lnTo>
                    <a:pt x="31670" y="2197"/>
                  </a:lnTo>
                  <a:lnTo>
                    <a:pt x="31369" y="2027"/>
                  </a:lnTo>
                  <a:lnTo>
                    <a:pt x="31068" y="1870"/>
                  </a:lnTo>
                  <a:lnTo>
                    <a:pt x="30755" y="1713"/>
                  </a:lnTo>
                  <a:lnTo>
                    <a:pt x="30441" y="1556"/>
                  </a:lnTo>
                  <a:lnTo>
                    <a:pt x="30114" y="1425"/>
                  </a:lnTo>
                  <a:lnTo>
                    <a:pt x="29787" y="1282"/>
                  </a:lnTo>
                  <a:lnTo>
                    <a:pt x="29447" y="1164"/>
                  </a:lnTo>
                  <a:lnTo>
                    <a:pt x="29107" y="1046"/>
                  </a:lnTo>
                  <a:lnTo>
                    <a:pt x="28754" y="929"/>
                  </a:lnTo>
                  <a:lnTo>
                    <a:pt x="28414" y="824"/>
                  </a:lnTo>
                  <a:lnTo>
                    <a:pt x="27695" y="641"/>
                  </a:lnTo>
                  <a:lnTo>
                    <a:pt x="26976" y="471"/>
                  </a:lnTo>
                  <a:lnTo>
                    <a:pt x="26243" y="340"/>
                  </a:lnTo>
                  <a:lnTo>
                    <a:pt x="25498" y="223"/>
                  </a:lnTo>
                  <a:lnTo>
                    <a:pt x="24753" y="144"/>
                  </a:lnTo>
                  <a:lnTo>
                    <a:pt x="24021" y="79"/>
                  </a:lnTo>
                  <a:lnTo>
                    <a:pt x="23275" y="26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67;p38">
              <a:extLst>
                <a:ext uri="{FF2B5EF4-FFF2-40B4-BE49-F238E27FC236}">
                  <a16:creationId xmlns:a16="http://schemas.microsoft.com/office/drawing/2014/main" id="{D7D6A2C3-22C5-E08C-A02F-8AD9592D6380}"/>
                </a:ext>
              </a:extLst>
            </p:cNvPr>
            <p:cNvSpPr/>
            <p:nvPr/>
          </p:nvSpPr>
          <p:spPr>
            <a:xfrm>
              <a:off x="4809300" y="238125"/>
              <a:ext cx="1575300" cy="1900875"/>
            </a:xfrm>
            <a:custGeom>
              <a:avLst/>
              <a:gdLst/>
              <a:ahLst/>
              <a:cxnLst/>
              <a:rect l="l" t="t" r="r" b="b"/>
              <a:pathLst>
                <a:path w="63012" h="76035" extrusionOk="0">
                  <a:moveTo>
                    <a:pt x="23719" y="0"/>
                  </a:moveTo>
                  <a:lnTo>
                    <a:pt x="22922" y="13"/>
                  </a:lnTo>
                  <a:lnTo>
                    <a:pt x="22124" y="39"/>
                  </a:lnTo>
                  <a:lnTo>
                    <a:pt x="21326" y="118"/>
                  </a:lnTo>
                  <a:lnTo>
                    <a:pt x="20503" y="209"/>
                  </a:lnTo>
                  <a:lnTo>
                    <a:pt x="19679" y="340"/>
                  </a:lnTo>
                  <a:lnTo>
                    <a:pt x="18842" y="510"/>
                  </a:lnTo>
                  <a:lnTo>
                    <a:pt x="18005" y="693"/>
                  </a:lnTo>
                  <a:lnTo>
                    <a:pt x="17155" y="928"/>
                  </a:lnTo>
                  <a:lnTo>
                    <a:pt x="16292" y="1190"/>
                  </a:lnTo>
                  <a:lnTo>
                    <a:pt x="15416" y="1478"/>
                  </a:lnTo>
                  <a:lnTo>
                    <a:pt x="14540" y="1804"/>
                  </a:lnTo>
                  <a:lnTo>
                    <a:pt x="13651" y="2171"/>
                  </a:lnTo>
                  <a:lnTo>
                    <a:pt x="12762" y="2563"/>
                  </a:lnTo>
                  <a:lnTo>
                    <a:pt x="11847" y="2994"/>
                  </a:lnTo>
                  <a:lnTo>
                    <a:pt x="10931" y="3465"/>
                  </a:lnTo>
                  <a:lnTo>
                    <a:pt x="10016" y="3962"/>
                  </a:lnTo>
                  <a:lnTo>
                    <a:pt x="9807" y="4080"/>
                  </a:lnTo>
                  <a:lnTo>
                    <a:pt x="9218" y="4433"/>
                  </a:lnTo>
                  <a:lnTo>
                    <a:pt x="8787" y="4707"/>
                  </a:lnTo>
                  <a:lnTo>
                    <a:pt x="8303" y="5034"/>
                  </a:lnTo>
                  <a:lnTo>
                    <a:pt x="7741" y="5413"/>
                  </a:lnTo>
                  <a:lnTo>
                    <a:pt x="7113" y="5858"/>
                  </a:lnTo>
                  <a:lnTo>
                    <a:pt x="6433" y="6355"/>
                  </a:lnTo>
                  <a:lnTo>
                    <a:pt x="5714" y="6904"/>
                  </a:lnTo>
                  <a:lnTo>
                    <a:pt x="4956" y="7518"/>
                  </a:lnTo>
                  <a:lnTo>
                    <a:pt x="4158" y="8198"/>
                  </a:lnTo>
                  <a:lnTo>
                    <a:pt x="3334" y="8931"/>
                  </a:lnTo>
                  <a:lnTo>
                    <a:pt x="2916" y="9310"/>
                  </a:lnTo>
                  <a:lnTo>
                    <a:pt x="2484" y="9715"/>
                  </a:lnTo>
                  <a:lnTo>
                    <a:pt x="2066" y="10134"/>
                  </a:lnTo>
                  <a:lnTo>
                    <a:pt x="1635" y="10565"/>
                  </a:lnTo>
                  <a:lnTo>
                    <a:pt x="1203" y="11010"/>
                  </a:lnTo>
                  <a:lnTo>
                    <a:pt x="772" y="11467"/>
                  </a:lnTo>
                  <a:lnTo>
                    <a:pt x="667" y="11585"/>
                  </a:lnTo>
                  <a:lnTo>
                    <a:pt x="575" y="11716"/>
                  </a:lnTo>
                  <a:lnTo>
                    <a:pt x="484" y="11860"/>
                  </a:lnTo>
                  <a:lnTo>
                    <a:pt x="405" y="12003"/>
                  </a:lnTo>
                  <a:lnTo>
                    <a:pt x="340" y="12160"/>
                  </a:lnTo>
                  <a:lnTo>
                    <a:pt x="275" y="12317"/>
                  </a:lnTo>
                  <a:lnTo>
                    <a:pt x="209" y="12487"/>
                  </a:lnTo>
                  <a:lnTo>
                    <a:pt x="157" y="12670"/>
                  </a:lnTo>
                  <a:lnTo>
                    <a:pt x="118" y="12853"/>
                  </a:lnTo>
                  <a:lnTo>
                    <a:pt x="79" y="13049"/>
                  </a:lnTo>
                  <a:lnTo>
                    <a:pt x="52" y="13246"/>
                  </a:lnTo>
                  <a:lnTo>
                    <a:pt x="26" y="13455"/>
                  </a:lnTo>
                  <a:lnTo>
                    <a:pt x="0" y="13899"/>
                  </a:lnTo>
                  <a:lnTo>
                    <a:pt x="13" y="14370"/>
                  </a:lnTo>
                  <a:lnTo>
                    <a:pt x="39" y="14854"/>
                  </a:lnTo>
                  <a:lnTo>
                    <a:pt x="92" y="15377"/>
                  </a:lnTo>
                  <a:lnTo>
                    <a:pt x="170" y="15926"/>
                  </a:lnTo>
                  <a:lnTo>
                    <a:pt x="275" y="16501"/>
                  </a:lnTo>
                  <a:lnTo>
                    <a:pt x="405" y="17090"/>
                  </a:lnTo>
                  <a:lnTo>
                    <a:pt x="549" y="17704"/>
                  </a:lnTo>
                  <a:lnTo>
                    <a:pt x="732" y="18345"/>
                  </a:lnTo>
                  <a:lnTo>
                    <a:pt x="928" y="19012"/>
                  </a:lnTo>
                  <a:lnTo>
                    <a:pt x="1138" y="19679"/>
                  </a:lnTo>
                  <a:lnTo>
                    <a:pt x="1373" y="20385"/>
                  </a:lnTo>
                  <a:lnTo>
                    <a:pt x="1635" y="21104"/>
                  </a:lnTo>
                  <a:lnTo>
                    <a:pt x="1909" y="21836"/>
                  </a:lnTo>
                  <a:lnTo>
                    <a:pt x="2197" y="22582"/>
                  </a:lnTo>
                  <a:lnTo>
                    <a:pt x="2511" y="23340"/>
                  </a:lnTo>
                  <a:lnTo>
                    <a:pt x="2837" y="24125"/>
                  </a:lnTo>
                  <a:lnTo>
                    <a:pt x="3191" y="24922"/>
                  </a:lnTo>
                  <a:lnTo>
                    <a:pt x="3544" y="25720"/>
                  </a:lnTo>
                  <a:lnTo>
                    <a:pt x="3923" y="26530"/>
                  </a:lnTo>
                  <a:lnTo>
                    <a:pt x="4315" y="27367"/>
                  </a:lnTo>
                  <a:lnTo>
                    <a:pt x="4720" y="28204"/>
                  </a:lnTo>
                  <a:lnTo>
                    <a:pt x="5570" y="29891"/>
                  </a:lnTo>
                  <a:lnTo>
                    <a:pt x="6472" y="31617"/>
                  </a:lnTo>
                  <a:lnTo>
                    <a:pt x="7401" y="33369"/>
                  </a:lnTo>
                  <a:lnTo>
                    <a:pt x="8382" y="35121"/>
                  </a:lnTo>
                  <a:lnTo>
                    <a:pt x="9388" y="36886"/>
                  </a:lnTo>
                  <a:lnTo>
                    <a:pt x="10421" y="38638"/>
                  </a:lnTo>
                  <a:lnTo>
                    <a:pt x="11480" y="40391"/>
                  </a:lnTo>
                  <a:lnTo>
                    <a:pt x="12553" y="42130"/>
                  </a:lnTo>
                  <a:lnTo>
                    <a:pt x="13638" y="43830"/>
                  </a:lnTo>
                  <a:lnTo>
                    <a:pt x="14723" y="45503"/>
                  </a:lnTo>
                  <a:lnTo>
                    <a:pt x="15822" y="47151"/>
                  </a:lnTo>
                  <a:lnTo>
                    <a:pt x="16907" y="48733"/>
                  </a:lnTo>
                  <a:lnTo>
                    <a:pt x="17979" y="50276"/>
                  </a:lnTo>
                  <a:lnTo>
                    <a:pt x="19038" y="51740"/>
                  </a:lnTo>
                  <a:lnTo>
                    <a:pt x="20071" y="53152"/>
                  </a:lnTo>
                  <a:lnTo>
                    <a:pt x="21091" y="54473"/>
                  </a:lnTo>
                  <a:lnTo>
                    <a:pt x="22072" y="55715"/>
                  </a:lnTo>
                  <a:lnTo>
                    <a:pt x="23026" y="56866"/>
                  </a:lnTo>
                  <a:lnTo>
                    <a:pt x="23771" y="57755"/>
                  </a:lnTo>
                  <a:lnTo>
                    <a:pt x="24556" y="58670"/>
                  </a:lnTo>
                  <a:lnTo>
                    <a:pt x="25393" y="59612"/>
                  </a:lnTo>
                  <a:lnTo>
                    <a:pt x="26282" y="60592"/>
                  </a:lnTo>
                  <a:lnTo>
                    <a:pt x="27197" y="61586"/>
                  </a:lnTo>
                  <a:lnTo>
                    <a:pt x="28152" y="62593"/>
                  </a:lnTo>
                  <a:lnTo>
                    <a:pt x="29146" y="63600"/>
                  </a:lnTo>
                  <a:lnTo>
                    <a:pt x="30179" y="64620"/>
                  </a:lnTo>
                  <a:lnTo>
                    <a:pt x="31238" y="65627"/>
                  </a:lnTo>
                  <a:lnTo>
                    <a:pt x="32323" y="66620"/>
                  </a:lnTo>
                  <a:lnTo>
                    <a:pt x="32872" y="67117"/>
                  </a:lnTo>
                  <a:lnTo>
                    <a:pt x="33434" y="67601"/>
                  </a:lnTo>
                  <a:lnTo>
                    <a:pt x="34010" y="68085"/>
                  </a:lnTo>
                  <a:lnTo>
                    <a:pt x="34572" y="68556"/>
                  </a:lnTo>
                  <a:lnTo>
                    <a:pt x="35160" y="69026"/>
                  </a:lnTo>
                  <a:lnTo>
                    <a:pt x="35749" y="69484"/>
                  </a:lnTo>
                  <a:lnTo>
                    <a:pt x="36337" y="69942"/>
                  </a:lnTo>
                  <a:lnTo>
                    <a:pt x="36926" y="70373"/>
                  </a:lnTo>
                  <a:lnTo>
                    <a:pt x="37527" y="70805"/>
                  </a:lnTo>
                  <a:lnTo>
                    <a:pt x="38142" y="71223"/>
                  </a:lnTo>
                  <a:lnTo>
                    <a:pt x="38743" y="71628"/>
                  </a:lnTo>
                  <a:lnTo>
                    <a:pt x="39358" y="72021"/>
                  </a:lnTo>
                  <a:lnTo>
                    <a:pt x="39985" y="72400"/>
                  </a:lnTo>
                  <a:lnTo>
                    <a:pt x="40600" y="72766"/>
                  </a:lnTo>
                  <a:lnTo>
                    <a:pt x="41227" y="73119"/>
                  </a:lnTo>
                  <a:lnTo>
                    <a:pt x="41855" y="73459"/>
                  </a:lnTo>
                  <a:lnTo>
                    <a:pt x="42483" y="73773"/>
                  </a:lnTo>
                  <a:lnTo>
                    <a:pt x="43123" y="74073"/>
                  </a:lnTo>
                  <a:lnTo>
                    <a:pt x="43751" y="74348"/>
                  </a:lnTo>
                  <a:lnTo>
                    <a:pt x="44392" y="74610"/>
                  </a:lnTo>
                  <a:lnTo>
                    <a:pt x="45032" y="74858"/>
                  </a:lnTo>
                  <a:lnTo>
                    <a:pt x="45673" y="75080"/>
                  </a:lnTo>
                  <a:lnTo>
                    <a:pt x="46314" y="75289"/>
                  </a:lnTo>
                  <a:lnTo>
                    <a:pt x="46968" y="75459"/>
                  </a:lnTo>
                  <a:lnTo>
                    <a:pt x="47608" y="75616"/>
                  </a:lnTo>
                  <a:lnTo>
                    <a:pt x="48249" y="75747"/>
                  </a:lnTo>
                  <a:lnTo>
                    <a:pt x="48903" y="75865"/>
                  </a:lnTo>
                  <a:lnTo>
                    <a:pt x="49543" y="75943"/>
                  </a:lnTo>
                  <a:lnTo>
                    <a:pt x="50184" y="75996"/>
                  </a:lnTo>
                  <a:lnTo>
                    <a:pt x="50838" y="76035"/>
                  </a:lnTo>
                  <a:lnTo>
                    <a:pt x="51479" y="76035"/>
                  </a:lnTo>
                  <a:lnTo>
                    <a:pt x="52119" y="76009"/>
                  </a:lnTo>
                  <a:lnTo>
                    <a:pt x="52760" y="75956"/>
                  </a:lnTo>
                  <a:lnTo>
                    <a:pt x="53401" y="75878"/>
                  </a:lnTo>
                  <a:lnTo>
                    <a:pt x="54041" y="75760"/>
                  </a:lnTo>
                  <a:lnTo>
                    <a:pt x="54355" y="75695"/>
                  </a:lnTo>
                  <a:lnTo>
                    <a:pt x="54682" y="75616"/>
                  </a:lnTo>
                  <a:lnTo>
                    <a:pt x="54996" y="75525"/>
                  </a:lnTo>
                  <a:lnTo>
                    <a:pt x="55310" y="75433"/>
                  </a:lnTo>
                  <a:lnTo>
                    <a:pt x="55624" y="75342"/>
                  </a:lnTo>
                  <a:lnTo>
                    <a:pt x="55937" y="75224"/>
                  </a:lnTo>
                  <a:lnTo>
                    <a:pt x="56264" y="75106"/>
                  </a:lnTo>
                  <a:lnTo>
                    <a:pt x="56578" y="74989"/>
                  </a:lnTo>
                  <a:lnTo>
                    <a:pt x="56892" y="74845"/>
                  </a:lnTo>
                  <a:lnTo>
                    <a:pt x="57193" y="74714"/>
                  </a:lnTo>
                  <a:lnTo>
                    <a:pt x="57507" y="74557"/>
                  </a:lnTo>
                  <a:lnTo>
                    <a:pt x="57820" y="74400"/>
                  </a:lnTo>
                  <a:lnTo>
                    <a:pt x="58134" y="74230"/>
                  </a:lnTo>
                  <a:lnTo>
                    <a:pt x="58435" y="74047"/>
                  </a:lnTo>
                  <a:lnTo>
                    <a:pt x="58749" y="73864"/>
                  </a:lnTo>
                  <a:lnTo>
                    <a:pt x="59049" y="73668"/>
                  </a:lnTo>
                  <a:lnTo>
                    <a:pt x="59363" y="73459"/>
                  </a:lnTo>
                  <a:lnTo>
                    <a:pt x="59664" y="73237"/>
                  </a:lnTo>
                  <a:lnTo>
                    <a:pt x="59899" y="73067"/>
                  </a:lnTo>
                  <a:lnTo>
                    <a:pt x="60109" y="72884"/>
                  </a:lnTo>
                  <a:lnTo>
                    <a:pt x="60331" y="72700"/>
                  </a:lnTo>
                  <a:lnTo>
                    <a:pt x="60527" y="72504"/>
                  </a:lnTo>
                  <a:lnTo>
                    <a:pt x="60723" y="72295"/>
                  </a:lnTo>
                  <a:lnTo>
                    <a:pt x="60906" y="72086"/>
                  </a:lnTo>
                  <a:lnTo>
                    <a:pt x="61076" y="71864"/>
                  </a:lnTo>
                  <a:lnTo>
                    <a:pt x="61246" y="71641"/>
                  </a:lnTo>
                  <a:lnTo>
                    <a:pt x="61403" y="71406"/>
                  </a:lnTo>
                  <a:lnTo>
                    <a:pt x="61560" y="71158"/>
                  </a:lnTo>
                  <a:lnTo>
                    <a:pt x="61704" y="70909"/>
                  </a:lnTo>
                  <a:lnTo>
                    <a:pt x="61835" y="70661"/>
                  </a:lnTo>
                  <a:lnTo>
                    <a:pt x="61965" y="70399"/>
                  </a:lnTo>
                  <a:lnTo>
                    <a:pt x="62083" y="70125"/>
                  </a:lnTo>
                  <a:lnTo>
                    <a:pt x="62188" y="69850"/>
                  </a:lnTo>
                  <a:lnTo>
                    <a:pt x="62292" y="69575"/>
                  </a:lnTo>
                  <a:lnTo>
                    <a:pt x="62384" y="69288"/>
                  </a:lnTo>
                  <a:lnTo>
                    <a:pt x="62475" y="68987"/>
                  </a:lnTo>
                  <a:lnTo>
                    <a:pt x="62554" y="68686"/>
                  </a:lnTo>
                  <a:lnTo>
                    <a:pt x="62632" y="68386"/>
                  </a:lnTo>
                  <a:lnTo>
                    <a:pt x="62698" y="68072"/>
                  </a:lnTo>
                  <a:lnTo>
                    <a:pt x="62763" y="67758"/>
                  </a:lnTo>
                  <a:lnTo>
                    <a:pt x="62867" y="67104"/>
                  </a:lnTo>
                  <a:lnTo>
                    <a:pt x="62933" y="66437"/>
                  </a:lnTo>
                  <a:lnTo>
                    <a:pt x="62985" y="65744"/>
                  </a:lnTo>
                  <a:lnTo>
                    <a:pt x="63011" y="65038"/>
                  </a:lnTo>
                  <a:lnTo>
                    <a:pt x="63011" y="64319"/>
                  </a:lnTo>
                  <a:lnTo>
                    <a:pt x="62985" y="63574"/>
                  </a:lnTo>
                  <a:lnTo>
                    <a:pt x="62946" y="62815"/>
                  </a:lnTo>
                  <a:lnTo>
                    <a:pt x="62881" y="62031"/>
                  </a:lnTo>
                  <a:lnTo>
                    <a:pt x="62789" y="61246"/>
                  </a:lnTo>
                  <a:lnTo>
                    <a:pt x="62684" y="60449"/>
                  </a:lnTo>
                  <a:lnTo>
                    <a:pt x="62567" y="59638"/>
                  </a:lnTo>
                  <a:lnTo>
                    <a:pt x="62423" y="58814"/>
                  </a:lnTo>
                  <a:lnTo>
                    <a:pt x="62253" y="57977"/>
                  </a:lnTo>
                  <a:lnTo>
                    <a:pt x="62083" y="57127"/>
                  </a:lnTo>
                  <a:lnTo>
                    <a:pt x="61887" y="56278"/>
                  </a:lnTo>
                  <a:lnTo>
                    <a:pt x="61691" y="55428"/>
                  </a:lnTo>
                  <a:lnTo>
                    <a:pt x="61468" y="54565"/>
                  </a:lnTo>
                  <a:lnTo>
                    <a:pt x="61233" y="53702"/>
                  </a:lnTo>
                  <a:lnTo>
                    <a:pt x="60985" y="52826"/>
                  </a:lnTo>
                  <a:lnTo>
                    <a:pt x="60736" y="51949"/>
                  </a:lnTo>
                  <a:lnTo>
                    <a:pt x="60462" y="51073"/>
                  </a:lnTo>
                  <a:lnTo>
                    <a:pt x="60187" y="50197"/>
                  </a:lnTo>
                  <a:lnTo>
                    <a:pt x="59899" y="49321"/>
                  </a:lnTo>
                  <a:lnTo>
                    <a:pt x="59311" y="47582"/>
                  </a:lnTo>
                  <a:lnTo>
                    <a:pt x="58696" y="45843"/>
                  </a:lnTo>
                  <a:lnTo>
                    <a:pt x="58056" y="44130"/>
                  </a:lnTo>
                  <a:lnTo>
                    <a:pt x="57415" y="42457"/>
                  </a:lnTo>
                  <a:lnTo>
                    <a:pt x="56774" y="40809"/>
                  </a:lnTo>
                  <a:lnTo>
                    <a:pt x="56120" y="39201"/>
                  </a:lnTo>
                  <a:lnTo>
                    <a:pt x="55480" y="37658"/>
                  </a:lnTo>
                  <a:lnTo>
                    <a:pt x="54264" y="34768"/>
                  </a:lnTo>
                  <a:lnTo>
                    <a:pt x="53165" y="32179"/>
                  </a:lnTo>
                  <a:lnTo>
                    <a:pt x="52237" y="29969"/>
                  </a:lnTo>
                  <a:lnTo>
                    <a:pt x="51858" y="29015"/>
                  </a:lnTo>
                  <a:lnTo>
                    <a:pt x="51544" y="28191"/>
                  </a:lnTo>
                  <a:lnTo>
                    <a:pt x="51152" y="27171"/>
                  </a:lnTo>
                  <a:lnTo>
                    <a:pt x="50760" y="26164"/>
                  </a:lnTo>
                  <a:lnTo>
                    <a:pt x="50367" y="25171"/>
                  </a:lnTo>
                  <a:lnTo>
                    <a:pt x="49949" y="24190"/>
                  </a:lnTo>
                  <a:lnTo>
                    <a:pt x="49530" y="23235"/>
                  </a:lnTo>
                  <a:lnTo>
                    <a:pt x="49112" y="22281"/>
                  </a:lnTo>
                  <a:lnTo>
                    <a:pt x="48680" y="21339"/>
                  </a:lnTo>
                  <a:lnTo>
                    <a:pt x="48236" y="20424"/>
                  </a:lnTo>
                  <a:lnTo>
                    <a:pt x="47791" y="19509"/>
                  </a:lnTo>
                  <a:lnTo>
                    <a:pt x="47334" y="18620"/>
                  </a:lnTo>
                  <a:lnTo>
                    <a:pt x="46863" y="17744"/>
                  </a:lnTo>
                  <a:lnTo>
                    <a:pt x="46392" y="16894"/>
                  </a:lnTo>
                  <a:lnTo>
                    <a:pt x="45908" y="16044"/>
                  </a:lnTo>
                  <a:lnTo>
                    <a:pt x="45425" y="15220"/>
                  </a:lnTo>
                  <a:lnTo>
                    <a:pt x="44915" y="14422"/>
                  </a:lnTo>
                  <a:lnTo>
                    <a:pt x="44418" y="13625"/>
                  </a:lnTo>
                  <a:lnTo>
                    <a:pt x="43895" y="12853"/>
                  </a:lnTo>
                  <a:lnTo>
                    <a:pt x="43372" y="12108"/>
                  </a:lnTo>
                  <a:lnTo>
                    <a:pt x="42836" y="11376"/>
                  </a:lnTo>
                  <a:lnTo>
                    <a:pt x="42300" y="10657"/>
                  </a:lnTo>
                  <a:lnTo>
                    <a:pt x="41750" y="9964"/>
                  </a:lnTo>
                  <a:lnTo>
                    <a:pt x="41201" y="9284"/>
                  </a:lnTo>
                  <a:lnTo>
                    <a:pt x="40626" y="8630"/>
                  </a:lnTo>
                  <a:lnTo>
                    <a:pt x="40051" y="8002"/>
                  </a:lnTo>
                  <a:lnTo>
                    <a:pt x="39475" y="7388"/>
                  </a:lnTo>
                  <a:lnTo>
                    <a:pt x="38887" y="6799"/>
                  </a:lnTo>
                  <a:lnTo>
                    <a:pt x="38285" y="6224"/>
                  </a:lnTo>
                  <a:lnTo>
                    <a:pt x="37671" y="5675"/>
                  </a:lnTo>
                  <a:lnTo>
                    <a:pt x="37056" y="5152"/>
                  </a:lnTo>
                  <a:lnTo>
                    <a:pt x="36442" y="4655"/>
                  </a:lnTo>
                  <a:lnTo>
                    <a:pt x="35801" y="4184"/>
                  </a:lnTo>
                  <a:lnTo>
                    <a:pt x="35160" y="3727"/>
                  </a:lnTo>
                  <a:lnTo>
                    <a:pt x="34507" y="3295"/>
                  </a:lnTo>
                  <a:lnTo>
                    <a:pt x="33853" y="2890"/>
                  </a:lnTo>
                  <a:lnTo>
                    <a:pt x="33186" y="2511"/>
                  </a:lnTo>
                  <a:lnTo>
                    <a:pt x="32506" y="2157"/>
                  </a:lnTo>
                  <a:lnTo>
                    <a:pt x="31826" y="1831"/>
                  </a:lnTo>
                  <a:lnTo>
                    <a:pt x="31133" y="1517"/>
                  </a:lnTo>
                  <a:lnTo>
                    <a:pt x="30427" y="1242"/>
                  </a:lnTo>
                  <a:lnTo>
                    <a:pt x="29721" y="994"/>
                  </a:lnTo>
                  <a:lnTo>
                    <a:pt x="29002" y="771"/>
                  </a:lnTo>
                  <a:lnTo>
                    <a:pt x="28269" y="575"/>
                  </a:lnTo>
                  <a:lnTo>
                    <a:pt x="27537" y="405"/>
                  </a:lnTo>
                  <a:lnTo>
                    <a:pt x="26792" y="275"/>
                  </a:lnTo>
                  <a:lnTo>
                    <a:pt x="26034" y="157"/>
                  </a:lnTo>
                  <a:lnTo>
                    <a:pt x="25275" y="78"/>
                  </a:lnTo>
                  <a:lnTo>
                    <a:pt x="24491" y="26"/>
                  </a:lnTo>
                  <a:lnTo>
                    <a:pt x="237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68;p38">
              <a:extLst>
                <a:ext uri="{FF2B5EF4-FFF2-40B4-BE49-F238E27FC236}">
                  <a16:creationId xmlns:a16="http://schemas.microsoft.com/office/drawing/2014/main" id="{2FD1F669-9050-053B-158D-95062522896E}"/>
                </a:ext>
              </a:extLst>
            </p:cNvPr>
            <p:cNvSpPr/>
            <p:nvPr/>
          </p:nvSpPr>
          <p:spPr>
            <a:xfrm>
              <a:off x="2828000" y="238125"/>
              <a:ext cx="1575325" cy="1900875"/>
            </a:xfrm>
            <a:custGeom>
              <a:avLst/>
              <a:gdLst/>
              <a:ahLst/>
              <a:cxnLst/>
              <a:rect l="l" t="t" r="r" b="b"/>
              <a:pathLst>
                <a:path w="63013" h="76035" extrusionOk="0">
                  <a:moveTo>
                    <a:pt x="39293" y="0"/>
                  </a:moveTo>
                  <a:lnTo>
                    <a:pt x="38522" y="26"/>
                  </a:lnTo>
                  <a:lnTo>
                    <a:pt x="37750" y="78"/>
                  </a:lnTo>
                  <a:lnTo>
                    <a:pt x="36979" y="157"/>
                  </a:lnTo>
                  <a:lnTo>
                    <a:pt x="36220" y="275"/>
                  </a:lnTo>
                  <a:lnTo>
                    <a:pt x="35475" y="405"/>
                  </a:lnTo>
                  <a:lnTo>
                    <a:pt x="34743" y="575"/>
                  </a:lnTo>
                  <a:lnTo>
                    <a:pt x="34011" y="771"/>
                  </a:lnTo>
                  <a:lnTo>
                    <a:pt x="33291" y="994"/>
                  </a:lnTo>
                  <a:lnTo>
                    <a:pt x="32585" y="1242"/>
                  </a:lnTo>
                  <a:lnTo>
                    <a:pt x="31879" y="1517"/>
                  </a:lnTo>
                  <a:lnTo>
                    <a:pt x="31186" y="1831"/>
                  </a:lnTo>
                  <a:lnTo>
                    <a:pt x="30506" y="2157"/>
                  </a:lnTo>
                  <a:lnTo>
                    <a:pt x="29826" y="2511"/>
                  </a:lnTo>
                  <a:lnTo>
                    <a:pt x="29160" y="2890"/>
                  </a:lnTo>
                  <a:lnTo>
                    <a:pt x="28506" y="3295"/>
                  </a:lnTo>
                  <a:lnTo>
                    <a:pt x="27852" y="3727"/>
                  </a:lnTo>
                  <a:lnTo>
                    <a:pt x="27211" y="4184"/>
                  </a:lnTo>
                  <a:lnTo>
                    <a:pt x="26571" y="4655"/>
                  </a:lnTo>
                  <a:lnTo>
                    <a:pt x="25956" y="5152"/>
                  </a:lnTo>
                  <a:lnTo>
                    <a:pt x="25341" y="5675"/>
                  </a:lnTo>
                  <a:lnTo>
                    <a:pt x="24727" y="6224"/>
                  </a:lnTo>
                  <a:lnTo>
                    <a:pt x="24125" y="6799"/>
                  </a:lnTo>
                  <a:lnTo>
                    <a:pt x="23537" y="7388"/>
                  </a:lnTo>
                  <a:lnTo>
                    <a:pt x="22962" y="8002"/>
                  </a:lnTo>
                  <a:lnTo>
                    <a:pt x="22386" y="8630"/>
                  </a:lnTo>
                  <a:lnTo>
                    <a:pt x="21811" y="9284"/>
                  </a:lnTo>
                  <a:lnTo>
                    <a:pt x="21262" y="9964"/>
                  </a:lnTo>
                  <a:lnTo>
                    <a:pt x="20713" y="10657"/>
                  </a:lnTo>
                  <a:lnTo>
                    <a:pt x="20177" y="11376"/>
                  </a:lnTo>
                  <a:lnTo>
                    <a:pt x="19640" y="12108"/>
                  </a:lnTo>
                  <a:lnTo>
                    <a:pt x="19117" y="12853"/>
                  </a:lnTo>
                  <a:lnTo>
                    <a:pt x="18594" y="13625"/>
                  </a:lnTo>
                  <a:lnTo>
                    <a:pt x="18098" y="14422"/>
                  </a:lnTo>
                  <a:lnTo>
                    <a:pt x="17601" y="15220"/>
                  </a:lnTo>
                  <a:lnTo>
                    <a:pt x="17104" y="16044"/>
                  </a:lnTo>
                  <a:lnTo>
                    <a:pt x="16620" y="16894"/>
                  </a:lnTo>
                  <a:lnTo>
                    <a:pt x="16149" y="17744"/>
                  </a:lnTo>
                  <a:lnTo>
                    <a:pt x="15679" y="18620"/>
                  </a:lnTo>
                  <a:lnTo>
                    <a:pt x="15221" y="19509"/>
                  </a:lnTo>
                  <a:lnTo>
                    <a:pt x="14776" y="20424"/>
                  </a:lnTo>
                  <a:lnTo>
                    <a:pt x="14332" y="21339"/>
                  </a:lnTo>
                  <a:lnTo>
                    <a:pt x="13900" y="22281"/>
                  </a:lnTo>
                  <a:lnTo>
                    <a:pt x="13482" y="23235"/>
                  </a:lnTo>
                  <a:lnTo>
                    <a:pt x="13063" y="24190"/>
                  </a:lnTo>
                  <a:lnTo>
                    <a:pt x="12645" y="25171"/>
                  </a:lnTo>
                  <a:lnTo>
                    <a:pt x="12253" y="26164"/>
                  </a:lnTo>
                  <a:lnTo>
                    <a:pt x="11860" y="27171"/>
                  </a:lnTo>
                  <a:lnTo>
                    <a:pt x="11468" y="28191"/>
                  </a:lnTo>
                  <a:lnTo>
                    <a:pt x="11154" y="29015"/>
                  </a:lnTo>
                  <a:lnTo>
                    <a:pt x="10775" y="29969"/>
                  </a:lnTo>
                  <a:lnTo>
                    <a:pt x="9847" y="32179"/>
                  </a:lnTo>
                  <a:lnTo>
                    <a:pt x="8749" y="34768"/>
                  </a:lnTo>
                  <a:lnTo>
                    <a:pt x="7532" y="37658"/>
                  </a:lnTo>
                  <a:lnTo>
                    <a:pt x="6892" y="39201"/>
                  </a:lnTo>
                  <a:lnTo>
                    <a:pt x="6251" y="40809"/>
                  </a:lnTo>
                  <a:lnTo>
                    <a:pt x="5597" y="42457"/>
                  </a:lnTo>
                  <a:lnTo>
                    <a:pt x="4957" y="44130"/>
                  </a:lnTo>
                  <a:lnTo>
                    <a:pt x="4316" y="45843"/>
                  </a:lnTo>
                  <a:lnTo>
                    <a:pt x="3701" y="47582"/>
                  </a:lnTo>
                  <a:lnTo>
                    <a:pt x="3113" y="49321"/>
                  </a:lnTo>
                  <a:lnTo>
                    <a:pt x="2825" y="50197"/>
                  </a:lnTo>
                  <a:lnTo>
                    <a:pt x="2551" y="51073"/>
                  </a:lnTo>
                  <a:lnTo>
                    <a:pt x="2289" y="51949"/>
                  </a:lnTo>
                  <a:lnTo>
                    <a:pt x="2028" y="52826"/>
                  </a:lnTo>
                  <a:lnTo>
                    <a:pt x="1779" y="53702"/>
                  </a:lnTo>
                  <a:lnTo>
                    <a:pt x="1544" y="54565"/>
                  </a:lnTo>
                  <a:lnTo>
                    <a:pt x="1335" y="55428"/>
                  </a:lnTo>
                  <a:lnTo>
                    <a:pt x="1125" y="56278"/>
                  </a:lnTo>
                  <a:lnTo>
                    <a:pt x="929" y="57127"/>
                  </a:lnTo>
                  <a:lnTo>
                    <a:pt x="759" y="57977"/>
                  </a:lnTo>
                  <a:lnTo>
                    <a:pt x="589" y="58814"/>
                  </a:lnTo>
                  <a:lnTo>
                    <a:pt x="446" y="59638"/>
                  </a:lnTo>
                  <a:lnTo>
                    <a:pt x="328" y="60449"/>
                  </a:lnTo>
                  <a:lnTo>
                    <a:pt x="223" y="61246"/>
                  </a:lnTo>
                  <a:lnTo>
                    <a:pt x="132" y="62031"/>
                  </a:lnTo>
                  <a:lnTo>
                    <a:pt x="66" y="62815"/>
                  </a:lnTo>
                  <a:lnTo>
                    <a:pt x="27" y="63574"/>
                  </a:lnTo>
                  <a:lnTo>
                    <a:pt x="1" y="64319"/>
                  </a:lnTo>
                  <a:lnTo>
                    <a:pt x="1" y="65038"/>
                  </a:lnTo>
                  <a:lnTo>
                    <a:pt x="27" y="65744"/>
                  </a:lnTo>
                  <a:lnTo>
                    <a:pt x="79" y="66437"/>
                  </a:lnTo>
                  <a:lnTo>
                    <a:pt x="145" y="67104"/>
                  </a:lnTo>
                  <a:lnTo>
                    <a:pt x="249" y="67758"/>
                  </a:lnTo>
                  <a:lnTo>
                    <a:pt x="315" y="68072"/>
                  </a:lnTo>
                  <a:lnTo>
                    <a:pt x="380" y="68386"/>
                  </a:lnTo>
                  <a:lnTo>
                    <a:pt x="459" y="68686"/>
                  </a:lnTo>
                  <a:lnTo>
                    <a:pt x="537" y="68987"/>
                  </a:lnTo>
                  <a:lnTo>
                    <a:pt x="629" y="69288"/>
                  </a:lnTo>
                  <a:lnTo>
                    <a:pt x="720" y="69575"/>
                  </a:lnTo>
                  <a:lnTo>
                    <a:pt x="825" y="69850"/>
                  </a:lnTo>
                  <a:lnTo>
                    <a:pt x="929" y="70125"/>
                  </a:lnTo>
                  <a:lnTo>
                    <a:pt x="1060" y="70399"/>
                  </a:lnTo>
                  <a:lnTo>
                    <a:pt x="1178" y="70661"/>
                  </a:lnTo>
                  <a:lnTo>
                    <a:pt x="1322" y="70909"/>
                  </a:lnTo>
                  <a:lnTo>
                    <a:pt x="1452" y="71158"/>
                  </a:lnTo>
                  <a:lnTo>
                    <a:pt x="1609" y="71406"/>
                  </a:lnTo>
                  <a:lnTo>
                    <a:pt x="1766" y="71641"/>
                  </a:lnTo>
                  <a:lnTo>
                    <a:pt x="1936" y="71864"/>
                  </a:lnTo>
                  <a:lnTo>
                    <a:pt x="2106" y="72086"/>
                  </a:lnTo>
                  <a:lnTo>
                    <a:pt x="2289" y="72295"/>
                  </a:lnTo>
                  <a:lnTo>
                    <a:pt x="2485" y="72504"/>
                  </a:lnTo>
                  <a:lnTo>
                    <a:pt x="2695" y="72700"/>
                  </a:lnTo>
                  <a:lnTo>
                    <a:pt x="2904" y="72884"/>
                  </a:lnTo>
                  <a:lnTo>
                    <a:pt x="3113" y="73067"/>
                  </a:lnTo>
                  <a:lnTo>
                    <a:pt x="3348" y="73237"/>
                  </a:lnTo>
                  <a:lnTo>
                    <a:pt x="3649" y="73459"/>
                  </a:lnTo>
                  <a:lnTo>
                    <a:pt x="3963" y="73668"/>
                  </a:lnTo>
                  <a:lnTo>
                    <a:pt x="4264" y="73864"/>
                  </a:lnTo>
                  <a:lnTo>
                    <a:pt x="4577" y="74047"/>
                  </a:lnTo>
                  <a:lnTo>
                    <a:pt x="4878" y="74230"/>
                  </a:lnTo>
                  <a:lnTo>
                    <a:pt x="5192" y="74400"/>
                  </a:lnTo>
                  <a:lnTo>
                    <a:pt x="5506" y="74557"/>
                  </a:lnTo>
                  <a:lnTo>
                    <a:pt x="5820" y="74714"/>
                  </a:lnTo>
                  <a:lnTo>
                    <a:pt x="6133" y="74845"/>
                  </a:lnTo>
                  <a:lnTo>
                    <a:pt x="6447" y="74989"/>
                  </a:lnTo>
                  <a:lnTo>
                    <a:pt x="6761" y="75106"/>
                  </a:lnTo>
                  <a:lnTo>
                    <a:pt x="7075" y="75224"/>
                  </a:lnTo>
                  <a:lnTo>
                    <a:pt x="7389" y="75342"/>
                  </a:lnTo>
                  <a:lnTo>
                    <a:pt x="7702" y="75433"/>
                  </a:lnTo>
                  <a:lnTo>
                    <a:pt x="8016" y="75525"/>
                  </a:lnTo>
                  <a:lnTo>
                    <a:pt x="8330" y="75616"/>
                  </a:lnTo>
                  <a:lnTo>
                    <a:pt x="8657" y="75695"/>
                  </a:lnTo>
                  <a:lnTo>
                    <a:pt x="8971" y="75760"/>
                  </a:lnTo>
                  <a:lnTo>
                    <a:pt x="9611" y="75878"/>
                  </a:lnTo>
                  <a:lnTo>
                    <a:pt x="10252" y="75956"/>
                  </a:lnTo>
                  <a:lnTo>
                    <a:pt x="10893" y="76009"/>
                  </a:lnTo>
                  <a:lnTo>
                    <a:pt x="11534" y="76035"/>
                  </a:lnTo>
                  <a:lnTo>
                    <a:pt x="12174" y="76035"/>
                  </a:lnTo>
                  <a:lnTo>
                    <a:pt x="12828" y="75996"/>
                  </a:lnTo>
                  <a:lnTo>
                    <a:pt x="13469" y="75943"/>
                  </a:lnTo>
                  <a:lnTo>
                    <a:pt x="14123" y="75865"/>
                  </a:lnTo>
                  <a:lnTo>
                    <a:pt x="14763" y="75747"/>
                  </a:lnTo>
                  <a:lnTo>
                    <a:pt x="15404" y="75616"/>
                  </a:lnTo>
                  <a:lnTo>
                    <a:pt x="16058" y="75459"/>
                  </a:lnTo>
                  <a:lnTo>
                    <a:pt x="16698" y="75289"/>
                  </a:lnTo>
                  <a:lnTo>
                    <a:pt x="17339" y="75080"/>
                  </a:lnTo>
                  <a:lnTo>
                    <a:pt x="17980" y="74858"/>
                  </a:lnTo>
                  <a:lnTo>
                    <a:pt x="18621" y="74610"/>
                  </a:lnTo>
                  <a:lnTo>
                    <a:pt x="19261" y="74348"/>
                  </a:lnTo>
                  <a:lnTo>
                    <a:pt x="19889" y="74073"/>
                  </a:lnTo>
                  <a:lnTo>
                    <a:pt x="20530" y="73773"/>
                  </a:lnTo>
                  <a:lnTo>
                    <a:pt x="21157" y="73459"/>
                  </a:lnTo>
                  <a:lnTo>
                    <a:pt x="21785" y="73119"/>
                  </a:lnTo>
                  <a:lnTo>
                    <a:pt x="22413" y="72766"/>
                  </a:lnTo>
                  <a:lnTo>
                    <a:pt x="23027" y="72400"/>
                  </a:lnTo>
                  <a:lnTo>
                    <a:pt x="23655" y="72021"/>
                  </a:lnTo>
                  <a:lnTo>
                    <a:pt x="24269" y="71628"/>
                  </a:lnTo>
                  <a:lnTo>
                    <a:pt x="24871" y="71223"/>
                  </a:lnTo>
                  <a:lnTo>
                    <a:pt x="25485" y="70805"/>
                  </a:lnTo>
                  <a:lnTo>
                    <a:pt x="26087" y="70373"/>
                  </a:lnTo>
                  <a:lnTo>
                    <a:pt x="26675" y="69942"/>
                  </a:lnTo>
                  <a:lnTo>
                    <a:pt x="27264" y="69484"/>
                  </a:lnTo>
                  <a:lnTo>
                    <a:pt x="27852" y="69026"/>
                  </a:lnTo>
                  <a:lnTo>
                    <a:pt x="28440" y="68556"/>
                  </a:lnTo>
                  <a:lnTo>
                    <a:pt x="29016" y="68085"/>
                  </a:lnTo>
                  <a:lnTo>
                    <a:pt x="29578" y="67601"/>
                  </a:lnTo>
                  <a:lnTo>
                    <a:pt x="30140" y="67117"/>
                  </a:lnTo>
                  <a:lnTo>
                    <a:pt x="30689" y="66620"/>
                  </a:lnTo>
                  <a:lnTo>
                    <a:pt x="31788" y="65627"/>
                  </a:lnTo>
                  <a:lnTo>
                    <a:pt x="32847" y="64620"/>
                  </a:lnTo>
                  <a:lnTo>
                    <a:pt x="33867" y="63600"/>
                  </a:lnTo>
                  <a:lnTo>
                    <a:pt x="34860" y="62593"/>
                  </a:lnTo>
                  <a:lnTo>
                    <a:pt x="35815" y="61586"/>
                  </a:lnTo>
                  <a:lnTo>
                    <a:pt x="36730" y="60592"/>
                  </a:lnTo>
                  <a:lnTo>
                    <a:pt x="37619" y="59612"/>
                  </a:lnTo>
                  <a:lnTo>
                    <a:pt x="38456" y="58670"/>
                  </a:lnTo>
                  <a:lnTo>
                    <a:pt x="39241" y="57755"/>
                  </a:lnTo>
                  <a:lnTo>
                    <a:pt x="39986" y="56866"/>
                  </a:lnTo>
                  <a:lnTo>
                    <a:pt x="40941" y="55715"/>
                  </a:lnTo>
                  <a:lnTo>
                    <a:pt x="41921" y="54473"/>
                  </a:lnTo>
                  <a:lnTo>
                    <a:pt x="42941" y="53152"/>
                  </a:lnTo>
                  <a:lnTo>
                    <a:pt x="43974" y="51740"/>
                  </a:lnTo>
                  <a:lnTo>
                    <a:pt x="45033" y="50276"/>
                  </a:lnTo>
                  <a:lnTo>
                    <a:pt x="46105" y="48733"/>
                  </a:lnTo>
                  <a:lnTo>
                    <a:pt x="47191" y="47151"/>
                  </a:lnTo>
                  <a:lnTo>
                    <a:pt x="48289" y="45503"/>
                  </a:lnTo>
                  <a:lnTo>
                    <a:pt x="49374" y="43830"/>
                  </a:lnTo>
                  <a:lnTo>
                    <a:pt x="50460" y="42130"/>
                  </a:lnTo>
                  <a:lnTo>
                    <a:pt x="51532" y="40391"/>
                  </a:lnTo>
                  <a:lnTo>
                    <a:pt x="52591" y="38638"/>
                  </a:lnTo>
                  <a:lnTo>
                    <a:pt x="53624" y="36886"/>
                  </a:lnTo>
                  <a:lnTo>
                    <a:pt x="54631" y="35121"/>
                  </a:lnTo>
                  <a:lnTo>
                    <a:pt x="55611" y="33369"/>
                  </a:lnTo>
                  <a:lnTo>
                    <a:pt x="56540" y="31617"/>
                  </a:lnTo>
                  <a:lnTo>
                    <a:pt x="57442" y="29891"/>
                  </a:lnTo>
                  <a:lnTo>
                    <a:pt x="58292" y="28204"/>
                  </a:lnTo>
                  <a:lnTo>
                    <a:pt x="58697" y="27367"/>
                  </a:lnTo>
                  <a:lnTo>
                    <a:pt x="59090" y="26530"/>
                  </a:lnTo>
                  <a:lnTo>
                    <a:pt x="59469" y="25720"/>
                  </a:lnTo>
                  <a:lnTo>
                    <a:pt x="59822" y="24922"/>
                  </a:lnTo>
                  <a:lnTo>
                    <a:pt x="60175" y="24125"/>
                  </a:lnTo>
                  <a:lnTo>
                    <a:pt x="60502" y="23340"/>
                  </a:lnTo>
                  <a:lnTo>
                    <a:pt x="60815" y="22582"/>
                  </a:lnTo>
                  <a:lnTo>
                    <a:pt x="61103" y="21836"/>
                  </a:lnTo>
                  <a:lnTo>
                    <a:pt x="61378" y="21104"/>
                  </a:lnTo>
                  <a:lnTo>
                    <a:pt x="61639" y="20385"/>
                  </a:lnTo>
                  <a:lnTo>
                    <a:pt x="61875" y="19679"/>
                  </a:lnTo>
                  <a:lnTo>
                    <a:pt x="62084" y="19012"/>
                  </a:lnTo>
                  <a:lnTo>
                    <a:pt x="62280" y="18345"/>
                  </a:lnTo>
                  <a:lnTo>
                    <a:pt x="62463" y="17704"/>
                  </a:lnTo>
                  <a:lnTo>
                    <a:pt x="62607" y="17090"/>
                  </a:lnTo>
                  <a:lnTo>
                    <a:pt x="62738" y="16501"/>
                  </a:lnTo>
                  <a:lnTo>
                    <a:pt x="62842" y="15926"/>
                  </a:lnTo>
                  <a:lnTo>
                    <a:pt x="62921" y="15377"/>
                  </a:lnTo>
                  <a:lnTo>
                    <a:pt x="62973" y="14854"/>
                  </a:lnTo>
                  <a:lnTo>
                    <a:pt x="63012" y="14370"/>
                  </a:lnTo>
                  <a:lnTo>
                    <a:pt x="63012" y="13899"/>
                  </a:lnTo>
                  <a:lnTo>
                    <a:pt x="62986" y="13455"/>
                  </a:lnTo>
                  <a:lnTo>
                    <a:pt x="62960" y="13246"/>
                  </a:lnTo>
                  <a:lnTo>
                    <a:pt x="62934" y="13049"/>
                  </a:lnTo>
                  <a:lnTo>
                    <a:pt x="62895" y="12853"/>
                  </a:lnTo>
                  <a:lnTo>
                    <a:pt x="62855" y="12670"/>
                  </a:lnTo>
                  <a:lnTo>
                    <a:pt x="62803" y="12487"/>
                  </a:lnTo>
                  <a:lnTo>
                    <a:pt x="62751" y="12317"/>
                  </a:lnTo>
                  <a:lnTo>
                    <a:pt x="62685" y="12160"/>
                  </a:lnTo>
                  <a:lnTo>
                    <a:pt x="62607" y="12003"/>
                  </a:lnTo>
                  <a:lnTo>
                    <a:pt x="62528" y="11860"/>
                  </a:lnTo>
                  <a:lnTo>
                    <a:pt x="62437" y="11716"/>
                  </a:lnTo>
                  <a:lnTo>
                    <a:pt x="62345" y="11585"/>
                  </a:lnTo>
                  <a:lnTo>
                    <a:pt x="62241" y="11467"/>
                  </a:lnTo>
                  <a:lnTo>
                    <a:pt x="61809" y="11010"/>
                  </a:lnTo>
                  <a:lnTo>
                    <a:pt x="61378" y="10565"/>
                  </a:lnTo>
                  <a:lnTo>
                    <a:pt x="60946" y="10134"/>
                  </a:lnTo>
                  <a:lnTo>
                    <a:pt x="60528" y="9715"/>
                  </a:lnTo>
                  <a:lnTo>
                    <a:pt x="60096" y="9310"/>
                  </a:lnTo>
                  <a:lnTo>
                    <a:pt x="59678" y="8931"/>
                  </a:lnTo>
                  <a:lnTo>
                    <a:pt x="58854" y="8198"/>
                  </a:lnTo>
                  <a:lnTo>
                    <a:pt x="58070" y="7518"/>
                  </a:lnTo>
                  <a:lnTo>
                    <a:pt x="57298" y="6904"/>
                  </a:lnTo>
                  <a:lnTo>
                    <a:pt x="56579" y="6355"/>
                  </a:lnTo>
                  <a:lnTo>
                    <a:pt x="55899" y="5858"/>
                  </a:lnTo>
                  <a:lnTo>
                    <a:pt x="55285" y="5413"/>
                  </a:lnTo>
                  <a:lnTo>
                    <a:pt x="54722" y="5034"/>
                  </a:lnTo>
                  <a:lnTo>
                    <a:pt x="54225" y="4707"/>
                  </a:lnTo>
                  <a:lnTo>
                    <a:pt x="53807" y="4433"/>
                  </a:lnTo>
                  <a:lnTo>
                    <a:pt x="53219" y="4080"/>
                  </a:lnTo>
                  <a:lnTo>
                    <a:pt x="53009" y="3962"/>
                  </a:lnTo>
                  <a:lnTo>
                    <a:pt x="52081" y="3465"/>
                  </a:lnTo>
                  <a:lnTo>
                    <a:pt x="51166" y="2994"/>
                  </a:lnTo>
                  <a:lnTo>
                    <a:pt x="50264" y="2563"/>
                  </a:lnTo>
                  <a:lnTo>
                    <a:pt x="49361" y="2171"/>
                  </a:lnTo>
                  <a:lnTo>
                    <a:pt x="48472" y="1804"/>
                  </a:lnTo>
                  <a:lnTo>
                    <a:pt x="47596" y="1478"/>
                  </a:lnTo>
                  <a:lnTo>
                    <a:pt x="46720" y="1190"/>
                  </a:lnTo>
                  <a:lnTo>
                    <a:pt x="45857" y="928"/>
                  </a:lnTo>
                  <a:lnTo>
                    <a:pt x="45007" y="693"/>
                  </a:lnTo>
                  <a:lnTo>
                    <a:pt x="44170" y="510"/>
                  </a:lnTo>
                  <a:lnTo>
                    <a:pt x="43333" y="340"/>
                  </a:lnTo>
                  <a:lnTo>
                    <a:pt x="42510" y="209"/>
                  </a:lnTo>
                  <a:lnTo>
                    <a:pt x="41699" y="118"/>
                  </a:lnTo>
                  <a:lnTo>
                    <a:pt x="40888" y="39"/>
                  </a:lnTo>
                  <a:lnTo>
                    <a:pt x="40091" y="13"/>
                  </a:lnTo>
                  <a:lnTo>
                    <a:pt x="392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69;p38">
              <a:extLst>
                <a:ext uri="{FF2B5EF4-FFF2-40B4-BE49-F238E27FC236}">
                  <a16:creationId xmlns:a16="http://schemas.microsoft.com/office/drawing/2014/main" id="{DF04025A-05E6-C6E9-C536-F9F01BD9C6AF}"/>
                </a:ext>
              </a:extLst>
            </p:cNvPr>
            <p:cNvSpPr/>
            <p:nvPr/>
          </p:nvSpPr>
          <p:spPr>
            <a:xfrm>
              <a:off x="3379800" y="338475"/>
              <a:ext cx="2453650" cy="2454975"/>
            </a:xfrm>
            <a:custGeom>
              <a:avLst/>
              <a:gdLst/>
              <a:ahLst/>
              <a:cxnLst/>
              <a:rect l="l" t="t" r="r" b="b"/>
              <a:pathLst>
                <a:path w="98146" h="98199" extrusionOk="0">
                  <a:moveTo>
                    <a:pt x="46759" y="0"/>
                  </a:moveTo>
                  <a:lnTo>
                    <a:pt x="45987" y="26"/>
                  </a:lnTo>
                  <a:lnTo>
                    <a:pt x="45203" y="66"/>
                  </a:lnTo>
                  <a:lnTo>
                    <a:pt x="44405" y="105"/>
                  </a:lnTo>
                  <a:lnTo>
                    <a:pt x="43869" y="144"/>
                  </a:lnTo>
                  <a:lnTo>
                    <a:pt x="43333" y="196"/>
                  </a:lnTo>
                  <a:lnTo>
                    <a:pt x="42810" y="262"/>
                  </a:lnTo>
                  <a:lnTo>
                    <a:pt x="42287" y="340"/>
                  </a:lnTo>
                  <a:lnTo>
                    <a:pt x="41777" y="419"/>
                  </a:lnTo>
                  <a:lnTo>
                    <a:pt x="41267" y="523"/>
                  </a:lnTo>
                  <a:lnTo>
                    <a:pt x="40757" y="628"/>
                  </a:lnTo>
                  <a:lnTo>
                    <a:pt x="40260" y="746"/>
                  </a:lnTo>
                  <a:lnTo>
                    <a:pt x="39763" y="863"/>
                  </a:lnTo>
                  <a:lnTo>
                    <a:pt x="39280" y="1007"/>
                  </a:lnTo>
                  <a:lnTo>
                    <a:pt x="38796" y="1151"/>
                  </a:lnTo>
                  <a:lnTo>
                    <a:pt x="38312" y="1308"/>
                  </a:lnTo>
                  <a:lnTo>
                    <a:pt x="37828" y="1465"/>
                  </a:lnTo>
                  <a:lnTo>
                    <a:pt x="37357" y="1648"/>
                  </a:lnTo>
                  <a:lnTo>
                    <a:pt x="36900" y="1831"/>
                  </a:lnTo>
                  <a:lnTo>
                    <a:pt x="36429" y="2014"/>
                  </a:lnTo>
                  <a:lnTo>
                    <a:pt x="35971" y="2223"/>
                  </a:lnTo>
                  <a:lnTo>
                    <a:pt x="35527" y="2432"/>
                  </a:lnTo>
                  <a:lnTo>
                    <a:pt x="35082" y="2641"/>
                  </a:lnTo>
                  <a:lnTo>
                    <a:pt x="34638" y="2877"/>
                  </a:lnTo>
                  <a:lnTo>
                    <a:pt x="34193" y="3112"/>
                  </a:lnTo>
                  <a:lnTo>
                    <a:pt x="33762" y="3361"/>
                  </a:lnTo>
                  <a:lnTo>
                    <a:pt x="33330" y="3609"/>
                  </a:lnTo>
                  <a:lnTo>
                    <a:pt x="32912" y="3871"/>
                  </a:lnTo>
                  <a:lnTo>
                    <a:pt x="32493" y="4132"/>
                  </a:lnTo>
                  <a:lnTo>
                    <a:pt x="32075" y="4407"/>
                  </a:lnTo>
                  <a:lnTo>
                    <a:pt x="31657" y="4694"/>
                  </a:lnTo>
                  <a:lnTo>
                    <a:pt x="31251" y="4982"/>
                  </a:lnTo>
                  <a:lnTo>
                    <a:pt x="30859" y="5283"/>
                  </a:lnTo>
                  <a:lnTo>
                    <a:pt x="30454" y="5597"/>
                  </a:lnTo>
                  <a:lnTo>
                    <a:pt x="30061" y="5910"/>
                  </a:lnTo>
                  <a:lnTo>
                    <a:pt x="29669" y="6224"/>
                  </a:lnTo>
                  <a:lnTo>
                    <a:pt x="29290" y="6551"/>
                  </a:lnTo>
                  <a:lnTo>
                    <a:pt x="28911" y="6878"/>
                  </a:lnTo>
                  <a:lnTo>
                    <a:pt x="28165" y="7571"/>
                  </a:lnTo>
                  <a:lnTo>
                    <a:pt x="27433" y="8277"/>
                  </a:lnTo>
                  <a:lnTo>
                    <a:pt x="26727" y="9022"/>
                  </a:lnTo>
                  <a:lnTo>
                    <a:pt x="26021" y="9781"/>
                  </a:lnTo>
                  <a:lnTo>
                    <a:pt x="25341" y="10565"/>
                  </a:lnTo>
                  <a:lnTo>
                    <a:pt x="24687" y="11363"/>
                  </a:lnTo>
                  <a:lnTo>
                    <a:pt x="24033" y="12187"/>
                  </a:lnTo>
                  <a:lnTo>
                    <a:pt x="23406" y="13024"/>
                  </a:lnTo>
                  <a:lnTo>
                    <a:pt x="22791" y="13887"/>
                  </a:lnTo>
                  <a:lnTo>
                    <a:pt x="22203" y="14763"/>
                  </a:lnTo>
                  <a:lnTo>
                    <a:pt x="21614" y="15652"/>
                  </a:lnTo>
                  <a:lnTo>
                    <a:pt x="21052" y="16554"/>
                  </a:lnTo>
                  <a:lnTo>
                    <a:pt x="20503" y="17482"/>
                  </a:lnTo>
                  <a:lnTo>
                    <a:pt x="19967" y="18411"/>
                  </a:lnTo>
                  <a:lnTo>
                    <a:pt x="19444" y="19352"/>
                  </a:lnTo>
                  <a:lnTo>
                    <a:pt x="18947" y="20307"/>
                  </a:lnTo>
                  <a:lnTo>
                    <a:pt x="18450" y="21274"/>
                  </a:lnTo>
                  <a:lnTo>
                    <a:pt x="17979" y="22242"/>
                  </a:lnTo>
                  <a:lnTo>
                    <a:pt x="17522" y="23223"/>
                  </a:lnTo>
                  <a:lnTo>
                    <a:pt x="17077" y="24216"/>
                  </a:lnTo>
                  <a:lnTo>
                    <a:pt x="16646" y="25210"/>
                  </a:lnTo>
                  <a:lnTo>
                    <a:pt x="16227" y="26204"/>
                  </a:lnTo>
                  <a:lnTo>
                    <a:pt x="15822" y="27198"/>
                  </a:lnTo>
                  <a:lnTo>
                    <a:pt x="15430" y="28191"/>
                  </a:lnTo>
                  <a:lnTo>
                    <a:pt x="15064" y="29198"/>
                  </a:lnTo>
                  <a:lnTo>
                    <a:pt x="14697" y="30205"/>
                  </a:lnTo>
                  <a:lnTo>
                    <a:pt x="14344" y="31199"/>
                  </a:lnTo>
                  <a:lnTo>
                    <a:pt x="14004" y="32192"/>
                  </a:lnTo>
                  <a:lnTo>
                    <a:pt x="13691" y="33199"/>
                  </a:lnTo>
                  <a:lnTo>
                    <a:pt x="13377" y="34180"/>
                  </a:lnTo>
                  <a:lnTo>
                    <a:pt x="13076" y="35174"/>
                  </a:lnTo>
                  <a:lnTo>
                    <a:pt x="12788" y="36141"/>
                  </a:lnTo>
                  <a:lnTo>
                    <a:pt x="12527" y="37122"/>
                  </a:lnTo>
                  <a:lnTo>
                    <a:pt x="12265" y="38076"/>
                  </a:lnTo>
                  <a:lnTo>
                    <a:pt x="12017" y="39031"/>
                  </a:lnTo>
                  <a:lnTo>
                    <a:pt x="11782" y="39972"/>
                  </a:lnTo>
                  <a:lnTo>
                    <a:pt x="11546" y="40901"/>
                  </a:lnTo>
                  <a:lnTo>
                    <a:pt x="11337" y="41816"/>
                  </a:lnTo>
                  <a:lnTo>
                    <a:pt x="11141" y="42718"/>
                  </a:lnTo>
                  <a:lnTo>
                    <a:pt x="10762" y="44484"/>
                  </a:lnTo>
                  <a:lnTo>
                    <a:pt x="10435" y="46183"/>
                  </a:lnTo>
                  <a:lnTo>
                    <a:pt x="10147" y="47792"/>
                  </a:lnTo>
                  <a:lnTo>
                    <a:pt x="9912" y="49321"/>
                  </a:lnTo>
                  <a:lnTo>
                    <a:pt x="9794" y="50054"/>
                  </a:lnTo>
                  <a:lnTo>
                    <a:pt x="9663" y="50760"/>
                  </a:lnTo>
                  <a:lnTo>
                    <a:pt x="9506" y="51453"/>
                  </a:lnTo>
                  <a:lnTo>
                    <a:pt x="9363" y="52120"/>
                  </a:lnTo>
                  <a:lnTo>
                    <a:pt x="9193" y="52760"/>
                  </a:lnTo>
                  <a:lnTo>
                    <a:pt x="9010" y="53375"/>
                  </a:lnTo>
                  <a:lnTo>
                    <a:pt x="8827" y="53976"/>
                  </a:lnTo>
                  <a:lnTo>
                    <a:pt x="8617" y="54565"/>
                  </a:lnTo>
                  <a:lnTo>
                    <a:pt x="8408" y="55127"/>
                  </a:lnTo>
                  <a:lnTo>
                    <a:pt x="8199" y="55676"/>
                  </a:lnTo>
                  <a:lnTo>
                    <a:pt x="7977" y="56212"/>
                  </a:lnTo>
                  <a:lnTo>
                    <a:pt x="7741" y="56735"/>
                  </a:lnTo>
                  <a:lnTo>
                    <a:pt x="7506" y="57232"/>
                  </a:lnTo>
                  <a:lnTo>
                    <a:pt x="7271" y="57729"/>
                  </a:lnTo>
                  <a:lnTo>
                    <a:pt x="7022" y="58200"/>
                  </a:lnTo>
                  <a:lnTo>
                    <a:pt x="6761" y="58671"/>
                  </a:lnTo>
                  <a:lnTo>
                    <a:pt x="6512" y="59115"/>
                  </a:lnTo>
                  <a:lnTo>
                    <a:pt x="6251" y="59560"/>
                  </a:lnTo>
                  <a:lnTo>
                    <a:pt x="5728" y="60410"/>
                  </a:lnTo>
                  <a:lnTo>
                    <a:pt x="5192" y="61233"/>
                  </a:lnTo>
                  <a:lnTo>
                    <a:pt x="4669" y="62018"/>
                  </a:lnTo>
                  <a:lnTo>
                    <a:pt x="3622" y="63535"/>
                  </a:lnTo>
                  <a:lnTo>
                    <a:pt x="3113" y="64280"/>
                  </a:lnTo>
                  <a:lnTo>
                    <a:pt x="2629" y="65025"/>
                  </a:lnTo>
                  <a:lnTo>
                    <a:pt x="2171" y="65771"/>
                  </a:lnTo>
                  <a:lnTo>
                    <a:pt x="1962" y="66150"/>
                  </a:lnTo>
                  <a:lnTo>
                    <a:pt x="1753" y="66529"/>
                  </a:lnTo>
                  <a:lnTo>
                    <a:pt x="1543" y="66908"/>
                  </a:lnTo>
                  <a:lnTo>
                    <a:pt x="1360" y="67287"/>
                  </a:lnTo>
                  <a:lnTo>
                    <a:pt x="1177" y="67680"/>
                  </a:lnTo>
                  <a:lnTo>
                    <a:pt x="1007" y="68085"/>
                  </a:lnTo>
                  <a:lnTo>
                    <a:pt x="837" y="68490"/>
                  </a:lnTo>
                  <a:lnTo>
                    <a:pt x="694" y="68909"/>
                  </a:lnTo>
                  <a:lnTo>
                    <a:pt x="563" y="69327"/>
                  </a:lnTo>
                  <a:lnTo>
                    <a:pt x="432" y="69759"/>
                  </a:lnTo>
                  <a:lnTo>
                    <a:pt x="327" y="70203"/>
                  </a:lnTo>
                  <a:lnTo>
                    <a:pt x="236" y="70648"/>
                  </a:lnTo>
                  <a:lnTo>
                    <a:pt x="157" y="71119"/>
                  </a:lnTo>
                  <a:lnTo>
                    <a:pt x="92" y="71589"/>
                  </a:lnTo>
                  <a:lnTo>
                    <a:pt x="40" y="72073"/>
                  </a:lnTo>
                  <a:lnTo>
                    <a:pt x="14" y="72583"/>
                  </a:lnTo>
                  <a:lnTo>
                    <a:pt x="1" y="73106"/>
                  </a:lnTo>
                  <a:lnTo>
                    <a:pt x="1" y="73629"/>
                  </a:lnTo>
                  <a:lnTo>
                    <a:pt x="27" y="74178"/>
                  </a:lnTo>
                  <a:lnTo>
                    <a:pt x="66" y="74754"/>
                  </a:lnTo>
                  <a:lnTo>
                    <a:pt x="131" y="75342"/>
                  </a:lnTo>
                  <a:lnTo>
                    <a:pt x="210" y="75943"/>
                  </a:lnTo>
                  <a:lnTo>
                    <a:pt x="314" y="76558"/>
                  </a:lnTo>
                  <a:lnTo>
                    <a:pt x="445" y="77212"/>
                  </a:lnTo>
                  <a:lnTo>
                    <a:pt x="602" y="77866"/>
                  </a:lnTo>
                  <a:lnTo>
                    <a:pt x="772" y="78559"/>
                  </a:lnTo>
                  <a:lnTo>
                    <a:pt x="968" y="79265"/>
                  </a:lnTo>
                  <a:lnTo>
                    <a:pt x="1190" y="79997"/>
                  </a:lnTo>
                  <a:lnTo>
                    <a:pt x="1426" y="80755"/>
                  </a:lnTo>
                  <a:lnTo>
                    <a:pt x="1700" y="81540"/>
                  </a:lnTo>
                  <a:lnTo>
                    <a:pt x="1962" y="82220"/>
                  </a:lnTo>
                  <a:lnTo>
                    <a:pt x="2223" y="82887"/>
                  </a:lnTo>
                  <a:lnTo>
                    <a:pt x="2511" y="83527"/>
                  </a:lnTo>
                  <a:lnTo>
                    <a:pt x="2799" y="84142"/>
                  </a:lnTo>
                  <a:lnTo>
                    <a:pt x="3099" y="84743"/>
                  </a:lnTo>
                  <a:lnTo>
                    <a:pt x="3413" y="85319"/>
                  </a:lnTo>
                  <a:lnTo>
                    <a:pt x="3740" y="85881"/>
                  </a:lnTo>
                  <a:lnTo>
                    <a:pt x="4067" y="86417"/>
                  </a:lnTo>
                  <a:lnTo>
                    <a:pt x="4420" y="86940"/>
                  </a:lnTo>
                  <a:lnTo>
                    <a:pt x="4773" y="87437"/>
                  </a:lnTo>
                  <a:lnTo>
                    <a:pt x="5139" y="87921"/>
                  </a:lnTo>
                  <a:lnTo>
                    <a:pt x="5505" y="88378"/>
                  </a:lnTo>
                  <a:lnTo>
                    <a:pt x="5898" y="88823"/>
                  </a:lnTo>
                  <a:lnTo>
                    <a:pt x="6290" y="89241"/>
                  </a:lnTo>
                  <a:lnTo>
                    <a:pt x="6682" y="89647"/>
                  </a:lnTo>
                  <a:lnTo>
                    <a:pt x="7101" y="90039"/>
                  </a:lnTo>
                  <a:lnTo>
                    <a:pt x="7519" y="90405"/>
                  </a:lnTo>
                  <a:lnTo>
                    <a:pt x="7950" y="90771"/>
                  </a:lnTo>
                  <a:lnTo>
                    <a:pt x="8382" y="91111"/>
                  </a:lnTo>
                  <a:lnTo>
                    <a:pt x="8827" y="91425"/>
                  </a:lnTo>
                  <a:lnTo>
                    <a:pt x="9271" y="91739"/>
                  </a:lnTo>
                  <a:lnTo>
                    <a:pt x="9729" y="92026"/>
                  </a:lnTo>
                  <a:lnTo>
                    <a:pt x="10199" y="92301"/>
                  </a:lnTo>
                  <a:lnTo>
                    <a:pt x="10670" y="92576"/>
                  </a:lnTo>
                  <a:lnTo>
                    <a:pt x="11141" y="92824"/>
                  </a:lnTo>
                  <a:lnTo>
                    <a:pt x="11625" y="93046"/>
                  </a:lnTo>
                  <a:lnTo>
                    <a:pt x="12122" y="93269"/>
                  </a:lnTo>
                  <a:lnTo>
                    <a:pt x="12605" y="93478"/>
                  </a:lnTo>
                  <a:lnTo>
                    <a:pt x="13115" y="93674"/>
                  </a:lnTo>
                  <a:lnTo>
                    <a:pt x="13625" y="93857"/>
                  </a:lnTo>
                  <a:lnTo>
                    <a:pt x="14135" y="94027"/>
                  </a:lnTo>
                  <a:lnTo>
                    <a:pt x="14645" y="94184"/>
                  </a:lnTo>
                  <a:lnTo>
                    <a:pt x="15168" y="94328"/>
                  </a:lnTo>
                  <a:lnTo>
                    <a:pt x="15691" y="94459"/>
                  </a:lnTo>
                  <a:lnTo>
                    <a:pt x="16227" y="94589"/>
                  </a:lnTo>
                  <a:lnTo>
                    <a:pt x="16763" y="94694"/>
                  </a:lnTo>
                  <a:lnTo>
                    <a:pt x="17300" y="94799"/>
                  </a:lnTo>
                  <a:lnTo>
                    <a:pt x="17836" y="94890"/>
                  </a:lnTo>
                  <a:lnTo>
                    <a:pt x="18385" y="94982"/>
                  </a:lnTo>
                  <a:lnTo>
                    <a:pt x="18934" y="95047"/>
                  </a:lnTo>
                  <a:lnTo>
                    <a:pt x="19483" y="95112"/>
                  </a:lnTo>
                  <a:lnTo>
                    <a:pt x="20032" y="95178"/>
                  </a:lnTo>
                  <a:lnTo>
                    <a:pt x="20582" y="95217"/>
                  </a:lnTo>
                  <a:lnTo>
                    <a:pt x="21144" y="95256"/>
                  </a:lnTo>
                  <a:lnTo>
                    <a:pt x="22268" y="95322"/>
                  </a:lnTo>
                  <a:lnTo>
                    <a:pt x="23393" y="95348"/>
                  </a:lnTo>
                  <a:lnTo>
                    <a:pt x="24517" y="95361"/>
                  </a:lnTo>
                  <a:lnTo>
                    <a:pt x="25642" y="95335"/>
                  </a:lnTo>
                  <a:lnTo>
                    <a:pt x="26779" y="95308"/>
                  </a:lnTo>
                  <a:lnTo>
                    <a:pt x="27904" y="95256"/>
                  </a:lnTo>
                  <a:lnTo>
                    <a:pt x="29028" y="95178"/>
                  </a:lnTo>
                  <a:lnTo>
                    <a:pt x="30140" y="95099"/>
                  </a:lnTo>
                  <a:lnTo>
                    <a:pt x="32350" y="94929"/>
                  </a:lnTo>
                  <a:lnTo>
                    <a:pt x="32572" y="95099"/>
                  </a:lnTo>
                  <a:lnTo>
                    <a:pt x="32820" y="95282"/>
                  </a:lnTo>
                  <a:lnTo>
                    <a:pt x="33069" y="95452"/>
                  </a:lnTo>
                  <a:lnTo>
                    <a:pt x="33343" y="95622"/>
                  </a:lnTo>
                  <a:lnTo>
                    <a:pt x="33631" y="95779"/>
                  </a:lnTo>
                  <a:lnTo>
                    <a:pt x="33932" y="95936"/>
                  </a:lnTo>
                  <a:lnTo>
                    <a:pt x="34245" y="96093"/>
                  </a:lnTo>
                  <a:lnTo>
                    <a:pt x="34572" y="96250"/>
                  </a:lnTo>
                  <a:lnTo>
                    <a:pt x="34912" y="96394"/>
                  </a:lnTo>
                  <a:lnTo>
                    <a:pt x="35278" y="96538"/>
                  </a:lnTo>
                  <a:lnTo>
                    <a:pt x="35645" y="96681"/>
                  </a:lnTo>
                  <a:lnTo>
                    <a:pt x="36024" y="96812"/>
                  </a:lnTo>
                  <a:lnTo>
                    <a:pt x="36429" y="96930"/>
                  </a:lnTo>
                  <a:lnTo>
                    <a:pt x="36834" y="97061"/>
                  </a:lnTo>
                  <a:lnTo>
                    <a:pt x="37253" y="97178"/>
                  </a:lnTo>
                  <a:lnTo>
                    <a:pt x="37684" y="97283"/>
                  </a:lnTo>
                  <a:lnTo>
                    <a:pt x="38129" y="97387"/>
                  </a:lnTo>
                  <a:lnTo>
                    <a:pt x="38587" y="97492"/>
                  </a:lnTo>
                  <a:lnTo>
                    <a:pt x="39044" y="97584"/>
                  </a:lnTo>
                  <a:lnTo>
                    <a:pt x="39515" y="97675"/>
                  </a:lnTo>
                  <a:lnTo>
                    <a:pt x="40496" y="97832"/>
                  </a:lnTo>
                  <a:lnTo>
                    <a:pt x="41502" y="97963"/>
                  </a:lnTo>
                  <a:lnTo>
                    <a:pt x="42548" y="98067"/>
                  </a:lnTo>
                  <a:lnTo>
                    <a:pt x="43608" y="98133"/>
                  </a:lnTo>
                  <a:lnTo>
                    <a:pt x="44706" y="98185"/>
                  </a:lnTo>
                  <a:lnTo>
                    <a:pt x="45268" y="98198"/>
                  </a:lnTo>
                  <a:lnTo>
                    <a:pt x="45830" y="98198"/>
                  </a:lnTo>
                  <a:lnTo>
                    <a:pt x="46746" y="98185"/>
                  </a:lnTo>
                  <a:lnTo>
                    <a:pt x="47648" y="98159"/>
                  </a:lnTo>
                  <a:lnTo>
                    <a:pt x="48537" y="98107"/>
                  </a:lnTo>
                  <a:lnTo>
                    <a:pt x="49400" y="98041"/>
                  </a:lnTo>
                  <a:lnTo>
                    <a:pt x="50250" y="97950"/>
                  </a:lnTo>
                  <a:lnTo>
                    <a:pt x="51074" y="97845"/>
                  </a:lnTo>
                  <a:lnTo>
                    <a:pt x="51871" y="97714"/>
                  </a:lnTo>
                  <a:lnTo>
                    <a:pt x="52656" y="97571"/>
                  </a:lnTo>
                  <a:lnTo>
                    <a:pt x="53401" y="97414"/>
                  </a:lnTo>
                  <a:lnTo>
                    <a:pt x="54133" y="97244"/>
                  </a:lnTo>
                  <a:lnTo>
                    <a:pt x="54826" y="97061"/>
                  </a:lnTo>
                  <a:lnTo>
                    <a:pt x="55480" y="96851"/>
                  </a:lnTo>
                  <a:lnTo>
                    <a:pt x="56108" y="96642"/>
                  </a:lnTo>
                  <a:lnTo>
                    <a:pt x="56709" y="96407"/>
                  </a:lnTo>
                  <a:lnTo>
                    <a:pt x="57272" y="96171"/>
                  </a:lnTo>
                  <a:lnTo>
                    <a:pt x="57782" y="95910"/>
                  </a:lnTo>
                  <a:lnTo>
                    <a:pt x="59115" y="96067"/>
                  </a:lnTo>
                  <a:lnTo>
                    <a:pt x="60449" y="96198"/>
                  </a:lnTo>
                  <a:lnTo>
                    <a:pt x="61796" y="96328"/>
                  </a:lnTo>
                  <a:lnTo>
                    <a:pt x="63143" y="96446"/>
                  </a:lnTo>
                  <a:lnTo>
                    <a:pt x="64489" y="96551"/>
                  </a:lnTo>
                  <a:lnTo>
                    <a:pt x="65836" y="96642"/>
                  </a:lnTo>
                  <a:lnTo>
                    <a:pt x="67183" y="96708"/>
                  </a:lnTo>
                  <a:lnTo>
                    <a:pt x="68517" y="96760"/>
                  </a:lnTo>
                  <a:lnTo>
                    <a:pt x="69850" y="96786"/>
                  </a:lnTo>
                  <a:lnTo>
                    <a:pt x="71171" y="96799"/>
                  </a:lnTo>
                  <a:lnTo>
                    <a:pt x="72492" y="96773"/>
                  </a:lnTo>
                  <a:lnTo>
                    <a:pt x="73786" y="96721"/>
                  </a:lnTo>
                  <a:lnTo>
                    <a:pt x="74427" y="96681"/>
                  </a:lnTo>
                  <a:lnTo>
                    <a:pt x="75067" y="96642"/>
                  </a:lnTo>
                  <a:lnTo>
                    <a:pt x="75708" y="96590"/>
                  </a:lnTo>
                  <a:lnTo>
                    <a:pt x="76336" y="96525"/>
                  </a:lnTo>
                  <a:lnTo>
                    <a:pt x="76963" y="96459"/>
                  </a:lnTo>
                  <a:lnTo>
                    <a:pt x="77578" y="96381"/>
                  </a:lnTo>
                  <a:lnTo>
                    <a:pt x="78206" y="96302"/>
                  </a:lnTo>
                  <a:lnTo>
                    <a:pt x="78807" y="96198"/>
                  </a:lnTo>
                  <a:lnTo>
                    <a:pt x="79409" y="96093"/>
                  </a:lnTo>
                  <a:lnTo>
                    <a:pt x="80010" y="95975"/>
                  </a:lnTo>
                  <a:lnTo>
                    <a:pt x="80598" y="95858"/>
                  </a:lnTo>
                  <a:lnTo>
                    <a:pt x="81187" y="95714"/>
                  </a:lnTo>
                  <a:lnTo>
                    <a:pt x="81762" y="95570"/>
                  </a:lnTo>
                  <a:lnTo>
                    <a:pt x="82338" y="95413"/>
                  </a:lnTo>
                  <a:lnTo>
                    <a:pt x="82900" y="95243"/>
                  </a:lnTo>
                  <a:lnTo>
                    <a:pt x="83449" y="95060"/>
                  </a:lnTo>
                  <a:lnTo>
                    <a:pt x="83998" y="94877"/>
                  </a:lnTo>
                  <a:lnTo>
                    <a:pt x="84534" y="94668"/>
                  </a:lnTo>
                  <a:lnTo>
                    <a:pt x="85070" y="94459"/>
                  </a:lnTo>
                  <a:lnTo>
                    <a:pt x="85593" y="94223"/>
                  </a:lnTo>
                  <a:lnTo>
                    <a:pt x="86103" y="93988"/>
                  </a:lnTo>
                  <a:lnTo>
                    <a:pt x="86600" y="93726"/>
                  </a:lnTo>
                  <a:lnTo>
                    <a:pt x="87097" y="93465"/>
                  </a:lnTo>
                  <a:lnTo>
                    <a:pt x="87581" y="93190"/>
                  </a:lnTo>
                  <a:lnTo>
                    <a:pt x="88052" y="92889"/>
                  </a:lnTo>
                  <a:lnTo>
                    <a:pt x="88522" y="92589"/>
                  </a:lnTo>
                  <a:lnTo>
                    <a:pt x="88967" y="92262"/>
                  </a:lnTo>
                  <a:lnTo>
                    <a:pt x="89411" y="91922"/>
                  </a:lnTo>
                  <a:lnTo>
                    <a:pt x="89843" y="91582"/>
                  </a:lnTo>
                  <a:lnTo>
                    <a:pt x="90261" y="91216"/>
                  </a:lnTo>
                  <a:lnTo>
                    <a:pt x="90667" y="90837"/>
                  </a:lnTo>
                  <a:lnTo>
                    <a:pt x="91059" y="90431"/>
                  </a:lnTo>
                  <a:lnTo>
                    <a:pt x="91451" y="90026"/>
                  </a:lnTo>
                  <a:lnTo>
                    <a:pt x="91817" y="89594"/>
                  </a:lnTo>
                  <a:lnTo>
                    <a:pt x="92170" y="89150"/>
                  </a:lnTo>
                  <a:lnTo>
                    <a:pt x="92523" y="88692"/>
                  </a:lnTo>
                  <a:lnTo>
                    <a:pt x="92850" y="88221"/>
                  </a:lnTo>
                  <a:lnTo>
                    <a:pt x="93164" y="87725"/>
                  </a:lnTo>
                  <a:lnTo>
                    <a:pt x="93478" y="87215"/>
                  </a:lnTo>
                  <a:lnTo>
                    <a:pt x="93766" y="86692"/>
                  </a:lnTo>
                  <a:lnTo>
                    <a:pt x="94262" y="85711"/>
                  </a:lnTo>
                  <a:lnTo>
                    <a:pt x="94733" y="84756"/>
                  </a:lnTo>
                  <a:lnTo>
                    <a:pt x="95178" y="83841"/>
                  </a:lnTo>
                  <a:lnTo>
                    <a:pt x="95570" y="82952"/>
                  </a:lnTo>
                  <a:lnTo>
                    <a:pt x="95936" y="82076"/>
                  </a:lnTo>
                  <a:lnTo>
                    <a:pt x="96276" y="81239"/>
                  </a:lnTo>
                  <a:lnTo>
                    <a:pt x="96590" y="80415"/>
                  </a:lnTo>
                  <a:lnTo>
                    <a:pt x="96864" y="79618"/>
                  </a:lnTo>
                  <a:lnTo>
                    <a:pt x="97100" y="78846"/>
                  </a:lnTo>
                  <a:lnTo>
                    <a:pt x="97322" y="78101"/>
                  </a:lnTo>
                  <a:lnTo>
                    <a:pt x="97518" y="77369"/>
                  </a:lnTo>
                  <a:lnTo>
                    <a:pt x="97675" y="76663"/>
                  </a:lnTo>
                  <a:lnTo>
                    <a:pt x="97819" y="75970"/>
                  </a:lnTo>
                  <a:lnTo>
                    <a:pt x="97924" y="75303"/>
                  </a:lnTo>
                  <a:lnTo>
                    <a:pt x="98015" y="74649"/>
                  </a:lnTo>
                  <a:lnTo>
                    <a:pt x="98081" y="74008"/>
                  </a:lnTo>
                  <a:lnTo>
                    <a:pt x="98120" y="73394"/>
                  </a:lnTo>
                  <a:lnTo>
                    <a:pt x="98146" y="72792"/>
                  </a:lnTo>
                  <a:lnTo>
                    <a:pt x="98133" y="72217"/>
                  </a:lnTo>
                  <a:lnTo>
                    <a:pt x="98120" y="71642"/>
                  </a:lnTo>
                  <a:lnTo>
                    <a:pt x="98081" y="71092"/>
                  </a:lnTo>
                  <a:lnTo>
                    <a:pt x="98015" y="70543"/>
                  </a:lnTo>
                  <a:lnTo>
                    <a:pt x="97937" y="70020"/>
                  </a:lnTo>
                  <a:lnTo>
                    <a:pt x="97845" y="69497"/>
                  </a:lnTo>
                  <a:lnTo>
                    <a:pt x="97727" y="68987"/>
                  </a:lnTo>
                  <a:lnTo>
                    <a:pt x="97610" y="68490"/>
                  </a:lnTo>
                  <a:lnTo>
                    <a:pt x="97466" y="68007"/>
                  </a:lnTo>
                  <a:lnTo>
                    <a:pt x="97309" y="67536"/>
                  </a:lnTo>
                  <a:lnTo>
                    <a:pt x="97152" y="67065"/>
                  </a:lnTo>
                  <a:lnTo>
                    <a:pt x="96969" y="66594"/>
                  </a:lnTo>
                  <a:lnTo>
                    <a:pt x="96773" y="66137"/>
                  </a:lnTo>
                  <a:lnTo>
                    <a:pt x="96577" y="65692"/>
                  </a:lnTo>
                  <a:lnTo>
                    <a:pt x="96368" y="65248"/>
                  </a:lnTo>
                  <a:lnTo>
                    <a:pt x="96145" y="64803"/>
                  </a:lnTo>
                  <a:lnTo>
                    <a:pt x="95923" y="64372"/>
                  </a:lnTo>
                  <a:lnTo>
                    <a:pt x="95688" y="63940"/>
                  </a:lnTo>
                  <a:lnTo>
                    <a:pt x="95204" y="63077"/>
                  </a:lnTo>
                  <a:lnTo>
                    <a:pt x="94707" y="62227"/>
                  </a:lnTo>
                  <a:lnTo>
                    <a:pt x="93674" y="60501"/>
                  </a:lnTo>
                  <a:lnTo>
                    <a:pt x="93151" y="59612"/>
                  </a:lnTo>
                  <a:lnTo>
                    <a:pt x="92641" y="58710"/>
                  </a:lnTo>
                  <a:lnTo>
                    <a:pt x="92157" y="57781"/>
                  </a:lnTo>
                  <a:lnTo>
                    <a:pt x="91909" y="57311"/>
                  </a:lnTo>
                  <a:lnTo>
                    <a:pt x="91673" y="56827"/>
                  </a:lnTo>
                  <a:lnTo>
                    <a:pt x="91451" y="56330"/>
                  </a:lnTo>
                  <a:lnTo>
                    <a:pt x="91229" y="55833"/>
                  </a:lnTo>
                  <a:lnTo>
                    <a:pt x="91020" y="55323"/>
                  </a:lnTo>
                  <a:lnTo>
                    <a:pt x="90824" y="54787"/>
                  </a:lnTo>
                  <a:lnTo>
                    <a:pt x="90641" y="54251"/>
                  </a:lnTo>
                  <a:lnTo>
                    <a:pt x="90457" y="53702"/>
                  </a:lnTo>
                  <a:lnTo>
                    <a:pt x="90287" y="53140"/>
                  </a:lnTo>
                  <a:lnTo>
                    <a:pt x="90144" y="52551"/>
                  </a:lnTo>
                  <a:lnTo>
                    <a:pt x="90000" y="51963"/>
                  </a:lnTo>
                  <a:lnTo>
                    <a:pt x="89869" y="51348"/>
                  </a:lnTo>
                  <a:lnTo>
                    <a:pt x="89764" y="50721"/>
                  </a:lnTo>
                  <a:lnTo>
                    <a:pt x="89673" y="50080"/>
                  </a:lnTo>
                  <a:lnTo>
                    <a:pt x="89424" y="48341"/>
                  </a:lnTo>
                  <a:lnTo>
                    <a:pt x="89150" y="46523"/>
                  </a:lnTo>
                  <a:lnTo>
                    <a:pt x="88993" y="45582"/>
                  </a:lnTo>
                  <a:lnTo>
                    <a:pt x="88823" y="44627"/>
                  </a:lnTo>
                  <a:lnTo>
                    <a:pt x="88640" y="43660"/>
                  </a:lnTo>
                  <a:lnTo>
                    <a:pt x="88444" y="42679"/>
                  </a:lnTo>
                  <a:lnTo>
                    <a:pt x="88235" y="41672"/>
                  </a:lnTo>
                  <a:lnTo>
                    <a:pt x="88012" y="40652"/>
                  </a:lnTo>
                  <a:lnTo>
                    <a:pt x="87777" y="39632"/>
                  </a:lnTo>
                  <a:lnTo>
                    <a:pt x="87529" y="38586"/>
                  </a:lnTo>
                  <a:lnTo>
                    <a:pt x="87267" y="37540"/>
                  </a:lnTo>
                  <a:lnTo>
                    <a:pt x="86992" y="36494"/>
                  </a:lnTo>
                  <a:lnTo>
                    <a:pt x="86705" y="35435"/>
                  </a:lnTo>
                  <a:lnTo>
                    <a:pt x="86391" y="34363"/>
                  </a:lnTo>
                  <a:lnTo>
                    <a:pt x="86064" y="33291"/>
                  </a:lnTo>
                  <a:lnTo>
                    <a:pt x="85724" y="32219"/>
                  </a:lnTo>
                  <a:lnTo>
                    <a:pt x="85371" y="31133"/>
                  </a:lnTo>
                  <a:lnTo>
                    <a:pt x="84992" y="30061"/>
                  </a:lnTo>
                  <a:lnTo>
                    <a:pt x="84587" y="28976"/>
                  </a:lnTo>
                  <a:lnTo>
                    <a:pt x="84181" y="27904"/>
                  </a:lnTo>
                  <a:lnTo>
                    <a:pt x="83750" y="26831"/>
                  </a:lnTo>
                  <a:lnTo>
                    <a:pt x="83292" y="25759"/>
                  </a:lnTo>
                  <a:lnTo>
                    <a:pt x="82821" y="24700"/>
                  </a:lnTo>
                  <a:lnTo>
                    <a:pt x="82324" y="23641"/>
                  </a:lnTo>
                  <a:lnTo>
                    <a:pt x="81814" y="22582"/>
                  </a:lnTo>
                  <a:lnTo>
                    <a:pt x="81278" y="21549"/>
                  </a:lnTo>
                  <a:lnTo>
                    <a:pt x="80729" y="20516"/>
                  </a:lnTo>
                  <a:lnTo>
                    <a:pt x="80154" y="19496"/>
                  </a:lnTo>
                  <a:lnTo>
                    <a:pt x="79552" y="18476"/>
                  </a:lnTo>
                  <a:lnTo>
                    <a:pt x="78925" y="17482"/>
                  </a:lnTo>
                  <a:lnTo>
                    <a:pt x="78284" y="16502"/>
                  </a:lnTo>
                  <a:lnTo>
                    <a:pt x="77617" y="15547"/>
                  </a:lnTo>
                  <a:lnTo>
                    <a:pt x="76924" y="14593"/>
                  </a:lnTo>
                  <a:lnTo>
                    <a:pt x="76571" y="14135"/>
                  </a:lnTo>
                  <a:lnTo>
                    <a:pt x="76205" y="13664"/>
                  </a:lnTo>
                  <a:lnTo>
                    <a:pt x="75839" y="13207"/>
                  </a:lnTo>
                  <a:lnTo>
                    <a:pt x="75460" y="12762"/>
                  </a:lnTo>
                  <a:lnTo>
                    <a:pt x="75081" y="12317"/>
                  </a:lnTo>
                  <a:lnTo>
                    <a:pt x="74688" y="11873"/>
                  </a:lnTo>
                  <a:lnTo>
                    <a:pt x="74296" y="11441"/>
                  </a:lnTo>
                  <a:lnTo>
                    <a:pt x="73904" y="11010"/>
                  </a:lnTo>
                  <a:lnTo>
                    <a:pt x="73485" y="10578"/>
                  </a:lnTo>
                  <a:lnTo>
                    <a:pt x="73080" y="10160"/>
                  </a:lnTo>
                  <a:lnTo>
                    <a:pt x="72662" y="9755"/>
                  </a:lnTo>
                  <a:lnTo>
                    <a:pt x="72230" y="9349"/>
                  </a:lnTo>
                  <a:lnTo>
                    <a:pt x="71799" y="8944"/>
                  </a:lnTo>
                  <a:lnTo>
                    <a:pt x="71354" y="8552"/>
                  </a:lnTo>
                  <a:lnTo>
                    <a:pt x="70909" y="8172"/>
                  </a:lnTo>
                  <a:lnTo>
                    <a:pt x="70452" y="7793"/>
                  </a:lnTo>
                  <a:lnTo>
                    <a:pt x="69994" y="7414"/>
                  </a:lnTo>
                  <a:lnTo>
                    <a:pt x="69523" y="7061"/>
                  </a:lnTo>
                  <a:lnTo>
                    <a:pt x="69053" y="6695"/>
                  </a:lnTo>
                  <a:lnTo>
                    <a:pt x="68569" y="6355"/>
                  </a:lnTo>
                  <a:lnTo>
                    <a:pt x="68072" y="6002"/>
                  </a:lnTo>
                  <a:lnTo>
                    <a:pt x="67575" y="5675"/>
                  </a:lnTo>
                  <a:lnTo>
                    <a:pt x="67078" y="5348"/>
                  </a:lnTo>
                  <a:lnTo>
                    <a:pt x="66568" y="5021"/>
                  </a:lnTo>
                  <a:lnTo>
                    <a:pt x="66045" y="4721"/>
                  </a:lnTo>
                  <a:lnTo>
                    <a:pt x="65522" y="4420"/>
                  </a:lnTo>
                  <a:lnTo>
                    <a:pt x="64986" y="4119"/>
                  </a:lnTo>
                  <a:lnTo>
                    <a:pt x="64450" y="3844"/>
                  </a:lnTo>
                  <a:lnTo>
                    <a:pt x="63901" y="3557"/>
                  </a:lnTo>
                  <a:lnTo>
                    <a:pt x="63339" y="3295"/>
                  </a:lnTo>
                  <a:lnTo>
                    <a:pt x="62776" y="3034"/>
                  </a:lnTo>
                  <a:lnTo>
                    <a:pt x="62201" y="2785"/>
                  </a:lnTo>
                  <a:lnTo>
                    <a:pt x="61626" y="2550"/>
                  </a:lnTo>
                  <a:lnTo>
                    <a:pt x="61037" y="2328"/>
                  </a:lnTo>
                  <a:lnTo>
                    <a:pt x="60436" y="2105"/>
                  </a:lnTo>
                  <a:lnTo>
                    <a:pt x="59834" y="1896"/>
                  </a:lnTo>
                  <a:lnTo>
                    <a:pt x="59220" y="1700"/>
                  </a:lnTo>
                  <a:lnTo>
                    <a:pt x="58592" y="1504"/>
                  </a:lnTo>
                  <a:lnTo>
                    <a:pt x="57965" y="1334"/>
                  </a:lnTo>
                  <a:lnTo>
                    <a:pt x="57337" y="1164"/>
                  </a:lnTo>
                  <a:lnTo>
                    <a:pt x="56683" y="1007"/>
                  </a:lnTo>
                  <a:lnTo>
                    <a:pt x="56029" y="850"/>
                  </a:lnTo>
                  <a:lnTo>
                    <a:pt x="55376" y="719"/>
                  </a:lnTo>
                  <a:lnTo>
                    <a:pt x="54709" y="602"/>
                  </a:lnTo>
                  <a:lnTo>
                    <a:pt x="54029" y="484"/>
                  </a:lnTo>
                  <a:lnTo>
                    <a:pt x="53336" y="379"/>
                  </a:lnTo>
                  <a:lnTo>
                    <a:pt x="52643" y="288"/>
                  </a:lnTo>
                  <a:lnTo>
                    <a:pt x="51937" y="209"/>
                  </a:lnTo>
                  <a:lnTo>
                    <a:pt x="51218" y="144"/>
                  </a:lnTo>
                  <a:lnTo>
                    <a:pt x="50498" y="92"/>
                  </a:lnTo>
                  <a:lnTo>
                    <a:pt x="49766" y="53"/>
                  </a:lnTo>
                  <a:lnTo>
                    <a:pt x="49034" y="13"/>
                  </a:lnTo>
                  <a:lnTo>
                    <a:pt x="482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70;p38">
              <a:extLst>
                <a:ext uri="{FF2B5EF4-FFF2-40B4-BE49-F238E27FC236}">
                  <a16:creationId xmlns:a16="http://schemas.microsoft.com/office/drawing/2014/main" id="{13FD6416-4554-39C2-B523-130C54FF1E77}"/>
                </a:ext>
              </a:extLst>
            </p:cNvPr>
            <p:cNvSpPr/>
            <p:nvPr/>
          </p:nvSpPr>
          <p:spPr>
            <a:xfrm>
              <a:off x="4279075" y="560750"/>
              <a:ext cx="1554375" cy="2232700"/>
            </a:xfrm>
            <a:custGeom>
              <a:avLst/>
              <a:gdLst/>
              <a:ahLst/>
              <a:cxnLst/>
              <a:rect l="l" t="t" r="r" b="b"/>
              <a:pathLst>
                <a:path w="62175" h="89308" extrusionOk="0">
                  <a:moveTo>
                    <a:pt x="35749" y="1"/>
                  </a:moveTo>
                  <a:lnTo>
                    <a:pt x="36207" y="537"/>
                  </a:lnTo>
                  <a:lnTo>
                    <a:pt x="36651" y="1099"/>
                  </a:lnTo>
                  <a:lnTo>
                    <a:pt x="37083" y="1661"/>
                  </a:lnTo>
                  <a:lnTo>
                    <a:pt x="37514" y="2237"/>
                  </a:lnTo>
                  <a:lnTo>
                    <a:pt x="37946" y="2825"/>
                  </a:lnTo>
                  <a:lnTo>
                    <a:pt x="38364" y="3426"/>
                  </a:lnTo>
                  <a:lnTo>
                    <a:pt x="38770" y="4028"/>
                  </a:lnTo>
                  <a:lnTo>
                    <a:pt x="39175" y="4656"/>
                  </a:lnTo>
                  <a:lnTo>
                    <a:pt x="39580" y="5283"/>
                  </a:lnTo>
                  <a:lnTo>
                    <a:pt x="39973" y="5924"/>
                  </a:lnTo>
                  <a:lnTo>
                    <a:pt x="40352" y="6565"/>
                  </a:lnTo>
                  <a:lnTo>
                    <a:pt x="40731" y="7218"/>
                  </a:lnTo>
                  <a:lnTo>
                    <a:pt x="41097" y="7885"/>
                  </a:lnTo>
                  <a:lnTo>
                    <a:pt x="41463" y="8552"/>
                  </a:lnTo>
                  <a:lnTo>
                    <a:pt x="41829" y="9232"/>
                  </a:lnTo>
                  <a:lnTo>
                    <a:pt x="42182" y="9912"/>
                  </a:lnTo>
                  <a:lnTo>
                    <a:pt x="42522" y="10592"/>
                  </a:lnTo>
                  <a:lnTo>
                    <a:pt x="42862" y="11298"/>
                  </a:lnTo>
                  <a:lnTo>
                    <a:pt x="43189" y="11991"/>
                  </a:lnTo>
                  <a:lnTo>
                    <a:pt x="43516" y="12697"/>
                  </a:lnTo>
                  <a:lnTo>
                    <a:pt x="44157" y="14122"/>
                  </a:lnTo>
                  <a:lnTo>
                    <a:pt x="44758" y="15561"/>
                  </a:lnTo>
                  <a:lnTo>
                    <a:pt x="45347" y="17012"/>
                  </a:lnTo>
                  <a:lnTo>
                    <a:pt x="45909" y="18463"/>
                  </a:lnTo>
                  <a:lnTo>
                    <a:pt x="46432" y="19928"/>
                  </a:lnTo>
                  <a:lnTo>
                    <a:pt x="46942" y="21392"/>
                  </a:lnTo>
                  <a:lnTo>
                    <a:pt x="47426" y="22857"/>
                  </a:lnTo>
                  <a:lnTo>
                    <a:pt x="47896" y="24321"/>
                  </a:lnTo>
                  <a:lnTo>
                    <a:pt x="48328" y="25773"/>
                  </a:lnTo>
                  <a:lnTo>
                    <a:pt x="48746" y="27211"/>
                  </a:lnTo>
                  <a:lnTo>
                    <a:pt x="49125" y="28636"/>
                  </a:lnTo>
                  <a:lnTo>
                    <a:pt x="49492" y="30035"/>
                  </a:lnTo>
                  <a:lnTo>
                    <a:pt x="49832" y="31421"/>
                  </a:lnTo>
                  <a:lnTo>
                    <a:pt x="50158" y="32781"/>
                  </a:lnTo>
                  <a:lnTo>
                    <a:pt x="50446" y="34115"/>
                  </a:lnTo>
                  <a:lnTo>
                    <a:pt x="50721" y="35423"/>
                  </a:lnTo>
                  <a:lnTo>
                    <a:pt x="50982" y="36691"/>
                  </a:lnTo>
                  <a:lnTo>
                    <a:pt x="51204" y="37920"/>
                  </a:lnTo>
                  <a:lnTo>
                    <a:pt x="51414" y="39110"/>
                  </a:lnTo>
                  <a:lnTo>
                    <a:pt x="51597" y="40247"/>
                  </a:lnTo>
                  <a:lnTo>
                    <a:pt x="51754" y="41346"/>
                  </a:lnTo>
                  <a:lnTo>
                    <a:pt x="51897" y="42392"/>
                  </a:lnTo>
                  <a:lnTo>
                    <a:pt x="51989" y="43059"/>
                  </a:lnTo>
                  <a:lnTo>
                    <a:pt x="52094" y="43699"/>
                  </a:lnTo>
                  <a:lnTo>
                    <a:pt x="52224" y="44314"/>
                  </a:lnTo>
                  <a:lnTo>
                    <a:pt x="52355" y="44902"/>
                  </a:lnTo>
                  <a:lnTo>
                    <a:pt x="52486" y="45478"/>
                  </a:lnTo>
                  <a:lnTo>
                    <a:pt x="52643" y="46027"/>
                  </a:lnTo>
                  <a:lnTo>
                    <a:pt x="52813" y="46563"/>
                  </a:lnTo>
                  <a:lnTo>
                    <a:pt x="52983" y="47086"/>
                  </a:lnTo>
                  <a:lnTo>
                    <a:pt x="53166" y="47583"/>
                  </a:lnTo>
                  <a:lnTo>
                    <a:pt x="53349" y="48067"/>
                  </a:lnTo>
                  <a:lnTo>
                    <a:pt x="53545" y="48537"/>
                  </a:lnTo>
                  <a:lnTo>
                    <a:pt x="53741" y="48982"/>
                  </a:lnTo>
                  <a:lnTo>
                    <a:pt x="53950" y="49427"/>
                  </a:lnTo>
                  <a:lnTo>
                    <a:pt x="54160" y="49858"/>
                  </a:lnTo>
                  <a:lnTo>
                    <a:pt x="54382" y="50276"/>
                  </a:lnTo>
                  <a:lnTo>
                    <a:pt x="54604" y="50682"/>
                  </a:lnTo>
                  <a:lnTo>
                    <a:pt x="55036" y="51466"/>
                  </a:lnTo>
                  <a:lnTo>
                    <a:pt x="55493" y="52225"/>
                  </a:lnTo>
                  <a:lnTo>
                    <a:pt x="56369" y="53663"/>
                  </a:lnTo>
                  <a:lnTo>
                    <a:pt x="56788" y="54382"/>
                  </a:lnTo>
                  <a:lnTo>
                    <a:pt x="57193" y="55088"/>
                  </a:lnTo>
                  <a:lnTo>
                    <a:pt x="57389" y="55441"/>
                  </a:lnTo>
                  <a:lnTo>
                    <a:pt x="57572" y="55794"/>
                  </a:lnTo>
                  <a:lnTo>
                    <a:pt x="57742" y="56160"/>
                  </a:lnTo>
                  <a:lnTo>
                    <a:pt x="57912" y="56527"/>
                  </a:lnTo>
                  <a:lnTo>
                    <a:pt x="58069" y="56893"/>
                  </a:lnTo>
                  <a:lnTo>
                    <a:pt x="58226" y="57272"/>
                  </a:lnTo>
                  <a:lnTo>
                    <a:pt x="58357" y="57664"/>
                  </a:lnTo>
                  <a:lnTo>
                    <a:pt x="58488" y="58056"/>
                  </a:lnTo>
                  <a:lnTo>
                    <a:pt x="58592" y="58462"/>
                  </a:lnTo>
                  <a:lnTo>
                    <a:pt x="58697" y="58867"/>
                  </a:lnTo>
                  <a:lnTo>
                    <a:pt x="58775" y="59299"/>
                  </a:lnTo>
                  <a:lnTo>
                    <a:pt x="58854" y="59730"/>
                  </a:lnTo>
                  <a:lnTo>
                    <a:pt x="58906" y="60175"/>
                  </a:lnTo>
                  <a:lnTo>
                    <a:pt x="58945" y="60645"/>
                  </a:lnTo>
                  <a:lnTo>
                    <a:pt x="58971" y="61116"/>
                  </a:lnTo>
                  <a:lnTo>
                    <a:pt x="58971" y="61613"/>
                  </a:lnTo>
                  <a:lnTo>
                    <a:pt x="58958" y="62123"/>
                  </a:lnTo>
                  <a:lnTo>
                    <a:pt x="58919" y="62646"/>
                  </a:lnTo>
                  <a:lnTo>
                    <a:pt x="58867" y="63195"/>
                  </a:lnTo>
                  <a:lnTo>
                    <a:pt x="58801" y="63757"/>
                  </a:lnTo>
                  <a:lnTo>
                    <a:pt x="58710" y="64346"/>
                  </a:lnTo>
                  <a:lnTo>
                    <a:pt x="58592" y="64947"/>
                  </a:lnTo>
                  <a:lnTo>
                    <a:pt x="58448" y="65575"/>
                  </a:lnTo>
                  <a:lnTo>
                    <a:pt x="58278" y="66229"/>
                  </a:lnTo>
                  <a:lnTo>
                    <a:pt x="58095" y="66909"/>
                  </a:lnTo>
                  <a:lnTo>
                    <a:pt x="57886" y="67602"/>
                  </a:lnTo>
                  <a:lnTo>
                    <a:pt x="57638" y="68334"/>
                  </a:lnTo>
                  <a:lnTo>
                    <a:pt x="57376" y="69079"/>
                  </a:lnTo>
                  <a:lnTo>
                    <a:pt x="57088" y="69864"/>
                  </a:lnTo>
                  <a:lnTo>
                    <a:pt x="56762" y="70674"/>
                  </a:lnTo>
                  <a:lnTo>
                    <a:pt x="56409" y="71511"/>
                  </a:lnTo>
                  <a:lnTo>
                    <a:pt x="56029" y="72387"/>
                  </a:lnTo>
                  <a:lnTo>
                    <a:pt x="55624" y="73290"/>
                  </a:lnTo>
                  <a:lnTo>
                    <a:pt x="55179" y="74218"/>
                  </a:lnTo>
                  <a:lnTo>
                    <a:pt x="54709" y="75186"/>
                  </a:lnTo>
                  <a:lnTo>
                    <a:pt x="54199" y="76192"/>
                  </a:lnTo>
                  <a:lnTo>
                    <a:pt x="53911" y="76728"/>
                  </a:lnTo>
                  <a:lnTo>
                    <a:pt x="53610" y="77251"/>
                  </a:lnTo>
                  <a:lnTo>
                    <a:pt x="53310" y="77748"/>
                  </a:lnTo>
                  <a:lnTo>
                    <a:pt x="52983" y="78232"/>
                  </a:lnTo>
                  <a:lnTo>
                    <a:pt x="52656" y="78690"/>
                  </a:lnTo>
                  <a:lnTo>
                    <a:pt x="52316" y="79134"/>
                  </a:lnTo>
                  <a:lnTo>
                    <a:pt x="51963" y="79566"/>
                  </a:lnTo>
                  <a:lnTo>
                    <a:pt x="51597" y="79971"/>
                  </a:lnTo>
                  <a:lnTo>
                    <a:pt x="51231" y="80350"/>
                  </a:lnTo>
                  <a:lnTo>
                    <a:pt x="50851" y="80730"/>
                  </a:lnTo>
                  <a:lnTo>
                    <a:pt x="50459" y="81083"/>
                  </a:lnTo>
                  <a:lnTo>
                    <a:pt x="50054" y="81410"/>
                  </a:lnTo>
                  <a:lnTo>
                    <a:pt x="49648" y="81736"/>
                  </a:lnTo>
                  <a:lnTo>
                    <a:pt x="49230" y="82037"/>
                  </a:lnTo>
                  <a:lnTo>
                    <a:pt x="48799" y="82325"/>
                  </a:lnTo>
                  <a:lnTo>
                    <a:pt x="48367" y="82586"/>
                  </a:lnTo>
                  <a:lnTo>
                    <a:pt x="47922" y="82848"/>
                  </a:lnTo>
                  <a:lnTo>
                    <a:pt x="47465" y="83083"/>
                  </a:lnTo>
                  <a:lnTo>
                    <a:pt x="47007" y="83305"/>
                  </a:lnTo>
                  <a:lnTo>
                    <a:pt x="46536" y="83528"/>
                  </a:lnTo>
                  <a:lnTo>
                    <a:pt x="46066" y="83724"/>
                  </a:lnTo>
                  <a:lnTo>
                    <a:pt x="45582" y="83907"/>
                  </a:lnTo>
                  <a:lnTo>
                    <a:pt x="45085" y="84077"/>
                  </a:lnTo>
                  <a:lnTo>
                    <a:pt x="44588" y="84234"/>
                  </a:lnTo>
                  <a:lnTo>
                    <a:pt x="44078" y="84378"/>
                  </a:lnTo>
                  <a:lnTo>
                    <a:pt x="43568" y="84508"/>
                  </a:lnTo>
                  <a:lnTo>
                    <a:pt x="43045" y="84626"/>
                  </a:lnTo>
                  <a:lnTo>
                    <a:pt x="42509" y="84744"/>
                  </a:lnTo>
                  <a:lnTo>
                    <a:pt x="41986" y="84835"/>
                  </a:lnTo>
                  <a:lnTo>
                    <a:pt x="41437" y="84927"/>
                  </a:lnTo>
                  <a:lnTo>
                    <a:pt x="40888" y="85005"/>
                  </a:lnTo>
                  <a:lnTo>
                    <a:pt x="40339" y="85071"/>
                  </a:lnTo>
                  <a:lnTo>
                    <a:pt x="39776" y="85123"/>
                  </a:lnTo>
                  <a:lnTo>
                    <a:pt x="39214" y="85175"/>
                  </a:lnTo>
                  <a:lnTo>
                    <a:pt x="38652" y="85215"/>
                  </a:lnTo>
                  <a:lnTo>
                    <a:pt x="38077" y="85241"/>
                  </a:lnTo>
                  <a:lnTo>
                    <a:pt x="37488" y="85254"/>
                  </a:lnTo>
                  <a:lnTo>
                    <a:pt x="36900" y="85267"/>
                  </a:lnTo>
                  <a:lnTo>
                    <a:pt x="35723" y="85280"/>
                  </a:lnTo>
                  <a:lnTo>
                    <a:pt x="34507" y="85254"/>
                  </a:lnTo>
                  <a:lnTo>
                    <a:pt x="33291" y="85201"/>
                  </a:lnTo>
                  <a:lnTo>
                    <a:pt x="32049" y="85123"/>
                  </a:lnTo>
                  <a:lnTo>
                    <a:pt x="30793" y="85031"/>
                  </a:lnTo>
                  <a:lnTo>
                    <a:pt x="29538" y="84914"/>
                  </a:lnTo>
                  <a:lnTo>
                    <a:pt x="28257" y="84783"/>
                  </a:lnTo>
                  <a:lnTo>
                    <a:pt x="26962" y="84652"/>
                  </a:lnTo>
                  <a:lnTo>
                    <a:pt x="25668" y="84495"/>
                  </a:lnTo>
                  <a:lnTo>
                    <a:pt x="23053" y="84182"/>
                  </a:lnTo>
                  <a:lnTo>
                    <a:pt x="20411" y="83868"/>
                  </a:lnTo>
                  <a:lnTo>
                    <a:pt x="19248" y="84482"/>
                  </a:lnTo>
                  <a:lnTo>
                    <a:pt x="18568" y="84822"/>
                  </a:lnTo>
                  <a:lnTo>
                    <a:pt x="17822" y="85188"/>
                  </a:lnTo>
                  <a:lnTo>
                    <a:pt x="17025" y="85581"/>
                  </a:lnTo>
                  <a:lnTo>
                    <a:pt x="16175" y="85960"/>
                  </a:lnTo>
                  <a:lnTo>
                    <a:pt x="15299" y="86352"/>
                  </a:lnTo>
                  <a:lnTo>
                    <a:pt x="14371" y="86718"/>
                  </a:lnTo>
                  <a:lnTo>
                    <a:pt x="13429" y="87084"/>
                  </a:lnTo>
                  <a:lnTo>
                    <a:pt x="12945" y="87254"/>
                  </a:lnTo>
                  <a:lnTo>
                    <a:pt x="12462" y="87411"/>
                  </a:lnTo>
                  <a:lnTo>
                    <a:pt x="11978" y="87568"/>
                  </a:lnTo>
                  <a:lnTo>
                    <a:pt x="11481" y="87712"/>
                  </a:lnTo>
                  <a:lnTo>
                    <a:pt x="10997" y="87856"/>
                  </a:lnTo>
                  <a:lnTo>
                    <a:pt x="10500" y="87987"/>
                  </a:lnTo>
                  <a:lnTo>
                    <a:pt x="10016" y="88104"/>
                  </a:lnTo>
                  <a:lnTo>
                    <a:pt x="9520" y="88196"/>
                  </a:lnTo>
                  <a:lnTo>
                    <a:pt x="9036" y="88287"/>
                  </a:lnTo>
                  <a:lnTo>
                    <a:pt x="8539" y="88366"/>
                  </a:lnTo>
                  <a:lnTo>
                    <a:pt x="8068" y="88431"/>
                  </a:lnTo>
                  <a:lnTo>
                    <a:pt x="7584" y="88470"/>
                  </a:lnTo>
                  <a:lnTo>
                    <a:pt x="7114" y="88496"/>
                  </a:lnTo>
                  <a:lnTo>
                    <a:pt x="6643" y="88510"/>
                  </a:lnTo>
                  <a:lnTo>
                    <a:pt x="5754" y="88496"/>
                  </a:lnTo>
                  <a:lnTo>
                    <a:pt x="4878" y="88470"/>
                  </a:lnTo>
                  <a:lnTo>
                    <a:pt x="4015" y="88418"/>
                  </a:lnTo>
                  <a:lnTo>
                    <a:pt x="3178" y="88353"/>
                  </a:lnTo>
                  <a:lnTo>
                    <a:pt x="2354" y="88261"/>
                  </a:lnTo>
                  <a:lnTo>
                    <a:pt x="1543" y="88157"/>
                  </a:lnTo>
                  <a:lnTo>
                    <a:pt x="759" y="88039"/>
                  </a:lnTo>
                  <a:lnTo>
                    <a:pt x="0" y="87895"/>
                  </a:lnTo>
                  <a:lnTo>
                    <a:pt x="497" y="88052"/>
                  </a:lnTo>
                  <a:lnTo>
                    <a:pt x="1020" y="88209"/>
                  </a:lnTo>
                  <a:lnTo>
                    <a:pt x="1556" y="88353"/>
                  </a:lnTo>
                  <a:lnTo>
                    <a:pt x="2106" y="88483"/>
                  </a:lnTo>
                  <a:lnTo>
                    <a:pt x="2681" y="88614"/>
                  </a:lnTo>
                  <a:lnTo>
                    <a:pt x="3269" y="88732"/>
                  </a:lnTo>
                  <a:lnTo>
                    <a:pt x="3871" y="88836"/>
                  </a:lnTo>
                  <a:lnTo>
                    <a:pt x="4485" y="88928"/>
                  </a:lnTo>
                  <a:lnTo>
                    <a:pt x="5113" y="89020"/>
                  </a:lnTo>
                  <a:lnTo>
                    <a:pt x="5754" y="89098"/>
                  </a:lnTo>
                  <a:lnTo>
                    <a:pt x="6421" y="89163"/>
                  </a:lnTo>
                  <a:lnTo>
                    <a:pt x="7087" y="89216"/>
                  </a:lnTo>
                  <a:lnTo>
                    <a:pt x="7767" y="89255"/>
                  </a:lnTo>
                  <a:lnTo>
                    <a:pt x="8447" y="89281"/>
                  </a:lnTo>
                  <a:lnTo>
                    <a:pt x="9153" y="89307"/>
                  </a:lnTo>
                  <a:lnTo>
                    <a:pt x="9859" y="89307"/>
                  </a:lnTo>
                  <a:lnTo>
                    <a:pt x="10775" y="89294"/>
                  </a:lnTo>
                  <a:lnTo>
                    <a:pt x="11677" y="89268"/>
                  </a:lnTo>
                  <a:lnTo>
                    <a:pt x="12566" y="89216"/>
                  </a:lnTo>
                  <a:lnTo>
                    <a:pt x="13429" y="89150"/>
                  </a:lnTo>
                  <a:lnTo>
                    <a:pt x="14279" y="89059"/>
                  </a:lnTo>
                  <a:lnTo>
                    <a:pt x="15103" y="88954"/>
                  </a:lnTo>
                  <a:lnTo>
                    <a:pt x="15900" y="88823"/>
                  </a:lnTo>
                  <a:lnTo>
                    <a:pt x="16685" y="88680"/>
                  </a:lnTo>
                  <a:lnTo>
                    <a:pt x="17430" y="88523"/>
                  </a:lnTo>
                  <a:lnTo>
                    <a:pt x="18162" y="88353"/>
                  </a:lnTo>
                  <a:lnTo>
                    <a:pt x="18855" y="88170"/>
                  </a:lnTo>
                  <a:lnTo>
                    <a:pt x="19509" y="87960"/>
                  </a:lnTo>
                  <a:lnTo>
                    <a:pt x="20137" y="87751"/>
                  </a:lnTo>
                  <a:lnTo>
                    <a:pt x="20738" y="87516"/>
                  </a:lnTo>
                  <a:lnTo>
                    <a:pt x="21301" y="87280"/>
                  </a:lnTo>
                  <a:lnTo>
                    <a:pt x="21811" y="87019"/>
                  </a:lnTo>
                  <a:lnTo>
                    <a:pt x="23144" y="87176"/>
                  </a:lnTo>
                  <a:lnTo>
                    <a:pt x="24478" y="87307"/>
                  </a:lnTo>
                  <a:lnTo>
                    <a:pt x="25825" y="87437"/>
                  </a:lnTo>
                  <a:lnTo>
                    <a:pt x="27172" y="87555"/>
                  </a:lnTo>
                  <a:lnTo>
                    <a:pt x="28518" y="87660"/>
                  </a:lnTo>
                  <a:lnTo>
                    <a:pt x="29865" y="87751"/>
                  </a:lnTo>
                  <a:lnTo>
                    <a:pt x="31212" y="87817"/>
                  </a:lnTo>
                  <a:lnTo>
                    <a:pt x="32546" y="87869"/>
                  </a:lnTo>
                  <a:lnTo>
                    <a:pt x="33879" y="87895"/>
                  </a:lnTo>
                  <a:lnTo>
                    <a:pt x="35200" y="87908"/>
                  </a:lnTo>
                  <a:lnTo>
                    <a:pt x="36521" y="87882"/>
                  </a:lnTo>
                  <a:lnTo>
                    <a:pt x="37815" y="87830"/>
                  </a:lnTo>
                  <a:lnTo>
                    <a:pt x="38456" y="87790"/>
                  </a:lnTo>
                  <a:lnTo>
                    <a:pt x="39096" y="87751"/>
                  </a:lnTo>
                  <a:lnTo>
                    <a:pt x="39737" y="87699"/>
                  </a:lnTo>
                  <a:lnTo>
                    <a:pt x="40365" y="87634"/>
                  </a:lnTo>
                  <a:lnTo>
                    <a:pt x="40992" y="87568"/>
                  </a:lnTo>
                  <a:lnTo>
                    <a:pt x="41607" y="87490"/>
                  </a:lnTo>
                  <a:lnTo>
                    <a:pt x="42235" y="87411"/>
                  </a:lnTo>
                  <a:lnTo>
                    <a:pt x="42836" y="87307"/>
                  </a:lnTo>
                  <a:lnTo>
                    <a:pt x="43438" y="87202"/>
                  </a:lnTo>
                  <a:lnTo>
                    <a:pt x="44039" y="87084"/>
                  </a:lnTo>
                  <a:lnTo>
                    <a:pt x="44627" y="86967"/>
                  </a:lnTo>
                  <a:lnTo>
                    <a:pt x="45216" y="86823"/>
                  </a:lnTo>
                  <a:lnTo>
                    <a:pt x="45791" y="86679"/>
                  </a:lnTo>
                  <a:lnTo>
                    <a:pt x="46367" y="86522"/>
                  </a:lnTo>
                  <a:lnTo>
                    <a:pt x="46929" y="86352"/>
                  </a:lnTo>
                  <a:lnTo>
                    <a:pt x="47478" y="86169"/>
                  </a:lnTo>
                  <a:lnTo>
                    <a:pt x="48027" y="85986"/>
                  </a:lnTo>
                  <a:lnTo>
                    <a:pt x="48563" y="85777"/>
                  </a:lnTo>
                  <a:lnTo>
                    <a:pt x="49099" y="85568"/>
                  </a:lnTo>
                  <a:lnTo>
                    <a:pt x="49622" y="85332"/>
                  </a:lnTo>
                  <a:lnTo>
                    <a:pt x="50132" y="85097"/>
                  </a:lnTo>
                  <a:lnTo>
                    <a:pt x="50629" y="84835"/>
                  </a:lnTo>
                  <a:lnTo>
                    <a:pt x="51126" y="84574"/>
                  </a:lnTo>
                  <a:lnTo>
                    <a:pt x="51610" y="84299"/>
                  </a:lnTo>
                  <a:lnTo>
                    <a:pt x="52081" y="83998"/>
                  </a:lnTo>
                  <a:lnTo>
                    <a:pt x="52551" y="83698"/>
                  </a:lnTo>
                  <a:lnTo>
                    <a:pt x="52996" y="83371"/>
                  </a:lnTo>
                  <a:lnTo>
                    <a:pt x="53440" y="83031"/>
                  </a:lnTo>
                  <a:lnTo>
                    <a:pt x="53872" y="82691"/>
                  </a:lnTo>
                  <a:lnTo>
                    <a:pt x="54290" y="82325"/>
                  </a:lnTo>
                  <a:lnTo>
                    <a:pt x="54696" y="81946"/>
                  </a:lnTo>
                  <a:lnTo>
                    <a:pt x="55088" y="81540"/>
                  </a:lnTo>
                  <a:lnTo>
                    <a:pt x="55480" y="81135"/>
                  </a:lnTo>
                  <a:lnTo>
                    <a:pt x="55846" y="80703"/>
                  </a:lnTo>
                  <a:lnTo>
                    <a:pt x="56199" y="80259"/>
                  </a:lnTo>
                  <a:lnTo>
                    <a:pt x="56552" y="79801"/>
                  </a:lnTo>
                  <a:lnTo>
                    <a:pt x="56879" y="79330"/>
                  </a:lnTo>
                  <a:lnTo>
                    <a:pt x="57193" y="78834"/>
                  </a:lnTo>
                  <a:lnTo>
                    <a:pt x="57507" y="78324"/>
                  </a:lnTo>
                  <a:lnTo>
                    <a:pt x="57795" y="77801"/>
                  </a:lnTo>
                  <a:lnTo>
                    <a:pt x="58291" y="76820"/>
                  </a:lnTo>
                  <a:lnTo>
                    <a:pt x="58762" y="75865"/>
                  </a:lnTo>
                  <a:lnTo>
                    <a:pt x="59207" y="74950"/>
                  </a:lnTo>
                  <a:lnTo>
                    <a:pt x="59599" y="74061"/>
                  </a:lnTo>
                  <a:lnTo>
                    <a:pt x="59965" y="73185"/>
                  </a:lnTo>
                  <a:lnTo>
                    <a:pt x="60305" y="72348"/>
                  </a:lnTo>
                  <a:lnTo>
                    <a:pt x="60619" y="71524"/>
                  </a:lnTo>
                  <a:lnTo>
                    <a:pt x="60893" y="70727"/>
                  </a:lnTo>
                  <a:lnTo>
                    <a:pt x="61129" y="69955"/>
                  </a:lnTo>
                  <a:lnTo>
                    <a:pt x="61351" y="69210"/>
                  </a:lnTo>
                  <a:lnTo>
                    <a:pt x="61547" y="68478"/>
                  </a:lnTo>
                  <a:lnTo>
                    <a:pt x="61704" y="67772"/>
                  </a:lnTo>
                  <a:lnTo>
                    <a:pt x="61848" y="67079"/>
                  </a:lnTo>
                  <a:lnTo>
                    <a:pt x="61953" y="66412"/>
                  </a:lnTo>
                  <a:lnTo>
                    <a:pt x="62044" y="65758"/>
                  </a:lnTo>
                  <a:lnTo>
                    <a:pt x="62110" y="65117"/>
                  </a:lnTo>
                  <a:lnTo>
                    <a:pt x="62149" y="64503"/>
                  </a:lnTo>
                  <a:lnTo>
                    <a:pt x="62175" y="63901"/>
                  </a:lnTo>
                  <a:lnTo>
                    <a:pt x="62162" y="63326"/>
                  </a:lnTo>
                  <a:lnTo>
                    <a:pt x="62149" y="62751"/>
                  </a:lnTo>
                  <a:lnTo>
                    <a:pt x="62110" y="62201"/>
                  </a:lnTo>
                  <a:lnTo>
                    <a:pt x="62044" y="61652"/>
                  </a:lnTo>
                  <a:lnTo>
                    <a:pt x="61966" y="61129"/>
                  </a:lnTo>
                  <a:lnTo>
                    <a:pt x="61874" y="60606"/>
                  </a:lnTo>
                  <a:lnTo>
                    <a:pt x="61756" y="60096"/>
                  </a:lnTo>
                  <a:lnTo>
                    <a:pt x="61639" y="59599"/>
                  </a:lnTo>
                  <a:lnTo>
                    <a:pt x="61495" y="59116"/>
                  </a:lnTo>
                  <a:lnTo>
                    <a:pt x="61338" y="58645"/>
                  </a:lnTo>
                  <a:lnTo>
                    <a:pt x="61181" y="58174"/>
                  </a:lnTo>
                  <a:lnTo>
                    <a:pt x="60998" y="57703"/>
                  </a:lnTo>
                  <a:lnTo>
                    <a:pt x="60802" y="57246"/>
                  </a:lnTo>
                  <a:lnTo>
                    <a:pt x="60606" y="56801"/>
                  </a:lnTo>
                  <a:lnTo>
                    <a:pt x="60397" y="56357"/>
                  </a:lnTo>
                  <a:lnTo>
                    <a:pt x="60174" y="55912"/>
                  </a:lnTo>
                  <a:lnTo>
                    <a:pt x="59952" y="55481"/>
                  </a:lnTo>
                  <a:lnTo>
                    <a:pt x="59717" y="55049"/>
                  </a:lnTo>
                  <a:lnTo>
                    <a:pt x="59233" y="54186"/>
                  </a:lnTo>
                  <a:lnTo>
                    <a:pt x="58736" y="53336"/>
                  </a:lnTo>
                  <a:lnTo>
                    <a:pt x="57703" y="51610"/>
                  </a:lnTo>
                  <a:lnTo>
                    <a:pt x="57180" y="50721"/>
                  </a:lnTo>
                  <a:lnTo>
                    <a:pt x="56670" y="49819"/>
                  </a:lnTo>
                  <a:lnTo>
                    <a:pt x="56186" y="48890"/>
                  </a:lnTo>
                  <a:lnTo>
                    <a:pt x="55938" y="48420"/>
                  </a:lnTo>
                  <a:lnTo>
                    <a:pt x="55702" y="47936"/>
                  </a:lnTo>
                  <a:lnTo>
                    <a:pt x="55480" y="47439"/>
                  </a:lnTo>
                  <a:lnTo>
                    <a:pt x="55258" y="46942"/>
                  </a:lnTo>
                  <a:lnTo>
                    <a:pt x="55049" y="46432"/>
                  </a:lnTo>
                  <a:lnTo>
                    <a:pt x="54853" y="45896"/>
                  </a:lnTo>
                  <a:lnTo>
                    <a:pt x="54670" y="45360"/>
                  </a:lnTo>
                  <a:lnTo>
                    <a:pt x="54486" y="44811"/>
                  </a:lnTo>
                  <a:lnTo>
                    <a:pt x="54316" y="44249"/>
                  </a:lnTo>
                  <a:lnTo>
                    <a:pt x="54173" y="43660"/>
                  </a:lnTo>
                  <a:lnTo>
                    <a:pt x="54029" y="43072"/>
                  </a:lnTo>
                  <a:lnTo>
                    <a:pt x="53898" y="42457"/>
                  </a:lnTo>
                  <a:lnTo>
                    <a:pt x="53793" y="41830"/>
                  </a:lnTo>
                  <a:lnTo>
                    <a:pt x="53702" y="41189"/>
                  </a:lnTo>
                  <a:lnTo>
                    <a:pt x="53545" y="40064"/>
                  </a:lnTo>
                  <a:lnTo>
                    <a:pt x="53375" y="38914"/>
                  </a:lnTo>
                  <a:lnTo>
                    <a:pt x="53192" y="37724"/>
                  </a:lnTo>
                  <a:lnTo>
                    <a:pt x="52983" y="36508"/>
                  </a:lnTo>
                  <a:lnTo>
                    <a:pt x="52760" y="35266"/>
                  </a:lnTo>
                  <a:lnTo>
                    <a:pt x="52512" y="33984"/>
                  </a:lnTo>
                  <a:lnTo>
                    <a:pt x="52251" y="32690"/>
                  </a:lnTo>
                  <a:lnTo>
                    <a:pt x="51950" y="31356"/>
                  </a:lnTo>
                  <a:lnTo>
                    <a:pt x="51636" y="30022"/>
                  </a:lnTo>
                  <a:lnTo>
                    <a:pt x="51296" y="28662"/>
                  </a:lnTo>
                  <a:lnTo>
                    <a:pt x="50943" y="27289"/>
                  </a:lnTo>
                  <a:lnTo>
                    <a:pt x="50551" y="25903"/>
                  </a:lnTo>
                  <a:lnTo>
                    <a:pt x="50132" y="24517"/>
                  </a:lnTo>
                  <a:lnTo>
                    <a:pt x="49688" y="23118"/>
                  </a:lnTo>
                  <a:lnTo>
                    <a:pt x="49204" y="21719"/>
                  </a:lnTo>
                  <a:lnTo>
                    <a:pt x="48707" y="20320"/>
                  </a:lnTo>
                  <a:lnTo>
                    <a:pt x="48171" y="18921"/>
                  </a:lnTo>
                  <a:lnTo>
                    <a:pt x="47883" y="18215"/>
                  </a:lnTo>
                  <a:lnTo>
                    <a:pt x="47596" y="17522"/>
                  </a:lnTo>
                  <a:lnTo>
                    <a:pt x="47308" y="16829"/>
                  </a:lnTo>
                  <a:lnTo>
                    <a:pt x="46994" y="16136"/>
                  </a:lnTo>
                  <a:lnTo>
                    <a:pt x="46680" y="15443"/>
                  </a:lnTo>
                  <a:lnTo>
                    <a:pt x="46367" y="14763"/>
                  </a:lnTo>
                  <a:lnTo>
                    <a:pt x="46027" y="14083"/>
                  </a:lnTo>
                  <a:lnTo>
                    <a:pt x="45700" y="13403"/>
                  </a:lnTo>
                  <a:lnTo>
                    <a:pt x="45347" y="12723"/>
                  </a:lnTo>
                  <a:lnTo>
                    <a:pt x="44994" y="12043"/>
                  </a:lnTo>
                  <a:lnTo>
                    <a:pt x="44627" y="11376"/>
                  </a:lnTo>
                  <a:lnTo>
                    <a:pt x="44248" y="10723"/>
                  </a:lnTo>
                  <a:lnTo>
                    <a:pt x="43856" y="10056"/>
                  </a:lnTo>
                  <a:lnTo>
                    <a:pt x="43464" y="9415"/>
                  </a:lnTo>
                  <a:lnTo>
                    <a:pt x="43058" y="8761"/>
                  </a:lnTo>
                  <a:lnTo>
                    <a:pt x="42640" y="8121"/>
                  </a:lnTo>
                  <a:lnTo>
                    <a:pt x="42222" y="7493"/>
                  </a:lnTo>
                  <a:lnTo>
                    <a:pt x="41790" y="6865"/>
                  </a:lnTo>
                  <a:lnTo>
                    <a:pt x="41345" y="6251"/>
                  </a:lnTo>
                  <a:lnTo>
                    <a:pt x="40888" y="5636"/>
                  </a:lnTo>
                  <a:lnTo>
                    <a:pt x="40430" y="5035"/>
                  </a:lnTo>
                  <a:lnTo>
                    <a:pt x="39946" y="4433"/>
                  </a:lnTo>
                  <a:lnTo>
                    <a:pt x="39463" y="3845"/>
                  </a:lnTo>
                  <a:lnTo>
                    <a:pt x="38966" y="3270"/>
                  </a:lnTo>
                  <a:lnTo>
                    <a:pt x="38456" y="2694"/>
                  </a:lnTo>
                  <a:lnTo>
                    <a:pt x="37946" y="2132"/>
                  </a:lnTo>
                  <a:lnTo>
                    <a:pt x="37410" y="1583"/>
                  </a:lnTo>
                  <a:lnTo>
                    <a:pt x="36874" y="1047"/>
                  </a:lnTo>
                  <a:lnTo>
                    <a:pt x="36311" y="524"/>
                  </a:lnTo>
                  <a:lnTo>
                    <a:pt x="357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1;p38">
              <a:extLst>
                <a:ext uri="{FF2B5EF4-FFF2-40B4-BE49-F238E27FC236}">
                  <a16:creationId xmlns:a16="http://schemas.microsoft.com/office/drawing/2014/main" id="{3476DD29-1971-1C70-C471-5A2C20EB109D}"/>
                </a:ext>
              </a:extLst>
            </p:cNvPr>
            <p:cNvSpPr/>
            <p:nvPr/>
          </p:nvSpPr>
          <p:spPr>
            <a:xfrm>
              <a:off x="3879950" y="1486500"/>
              <a:ext cx="1368050" cy="1097400"/>
            </a:xfrm>
            <a:custGeom>
              <a:avLst/>
              <a:gdLst/>
              <a:ahLst/>
              <a:cxnLst/>
              <a:rect l="l" t="t" r="r" b="b"/>
              <a:pathLst>
                <a:path w="54722" h="43896" extrusionOk="0">
                  <a:moveTo>
                    <a:pt x="25968" y="1"/>
                  </a:moveTo>
                  <a:lnTo>
                    <a:pt x="25419" y="14"/>
                  </a:lnTo>
                  <a:lnTo>
                    <a:pt x="24857" y="53"/>
                  </a:lnTo>
                  <a:lnTo>
                    <a:pt x="24295" y="92"/>
                  </a:lnTo>
                  <a:lnTo>
                    <a:pt x="23732" y="158"/>
                  </a:lnTo>
                  <a:lnTo>
                    <a:pt x="23170" y="249"/>
                  </a:lnTo>
                  <a:lnTo>
                    <a:pt x="22608" y="341"/>
                  </a:lnTo>
                  <a:lnTo>
                    <a:pt x="22046" y="458"/>
                  </a:lnTo>
                  <a:lnTo>
                    <a:pt x="21483" y="589"/>
                  </a:lnTo>
                  <a:lnTo>
                    <a:pt x="20921" y="746"/>
                  </a:lnTo>
                  <a:lnTo>
                    <a:pt x="20359" y="903"/>
                  </a:lnTo>
                  <a:lnTo>
                    <a:pt x="19810" y="1086"/>
                  </a:lnTo>
                  <a:lnTo>
                    <a:pt x="19247" y="1282"/>
                  </a:lnTo>
                  <a:lnTo>
                    <a:pt x="18698" y="1491"/>
                  </a:lnTo>
                  <a:lnTo>
                    <a:pt x="18136" y="1714"/>
                  </a:lnTo>
                  <a:lnTo>
                    <a:pt x="17587" y="1949"/>
                  </a:lnTo>
                  <a:lnTo>
                    <a:pt x="17051" y="2198"/>
                  </a:lnTo>
                  <a:lnTo>
                    <a:pt x="16502" y="2472"/>
                  </a:lnTo>
                  <a:lnTo>
                    <a:pt x="15965" y="2747"/>
                  </a:lnTo>
                  <a:lnTo>
                    <a:pt x="15429" y="3034"/>
                  </a:lnTo>
                  <a:lnTo>
                    <a:pt x="14893" y="3335"/>
                  </a:lnTo>
                  <a:lnTo>
                    <a:pt x="14370" y="3662"/>
                  </a:lnTo>
                  <a:lnTo>
                    <a:pt x="13847" y="3989"/>
                  </a:lnTo>
                  <a:lnTo>
                    <a:pt x="13337" y="4329"/>
                  </a:lnTo>
                  <a:lnTo>
                    <a:pt x="12814" y="4682"/>
                  </a:lnTo>
                  <a:lnTo>
                    <a:pt x="12317" y="5048"/>
                  </a:lnTo>
                  <a:lnTo>
                    <a:pt x="11807" y="5414"/>
                  </a:lnTo>
                  <a:lnTo>
                    <a:pt x="11324" y="5806"/>
                  </a:lnTo>
                  <a:lnTo>
                    <a:pt x="10827" y="6199"/>
                  </a:lnTo>
                  <a:lnTo>
                    <a:pt x="10343" y="6604"/>
                  </a:lnTo>
                  <a:lnTo>
                    <a:pt x="9872" y="7022"/>
                  </a:lnTo>
                  <a:lnTo>
                    <a:pt x="9402" y="7454"/>
                  </a:lnTo>
                  <a:lnTo>
                    <a:pt x="8944" y="7885"/>
                  </a:lnTo>
                  <a:lnTo>
                    <a:pt x="8499" y="8330"/>
                  </a:lnTo>
                  <a:lnTo>
                    <a:pt x="8055" y="8788"/>
                  </a:lnTo>
                  <a:lnTo>
                    <a:pt x="7623" y="9245"/>
                  </a:lnTo>
                  <a:lnTo>
                    <a:pt x="7192" y="9716"/>
                  </a:lnTo>
                  <a:lnTo>
                    <a:pt x="6773" y="10187"/>
                  </a:lnTo>
                  <a:lnTo>
                    <a:pt x="6368" y="10671"/>
                  </a:lnTo>
                  <a:lnTo>
                    <a:pt x="5976" y="11167"/>
                  </a:lnTo>
                  <a:lnTo>
                    <a:pt x="5583" y="11664"/>
                  </a:lnTo>
                  <a:lnTo>
                    <a:pt x="5204" y="12174"/>
                  </a:lnTo>
                  <a:lnTo>
                    <a:pt x="4838" y="12684"/>
                  </a:lnTo>
                  <a:lnTo>
                    <a:pt x="4485" y="13207"/>
                  </a:lnTo>
                  <a:lnTo>
                    <a:pt x="4132" y="13730"/>
                  </a:lnTo>
                  <a:lnTo>
                    <a:pt x="3805" y="14266"/>
                  </a:lnTo>
                  <a:lnTo>
                    <a:pt x="3478" y="14802"/>
                  </a:lnTo>
                  <a:lnTo>
                    <a:pt x="3164" y="15339"/>
                  </a:lnTo>
                  <a:lnTo>
                    <a:pt x="2877" y="15888"/>
                  </a:lnTo>
                  <a:lnTo>
                    <a:pt x="2589" y="16437"/>
                  </a:lnTo>
                  <a:lnTo>
                    <a:pt x="2315" y="16986"/>
                  </a:lnTo>
                  <a:lnTo>
                    <a:pt x="2053" y="17548"/>
                  </a:lnTo>
                  <a:lnTo>
                    <a:pt x="1805" y="18111"/>
                  </a:lnTo>
                  <a:lnTo>
                    <a:pt x="1569" y="18673"/>
                  </a:lnTo>
                  <a:lnTo>
                    <a:pt x="1360" y="19248"/>
                  </a:lnTo>
                  <a:lnTo>
                    <a:pt x="1151" y="19810"/>
                  </a:lnTo>
                  <a:lnTo>
                    <a:pt x="968" y="20386"/>
                  </a:lnTo>
                  <a:lnTo>
                    <a:pt x="785" y="20961"/>
                  </a:lnTo>
                  <a:lnTo>
                    <a:pt x="628" y="21549"/>
                  </a:lnTo>
                  <a:lnTo>
                    <a:pt x="484" y="22125"/>
                  </a:lnTo>
                  <a:lnTo>
                    <a:pt x="353" y="22700"/>
                  </a:lnTo>
                  <a:lnTo>
                    <a:pt x="236" y="23380"/>
                  </a:lnTo>
                  <a:lnTo>
                    <a:pt x="131" y="24034"/>
                  </a:lnTo>
                  <a:lnTo>
                    <a:pt x="66" y="24688"/>
                  </a:lnTo>
                  <a:lnTo>
                    <a:pt x="13" y="25315"/>
                  </a:lnTo>
                  <a:lnTo>
                    <a:pt x="0" y="25943"/>
                  </a:lnTo>
                  <a:lnTo>
                    <a:pt x="0" y="26544"/>
                  </a:lnTo>
                  <a:lnTo>
                    <a:pt x="26" y="27146"/>
                  </a:lnTo>
                  <a:lnTo>
                    <a:pt x="79" y="27734"/>
                  </a:lnTo>
                  <a:lnTo>
                    <a:pt x="157" y="28310"/>
                  </a:lnTo>
                  <a:lnTo>
                    <a:pt x="262" y="28872"/>
                  </a:lnTo>
                  <a:lnTo>
                    <a:pt x="379" y="29421"/>
                  </a:lnTo>
                  <a:lnTo>
                    <a:pt x="523" y="29957"/>
                  </a:lnTo>
                  <a:lnTo>
                    <a:pt x="693" y="30480"/>
                  </a:lnTo>
                  <a:lnTo>
                    <a:pt x="876" y="31003"/>
                  </a:lnTo>
                  <a:lnTo>
                    <a:pt x="1085" y="31500"/>
                  </a:lnTo>
                  <a:lnTo>
                    <a:pt x="1308" y="31997"/>
                  </a:lnTo>
                  <a:lnTo>
                    <a:pt x="1556" y="32468"/>
                  </a:lnTo>
                  <a:lnTo>
                    <a:pt x="1818" y="32938"/>
                  </a:lnTo>
                  <a:lnTo>
                    <a:pt x="2092" y="33396"/>
                  </a:lnTo>
                  <a:lnTo>
                    <a:pt x="2393" y="33841"/>
                  </a:lnTo>
                  <a:lnTo>
                    <a:pt x="2720" y="34285"/>
                  </a:lnTo>
                  <a:lnTo>
                    <a:pt x="3047" y="34704"/>
                  </a:lnTo>
                  <a:lnTo>
                    <a:pt x="3400" y="35122"/>
                  </a:lnTo>
                  <a:lnTo>
                    <a:pt x="3766" y="35527"/>
                  </a:lnTo>
                  <a:lnTo>
                    <a:pt x="4145" y="35920"/>
                  </a:lnTo>
                  <a:lnTo>
                    <a:pt x="4537" y="36299"/>
                  </a:lnTo>
                  <a:lnTo>
                    <a:pt x="4943" y="36665"/>
                  </a:lnTo>
                  <a:lnTo>
                    <a:pt x="5361" y="37031"/>
                  </a:lnTo>
                  <a:lnTo>
                    <a:pt x="5793" y="37384"/>
                  </a:lnTo>
                  <a:lnTo>
                    <a:pt x="6237" y="37724"/>
                  </a:lnTo>
                  <a:lnTo>
                    <a:pt x="6695" y="38051"/>
                  </a:lnTo>
                  <a:lnTo>
                    <a:pt x="7166" y="38365"/>
                  </a:lnTo>
                  <a:lnTo>
                    <a:pt x="7636" y="38679"/>
                  </a:lnTo>
                  <a:lnTo>
                    <a:pt x="8133" y="38979"/>
                  </a:lnTo>
                  <a:lnTo>
                    <a:pt x="8630" y="39267"/>
                  </a:lnTo>
                  <a:lnTo>
                    <a:pt x="9127" y="39555"/>
                  </a:lnTo>
                  <a:lnTo>
                    <a:pt x="9650" y="39816"/>
                  </a:lnTo>
                  <a:lnTo>
                    <a:pt x="10173" y="40078"/>
                  </a:lnTo>
                  <a:lnTo>
                    <a:pt x="10696" y="40339"/>
                  </a:lnTo>
                  <a:lnTo>
                    <a:pt x="11232" y="40574"/>
                  </a:lnTo>
                  <a:lnTo>
                    <a:pt x="11768" y="40810"/>
                  </a:lnTo>
                  <a:lnTo>
                    <a:pt x="12317" y="41032"/>
                  </a:lnTo>
                  <a:lnTo>
                    <a:pt x="12880" y="41254"/>
                  </a:lnTo>
                  <a:lnTo>
                    <a:pt x="13429" y="41451"/>
                  </a:lnTo>
                  <a:lnTo>
                    <a:pt x="13991" y="41647"/>
                  </a:lnTo>
                  <a:lnTo>
                    <a:pt x="14553" y="41843"/>
                  </a:lnTo>
                  <a:lnTo>
                    <a:pt x="15129" y="42013"/>
                  </a:lnTo>
                  <a:lnTo>
                    <a:pt x="15691" y="42183"/>
                  </a:lnTo>
                  <a:lnTo>
                    <a:pt x="16266" y="42353"/>
                  </a:lnTo>
                  <a:lnTo>
                    <a:pt x="16842" y="42497"/>
                  </a:lnTo>
                  <a:lnTo>
                    <a:pt x="17417" y="42640"/>
                  </a:lnTo>
                  <a:lnTo>
                    <a:pt x="17992" y="42784"/>
                  </a:lnTo>
                  <a:lnTo>
                    <a:pt x="18568" y="42902"/>
                  </a:lnTo>
                  <a:lnTo>
                    <a:pt x="19130" y="43033"/>
                  </a:lnTo>
                  <a:lnTo>
                    <a:pt x="20280" y="43242"/>
                  </a:lnTo>
                  <a:lnTo>
                    <a:pt x="21405" y="43425"/>
                  </a:lnTo>
                  <a:lnTo>
                    <a:pt x="22516" y="43569"/>
                  </a:lnTo>
                  <a:lnTo>
                    <a:pt x="23615" y="43700"/>
                  </a:lnTo>
                  <a:lnTo>
                    <a:pt x="24687" y="43791"/>
                  </a:lnTo>
                  <a:lnTo>
                    <a:pt x="25759" y="43843"/>
                  </a:lnTo>
                  <a:lnTo>
                    <a:pt x="26857" y="43883"/>
                  </a:lnTo>
                  <a:lnTo>
                    <a:pt x="27969" y="43896"/>
                  </a:lnTo>
                  <a:lnTo>
                    <a:pt x="29093" y="43883"/>
                  </a:lnTo>
                  <a:lnTo>
                    <a:pt x="30244" y="43843"/>
                  </a:lnTo>
                  <a:lnTo>
                    <a:pt x="31395" y="43778"/>
                  </a:lnTo>
                  <a:lnTo>
                    <a:pt x="32558" y="43673"/>
                  </a:lnTo>
                  <a:lnTo>
                    <a:pt x="33722" y="43543"/>
                  </a:lnTo>
                  <a:lnTo>
                    <a:pt x="34311" y="43464"/>
                  </a:lnTo>
                  <a:lnTo>
                    <a:pt x="34886" y="43386"/>
                  </a:lnTo>
                  <a:lnTo>
                    <a:pt x="35474" y="43294"/>
                  </a:lnTo>
                  <a:lnTo>
                    <a:pt x="36050" y="43190"/>
                  </a:lnTo>
                  <a:lnTo>
                    <a:pt x="36638" y="43072"/>
                  </a:lnTo>
                  <a:lnTo>
                    <a:pt x="37213" y="42954"/>
                  </a:lnTo>
                  <a:lnTo>
                    <a:pt x="37789" y="42837"/>
                  </a:lnTo>
                  <a:lnTo>
                    <a:pt x="38364" y="42693"/>
                  </a:lnTo>
                  <a:lnTo>
                    <a:pt x="38926" y="42549"/>
                  </a:lnTo>
                  <a:lnTo>
                    <a:pt x="39502" y="42392"/>
                  </a:lnTo>
                  <a:lnTo>
                    <a:pt x="40064" y="42235"/>
                  </a:lnTo>
                  <a:lnTo>
                    <a:pt x="40613" y="42052"/>
                  </a:lnTo>
                  <a:lnTo>
                    <a:pt x="41175" y="41869"/>
                  </a:lnTo>
                  <a:lnTo>
                    <a:pt x="41711" y="41686"/>
                  </a:lnTo>
                  <a:lnTo>
                    <a:pt x="42260" y="41477"/>
                  </a:lnTo>
                  <a:lnTo>
                    <a:pt x="42797" y="41268"/>
                  </a:lnTo>
                  <a:lnTo>
                    <a:pt x="43333" y="41045"/>
                  </a:lnTo>
                  <a:lnTo>
                    <a:pt x="43856" y="40810"/>
                  </a:lnTo>
                  <a:lnTo>
                    <a:pt x="44366" y="40574"/>
                  </a:lnTo>
                  <a:lnTo>
                    <a:pt x="44876" y="40313"/>
                  </a:lnTo>
                  <a:lnTo>
                    <a:pt x="45386" y="40051"/>
                  </a:lnTo>
                  <a:lnTo>
                    <a:pt x="45869" y="39777"/>
                  </a:lnTo>
                  <a:lnTo>
                    <a:pt x="46353" y="39489"/>
                  </a:lnTo>
                  <a:lnTo>
                    <a:pt x="46837" y="39188"/>
                  </a:lnTo>
                  <a:lnTo>
                    <a:pt x="47295" y="38888"/>
                  </a:lnTo>
                  <a:lnTo>
                    <a:pt x="47752" y="38574"/>
                  </a:lnTo>
                  <a:lnTo>
                    <a:pt x="48197" y="38234"/>
                  </a:lnTo>
                  <a:lnTo>
                    <a:pt x="48641" y="37894"/>
                  </a:lnTo>
                  <a:lnTo>
                    <a:pt x="49060" y="37541"/>
                  </a:lnTo>
                  <a:lnTo>
                    <a:pt x="49465" y="37175"/>
                  </a:lnTo>
                  <a:lnTo>
                    <a:pt x="49870" y="36809"/>
                  </a:lnTo>
                  <a:lnTo>
                    <a:pt x="50263" y="36416"/>
                  </a:lnTo>
                  <a:lnTo>
                    <a:pt x="50629" y="36011"/>
                  </a:lnTo>
                  <a:lnTo>
                    <a:pt x="50995" y="35606"/>
                  </a:lnTo>
                  <a:lnTo>
                    <a:pt x="51348" y="35174"/>
                  </a:lnTo>
                  <a:lnTo>
                    <a:pt x="51675" y="34743"/>
                  </a:lnTo>
                  <a:lnTo>
                    <a:pt x="52002" y="34285"/>
                  </a:lnTo>
                  <a:lnTo>
                    <a:pt x="52303" y="33827"/>
                  </a:lnTo>
                  <a:lnTo>
                    <a:pt x="52590" y="33344"/>
                  </a:lnTo>
                  <a:lnTo>
                    <a:pt x="52865" y="32860"/>
                  </a:lnTo>
                  <a:lnTo>
                    <a:pt x="53126" y="32363"/>
                  </a:lnTo>
                  <a:lnTo>
                    <a:pt x="53375" y="31840"/>
                  </a:lnTo>
                  <a:lnTo>
                    <a:pt x="53597" y="31317"/>
                  </a:lnTo>
                  <a:lnTo>
                    <a:pt x="53806" y="30768"/>
                  </a:lnTo>
                  <a:lnTo>
                    <a:pt x="54002" y="30219"/>
                  </a:lnTo>
                  <a:lnTo>
                    <a:pt x="54172" y="29643"/>
                  </a:lnTo>
                  <a:lnTo>
                    <a:pt x="54329" y="29055"/>
                  </a:lnTo>
                  <a:lnTo>
                    <a:pt x="54460" y="28466"/>
                  </a:lnTo>
                  <a:lnTo>
                    <a:pt x="54525" y="28140"/>
                  </a:lnTo>
                  <a:lnTo>
                    <a:pt x="54578" y="27826"/>
                  </a:lnTo>
                  <a:lnTo>
                    <a:pt x="54617" y="27512"/>
                  </a:lnTo>
                  <a:lnTo>
                    <a:pt x="54656" y="27198"/>
                  </a:lnTo>
                  <a:lnTo>
                    <a:pt x="54682" y="26897"/>
                  </a:lnTo>
                  <a:lnTo>
                    <a:pt x="54708" y="26597"/>
                  </a:lnTo>
                  <a:lnTo>
                    <a:pt x="54708" y="26296"/>
                  </a:lnTo>
                  <a:lnTo>
                    <a:pt x="54722" y="25995"/>
                  </a:lnTo>
                  <a:lnTo>
                    <a:pt x="54708" y="25708"/>
                  </a:lnTo>
                  <a:lnTo>
                    <a:pt x="54695" y="25420"/>
                  </a:lnTo>
                  <a:lnTo>
                    <a:pt x="54656" y="24858"/>
                  </a:lnTo>
                  <a:lnTo>
                    <a:pt x="54578" y="24295"/>
                  </a:lnTo>
                  <a:lnTo>
                    <a:pt x="54473" y="23746"/>
                  </a:lnTo>
                  <a:lnTo>
                    <a:pt x="54342" y="23223"/>
                  </a:lnTo>
                  <a:lnTo>
                    <a:pt x="54185" y="22687"/>
                  </a:lnTo>
                  <a:lnTo>
                    <a:pt x="54002" y="22177"/>
                  </a:lnTo>
                  <a:lnTo>
                    <a:pt x="53806" y="21667"/>
                  </a:lnTo>
                  <a:lnTo>
                    <a:pt x="53584" y="21170"/>
                  </a:lnTo>
                  <a:lnTo>
                    <a:pt x="53336" y="20673"/>
                  </a:lnTo>
                  <a:lnTo>
                    <a:pt x="53087" y="20190"/>
                  </a:lnTo>
                  <a:lnTo>
                    <a:pt x="52812" y="19706"/>
                  </a:lnTo>
                  <a:lnTo>
                    <a:pt x="52512" y="19222"/>
                  </a:lnTo>
                  <a:lnTo>
                    <a:pt x="52211" y="18751"/>
                  </a:lnTo>
                  <a:lnTo>
                    <a:pt x="51897" y="18281"/>
                  </a:lnTo>
                  <a:lnTo>
                    <a:pt x="51570" y="17810"/>
                  </a:lnTo>
                  <a:lnTo>
                    <a:pt x="50890" y="16881"/>
                  </a:lnTo>
                  <a:lnTo>
                    <a:pt x="50184" y="15940"/>
                  </a:lnTo>
                  <a:lnTo>
                    <a:pt x="48733" y="14057"/>
                  </a:lnTo>
                  <a:lnTo>
                    <a:pt x="48014" y="13090"/>
                  </a:lnTo>
                  <a:lnTo>
                    <a:pt x="47648" y="12606"/>
                  </a:lnTo>
                  <a:lnTo>
                    <a:pt x="47308" y="12109"/>
                  </a:lnTo>
                  <a:lnTo>
                    <a:pt x="46588" y="11076"/>
                  </a:lnTo>
                  <a:lnTo>
                    <a:pt x="45856" y="10056"/>
                  </a:lnTo>
                  <a:lnTo>
                    <a:pt x="45490" y="9559"/>
                  </a:lnTo>
                  <a:lnTo>
                    <a:pt x="45111" y="9062"/>
                  </a:lnTo>
                  <a:lnTo>
                    <a:pt x="44732" y="8578"/>
                  </a:lnTo>
                  <a:lnTo>
                    <a:pt x="44339" y="8108"/>
                  </a:lnTo>
                  <a:lnTo>
                    <a:pt x="43947" y="7637"/>
                  </a:lnTo>
                  <a:lnTo>
                    <a:pt x="43529" y="7166"/>
                  </a:lnTo>
                  <a:lnTo>
                    <a:pt x="43097" y="6722"/>
                  </a:lnTo>
                  <a:lnTo>
                    <a:pt x="42666" y="6277"/>
                  </a:lnTo>
                  <a:lnTo>
                    <a:pt x="42208" y="5846"/>
                  </a:lnTo>
                  <a:lnTo>
                    <a:pt x="41724" y="5414"/>
                  </a:lnTo>
                  <a:lnTo>
                    <a:pt x="41228" y="5009"/>
                  </a:lnTo>
                  <a:lnTo>
                    <a:pt x="40704" y="4603"/>
                  </a:lnTo>
                  <a:lnTo>
                    <a:pt x="40168" y="4224"/>
                  </a:lnTo>
                  <a:lnTo>
                    <a:pt x="39606" y="3845"/>
                  </a:lnTo>
                  <a:lnTo>
                    <a:pt x="39005" y="3479"/>
                  </a:lnTo>
                  <a:lnTo>
                    <a:pt x="38390" y="3126"/>
                  </a:lnTo>
                  <a:lnTo>
                    <a:pt x="37736" y="2786"/>
                  </a:lnTo>
                  <a:lnTo>
                    <a:pt x="37056" y="2472"/>
                  </a:lnTo>
                  <a:lnTo>
                    <a:pt x="36337" y="2158"/>
                  </a:lnTo>
                  <a:lnTo>
                    <a:pt x="35592" y="1871"/>
                  </a:lnTo>
                  <a:lnTo>
                    <a:pt x="34807" y="1596"/>
                  </a:lnTo>
                  <a:lnTo>
                    <a:pt x="33997" y="1335"/>
                  </a:lnTo>
                  <a:lnTo>
                    <a:pt x="33134" y="1086"/>
                  </a:lnTo>
                  <a:lnTo>
                    <a:pt x="32232" y="864"/>
                  </a:lnTo>
                  <a:lnTo>
                    <a:pt x="31290" y="655"/>
                  </a:lnTo>
                  <a:lnTo>
                    <a:pt x="30296" y="472"/>
                  </a:lnTo>
                  <a:lnTo>
                    <a:pt x="29276" y="288"/>
                  </a:lnTo>
                  <a:lnTo>
                    <a:pt x="28191" y="145"/>
                  </a:lnTo>
                  <a:lnTo>
                    <a:pt x="27642" y="79"/>
                  </a:lnTo>
                  <a:lnTo>
                    <a:pt x="27093" y="40"/>
                  </a:lnTo>
                  <a:lnTo>
                    <a:pt x="26531" y="14"/>
                  </a:lnTo>
                  <a:lnTo>
                    <a:pt x="259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2;p38">
              <a:extLst>
                <a:ext uri="{FF2B5EF4-FFF2-40B4-BE49-F238E27FC236}">
                  <a16:creationId xmlns:a16="http://schemas.microsoft.com/office/drawing/2014/main" id="{AD4958E6-F5F4-DCB0-B310-1521101B7B89}"/>
                </a:ext>
              </a:extLst>
            </p:cNvPr>
            <p:cNvSpPr/>
            <p:nvPr/>
          </p:nvSpPr>
          <p:spPr>
            <a:xfrm>
              <a:off x="4175450" y="1834000"/>
              <a:ext cx="740100" cy="413850"/>
            </a:xfrm>
            <a:custGeom>
              <a:avLst/>
              <a:gdLst/>
              <a:ahLst/>
              <a:cxnLst/>
              <a:rect l="l" t="t" r="r" b="b"/>
              <a:pathLst>
                <a:path w="29604" h="16554" extrusionOk="0">
                  <a:moveTo>
                    <a:pt x="2799" y="0"/>
                  </a:moveTo>
                  <a:lnTo>
                    <a:pt x="2655" y="26"/>
                  </a:lnTo>
                  <a:lnTo>
                    <a:pt x="2511" y="66"/>
                  </a:lnTo>
                  <a:lnTo>
                    <a:pt x="2380" y="118"/>
                  </a:lnTo>
                  <a:lnTo>
                    <a:pt x="2250" y="196"/>
                  </a:lnTo>
                  <a:lnTo>
                    <a:pt x="2119" y="301"/>
                  </a:lnTo>
                  <a:lnTo>
                    <a:pt x="2014" y="419"/>
                  </a:lnTo>
                  <a:lnTo>
                    <a:pt x="1831" y="641"/>
                  </a:lnTo>
                  <a:lnTo>
                    <a:pt x="1661" y="876"/>
                  </a:lnTo>
                  <a:lnTo>
                    <a:pt x="1491" y="1112"/>
                  </a:lnTo>
                  <a:lnTo>
                    <a:pt x="1347" y="1360"/>
                  </a:lnTo>
                  <a:lnTo>
                    <a:pt x="1203" y="1609"/>
                  </a:lnTo>
                  <a:lnTo>
                    <a:pt x="1060" y="1857"/>
                  </a:lnTo>
                  <a:lnTo>
                    <a:pt x="929" y="2118"/>
                  </a:lnTo>
                  <a:lnTo>
                    <a:pt x="811" y="2380"/>
                  </a:lnTo>
                  <a:lnTo>
                    <a:pt x="707" y="2655"/>
                  </a:lnTo>
                  <a:lnTo>
                    <a:pt x="602" y="2916"/>
                  </a:lnTo>
                  <a:lnTo>
                    <a:pt x="510" y="3191"/>
                  </a:lnTo>
                  <a:lnTo>
                    <a:pt x="419" y="3478"/>
                  </a:lnTo>
                  <a:lnTo>
                    <a:pt x="340" y="3753"/>
                  </a:lnTo>
                  <a:lnTo>
                    <a:pt x="275" y="4028"/>
                  </a:lnTo>
                  <a:lnTo>
                    <a:pt x="210" y="4315"/>
                  </a:lnTo>
                  <a:lnTo>
                    <a:pt x="157" y="4603"/>
                  </a:lnTo>
                  <a:lnTo>
                    <a:pt x="105" y="4890"/>
                  </a:lnTo>
                  <a:lnTo>
                    <a:pt x="79" y="5178"/>
                  </a:lnTo>
                  <a:lnTo>
                    <a:pt x="14" y="5767"/>
                  </a:lnTo>
                  <a:lnTo>
                    <a:pt x="1" y="6342"/>
                  </a:lnTo>
                  <a:lnTo>
                    <a:pt x="1" y="6930"/>
                  </a:lnTo>
                  <a:lnTo>
                    <a:pt x="40" y="7506"/>
                  </a:lnTo>
                  <a:lnTo>
                    <a:pt x="92" y="8081"/>
                  </a:lnTo>
                  <a:lnTo>
                    <a:pt x="184" y="8643"/>
                  </a:lnTo>
                  <a:lnTo>
                    <a:pt x="301" y="9192"/>
                  </a:lnTo>
                  <a:lnTo>
                    <a:pt x="445" y="9742"/>
                  </a:lnTo>
                  <a:lnTo>
                    <a:pt x="628" y="10265"/>
                  </a:lnTo>
                  <a:lnTo>
                    <a:pt x="824" y="10775"/>
                  </a:lnTo>
                  <a:lnTo>
                    <a:pt x="1033" y="11271"/>
                  </a:lnTo>
                  <a:lnTo>
                    <a:pt x="1164" y="11507"/>
                  </a:lnTo>
                  <a:lnTo>
                    <a:pt x="1282" y="11742"/>
                  </a:lnTo>
                  <a:lnTo>
                    <a:pt x="1413" y="11964"/>
                  </a:lnTo>
                  <a:lnTo>
                    <a:pt x="1557" y="12187"/>
                  </a:lnTo>
                  <a:lnTo>
                    <a:pt x="1700" y="12396"/>
                  </a:lnTo>
                  <a:lnTo>
                    <a:pt x="1844" y="12605"/>
                  </a:lnTo>
                  <a:lnTo>
                    <a:pt x="2001" y="12814"/>
                  </a:lnTo>
                  <a:lnTo>
                    <a:pt x="2158" y="12997"/>
                  </a:lnTo>
                  <a:lnTo>
                    <a:pt x="2328" y="13180"/>
                  </a:lnTo>
                  <a:lnTo>
                    <a:pt x="2498" y="13364"/>
                  </a:lnTo>
                  <a:lnTo>
                    <a:pt x="2681" y="13520"/>
                  </a:lnTo>
                  <a:lnTo>
                    <a:pt x="2864" y="13690"/>
                  </a:lnTo>
                  <a:lnTo>
                    <a:pt x="3047" y="13834"/>
                  </a:lnTo>
                  <a:lnTo>
                    <a:pt x="3243" y="13978"/>
                  </a:lnTo>
                  <a:lnTo>
                    <a:pt x="3439" y="14109"/>
                  </a:lnTo>
                  <a:lnTo>
                    <a:pt x="3636" y="14226"/>
                  </a:lnTo>
                  <a:lnTo>
                    <a:pt x="3845" y="14344"/>
                  </a:lnTo>
                  <a:lnTo>
                    <a:pt x="4067" y="14436"/>
                  </a:lnTo>
                  <a:lnTo>
                    <a:pt x="4276" y="14527"/>
                  </a:lnTo>
                  <a:lnTo>
                    <a:pt x="4499" y="14606"/>
                  </a:lnTo>
                  <a:lnTo>
                    <a:pt x="4734" y="14671"/>
                  </a:lnTo>
                  <a:lnTo>
                    <a:pt x="4956" y="14736"/>
                  </a:lnTo>
                  <a:lnTo>
                    <a:pt x="5192" y="14776"/>
                  </a:lnTo>
                  <a:lnTo>
                    <a:pt x="5440" y="14815"/>
                  </a:lnTo>
                  <a:lnTo>
                    <a:pt x="5871" y="14841"/>
                  </a:lnTo>
                  <a:lnTo>
                    <a:pt x="6303" y="14867"/>
                  </a:lnTo>
                  <a:lnTo>
                    <a:pt x="6721" y="14867"/>
                  </a:lnTo>
                  <a:lnTo>
                    <a:pt x="7140" y="14841"/>
                  </a:lnTo>
                  <a:lnTo>
                    <a:pt x="7532" y="14802"/>
                  </a:lnTo>
                  <a:lnTo>
                    <a:pt x="7924" y="14750"/>
                  </a:lnTo>
                  <a:lnTo>
                    <a:pt x="8304" y="14671"/>
                  </a:lnTo>
                  <a:lnTo>
                    <a:pt x="8670" y="14580"/>
                  </a:lnTo>
                  <a:lnTo>
                    <a:pt x="9023" y="14475"/>
                  </a:lnTo>
                  <a:lnTo>
                    <a:pt x="9376" y="14357"/>
                  </a:lnTo>
                  <a:lnTo>
                    <a:pt x="9703" y="14213"/>
                  </a:lnTo>
                  <a:lnTo>
                    <a:pt x="10029" y="14057"/>
                  </a:lnTo>
                  <a:lnTo>
                    <a:pt x="10343" y="13887"/>
                  </a:lnTo>
                  <a:lnTo>
                    <a:pt x="10657" y="13703"/>
                  </a:lnTo>
                  <a:lnTo>
                    <a:pt x="10945" y="13507"/>
                  </a:lnTo>
                  <a:lnTo>
                    <a:pt x="11232" y="13298"/>
                  </a:lnTo>
                  <a:lnTo>
                    <a:pt x="11520" y="13076"/>
                  </a:lnTo>
                  <a:lnTo>
                    <a:pt x="11782" y="12840"/>
                  </a:lnTo>
                  <a:lnTo>
                    <a:pt x="12043" y="12592"/>
                  </a:lnTo>
                  <a:lnTo>
                    <a:pt x="12292" y="12331"/>
                  </a:lnTo>
                  <a:lnTo>
                    <a:pt x="12527" y="12069"/>
                  </a:lnTo>
                  <a:lnTo>
                    <a:pt x="12749" y="11781"/>
                  </a:lnTo>
                  <a:lnTo>
                    <a:pt x="12971" y="11494"/>
                  </a:lnTo>
                  <a:lnTo>
                    <a:pt x="13181" y="11193"/>
                  </a:lnTo>
                  <a:lnTo>
                    <a:pt x="13377" y="10892"/>
                  </a:lnTo>
                  <a:lnTo>
                    <a:pt x="13573" y="10578"/>
                  </a:lnTo>
                  <a:lnTo>
                    <a:pt x="13756" y="10252"/>
                  </a:lnTo>
                  <a:lnTo>
                    <a:pt x="13926" y="9912"/>
                  </a:lnTo>
                  <a:lnTo>
                    <a:pt x="14096" y="9572"/>
                  </a:lnTo>
                  <a:lnTo>
                    <a:pt x="14253" y="9232"/>
                  </a:lnTo>
                  <a:lnTo>
                    <a:pt x="14397" y="8879"/>
                  </a:lnTo>
                  <a:lnTo>
                    <a:pt x="14541" y="8526"/>
                  </a:lnTo>
                  <a:lnTo>
                    <a:pt x="14632" y="8996"/>
                  </a:lnTo>
                  <a:lnTo>
                    <a:pt x="14737" y="9454"/>
                  </a:lnTo>
                  <a:lnTo>
                    <a:pt x="14867" y="9912"/>
                  </a:lnTo>
                  <a:lnTo>
                    <a:pt x="15011" y="10369"/>
                  </a:lnTo>
                  <a:lnTo>
                    <a:pt x="15181" y="10814"/>
                  </a:lnTo>
                  <a:lnTo>
                    <a:pt x="15364" y="11245"/>
                  </a:lnTo>
                  <a:lnTo>
                    <a:pt x="15560" y="11677"/>
                  </a:lnTo>
                  <a:lnTo>
                    <a:pt x="15783" y="12095"/>
                  </a:lnTo>
                  <a:lnTo>
                    <a:pt x="16018" y="12501"/>
                  </a:lnTo>
                  <a:lnTo>
                    <a:pt x="16267" y="12893"/>
                  </a:lnTo>
                  <a:lnTo>
                    <a:pt x="16541" y="13272"/>
                  </a:lnTo>
                  <a:lnTo>
                    <a:pt x="16816" y="13638"/>
                  </a:lnTo>
                  <a:lnTo>
                    <a:pt x="17116" y="13978"/>
                  </a:lnTo>
                  <a:lnTo>
                    <a:pt x="17430" y="14305"/>
                  </a:lnTo>
                  <a:lnTo>
                    <a:pt x="17757" y="14619"/>
                  </a:lnTo>
                  <a:lnTo>
                    <a:pt x="18097" y="14906"/>
                  </a:lnTo>
                  <a:lnTo>
                    <a:pt x="18463" y="15181"/>
                  </a:lnTo>
                  <a:lnTo>
                    <a:pt x="18829" y="15429"/>
                  </a:lnTo>
                  <a:lnTo>
                    <a:pt x="19209" y="15665"/>
                  </a:lnTo>
                  <a:lnTo>
                    <a:pt x="19601" y="15874"/>
                  </a:lnTo>
                  <a:lnTo>
                    <a:pt x="20006" y="16044"/>
                  </a:lnTo>
                  <a:lnTo>
                    <a:pt x="20425" y="16201"/>
                  </a:lnTo>
                  <a:lnTo>
                    <a:pt x="20856" y="16332"/>
                  </a:lnTo>
                  <a:lnTo>
                    <a:pt x="21301" y="16436"/>
                  </a:lnTo>
                  <a:lnTo>
                    <a:pt x="21758" y="16502"/>
                  </a:lnTo>
                  <a:lnTo>
                    <a:pt x="22216" y="16541"/>
                  </a:lnTo>
                  <a:lnTo>
                    <a:pt x="22451" y="16554"/>
                  </a:lnTo>
                  <a:lnTo>
                    <a:pt x="22935" y="16554"/>
                  </a:lnTo>
                  <a:lnTo>
                    <a:pt x="23170" y="16541"/>
                  </a:lnTo>
                  <a:lnTo>
                    <a:pt x="23419" y="16515"/>
                  </a:lnTo>
                  <a:lnTo>
                    <a:pt x="23667" y="16489"/>
                  </a:lnTo>
                  <a:lnTo>
                    <a:pt x="23916" y="16449"/>
                  </a:lnTo>
                  <a:lnTo>
                    <a:pt x="24164" y="16397"/>
                  </a:lnTo>
                  <a:lnTo>
                    <a:pt x="24413" y="16345"/>
                  </a:lnTo>
                  <a:lnTo>
                    <a:pt x="24674" y="16279"/>
                  </a:lnTo>
                  <a:lnTo>
                    <a:pt x="24923" y="16201"/>
                  </a:lnTo>
                  <a:lnTo>
                    <a:pt x="25184" y="16109"/>
                  </a:lnTo>
                  <a:lnTo>
                    <a:pt x="25433" y="16031"/>
                  </a:lnTo>
                  <a:lnTo>
                    <a:pt x="25668" y="15926"/>
                  </a:lnTo>
                  <a:lnTo>
                    <a:pt x="25903" y="15822"/>
                  </a:lnTo>
                  <a:lnTo>
                    <a:pt x="26112" y="15704"/>
                  </a:lnTo>
                  <a:lnTo>
                    <a:pt x="26335" y="15586"/>
                  </a:lnTo>
                  <a:lnTo>
                    <a:pt x="26544" y="15456"/>
                  </a:lnTo>
                  <a:lnTo>
                    <a:pt x="26740" y="15325"/>
                  </a:lnTo>
                  <a:lnTo>
                    <a:pt x="26923" y="15181"/>
                  </a:lnTo>
                  <a:lnTo>
                    <a:pt x="27106" y="15037"/>
                  </a:lnTo>
                  <a:lnTo>
                    <a:pt x="27289" y="14880"/>
                  </a:lnTo>
                  <a:lnTo>
                    <a:pt x="27459" y="14710"/>
                  </a:lnTo>
                  <a:lnTo>
                    <a:pt x="27616" y="14540"/>
                  </a:lnTo>
                  <a:lnTo>
                    <a:pt x="27773" y="14370"/>
                  </a:lnTo>
                  <a:lnTo>
                    <a:pt x="27930" y="14187"/>
                  </a:lnTo>
                  <a:lnTo>
                    <a:pt x="28061" y="14004"/>
                  </a:lnTo>
                  <a:lnTo>
                    <a:pt x="28205" y="13821"/>
                  </a:lnTo>
                  <a:lnTo>
                    <a:pt x="28335" y="13625"/>
                  </a:lnTo>
                  <a:lnTo>
                    <a:pt x="28453" y="13416"/>
                  </a:lnTo>
                  <a:lnTo>
                    <a:pt x="28571" y="13220"/>
                  </a:lnTo>
                  <a:lnTo>
                    <a:pt x="28675" y="13010"/>
                  </a:lnTo>
                  <a:lnTo>
                    <a:pt x="28871" y="12579"/>
                  </a:lnTo>
                  <a:lnTo>
                    <a:pt x="29041" y="12134"/>
                  </a:lnTo>
                  <a:lnTo>
                    <a:pt x="29198" y="11677"/>
                  </a:lnTo>
                  <a:lnTo>
                    <a:pt x="29316" y="11206"/>
                  </a:lnTo>
                  <a:lnTo>
                    <a:pt x="29421" y="10722"/>
                  </a:lnTo>
                  <a:lnTo>
                    <a:pt x="29499" y="10225"/>
                  </a:lnTo>
                  <a:lnTo>
                    <a:pt x="29551" y="9742"/>
                  </a:lnTo>
                  <a:lnTo>
                    <a:pt x="29591" y="9232"/>
                  </a:lnTo>
                  <a:lnTo>
                    <a:pt x="29604" y="8735"/>
                  </a:lnTo>
                  <a:lnTo>
                    <a:pt x="29604" y="8225"/>
                  </a:lnTo>
                  <a:lnTo>
                    <a:pt x="29577" y="7728"/>
                  </a:lnTo>
                  <a:lnTo>
                    <a:pt x="29525" y="7218"/>
                  </a:lnTo>
                  <a:lnTo>
                    <a:pt x="29460" y="6721"/>
                  </a:lnTo>
                  <a:lnTo>
                    <a:pt x="29381" y="6237"/>
                  </a:lnTo>
                  <a:lnTo>
                    <a:pt x="29290" y="5753"/>
                  </a:lnTo>
                  <a:lnTo>
                    <a:pt x="29172" y="5270"/>
                  </a:lnTo>
                  <a:lnTo>
                    <a:pt x="29041" y="4812"/>
                  </a:lnTo>
                  <a:lnTo>
                    <a:pt x="28898" y="4354"/>
                  </a:lnTo>
                  <a:lnTo>
                    <a:pt x="28728" y="3923"/>
                  </a:lnTo>
                  <a:lnTo>
                    <a:pt x="28558" y="3491"/>
                  </a:lnTo>
                  <a:lnTo>
                    <a:pt x="28361" y="3099"/>
                  </a:lnTo>
                  <a:lnTo>
                    <a:pt x="28165" y="2707"/>
                  </a:lnTo>
                  <a:lnTo>
                    <a:pt x="28113" y="2641"/>
                  </a:lnTo>
                  <a:lnTo>
                    <a:pt x="28074" y="2576"/>
                  </a:lnTo>
                  <a:lnTo>
                    <a:pt x="28021" y="2537"/>
                  </a:lnTo>
                  <a:lnTo>
                    <a:pt x="27969" y="2485"/>
                  </a:lnTo>
                  <a:lnTo>
                    <a:pt x="27865" y="2432"/>
                  </a:lnTo>
                  <a:lnTo>
                    <a:pt x="27747" y="2393"/>
                  </a:lnTo>
                  <a:lnTo>
                    <a:pt x="27616" y="2393"/>
                  </a:lnTo>
                  <a:lnTo>
                    <a:pt x="27498" y="2406"/>
                  </a:lnTo>
                  <a:lnTo>
                    <a:pt x="27381" y="2445"/>
                  </a:lnTo>
                  <a:lnTo>
                    <a:pt x="27276" y="2511"/>
                  </a:lnTo>
                  <a:lnTo>
                    <a:pt x="27172" y="2589"/>
                  </a:lnTo>
                  <a:lnTo>
                    <a:pt x="27093" y="2694"/>
                  </a:lnTo>
                  <a:lnTo>
                    <a:pt x="27015" y="2798"/>
                  </a:lnTo>
                  <a:lnTo>
                    <a:pt x="26962" y="2916"/>
                  </a:lnTo>
                  <a:lnTo>
                    <a:pt x="26936" y="3047"/>
                  </a:lnTo>
                  <a:lnTo>
                    <a:pt x="26936" y="3191"/>
                  </a:lnTo>
                  <a:lnTo>
                    <a:pt x="26962" y="3321"/>
                  </a:lnTo>
                  <a:lnTo>
                    <a:pt x="26989" y="3400"/>
                  </a:lnTo>
                  <a:lnTo>
                    <a:pt x="27028" y="3465"/>
                  </a:lnTo>
                  <a:lnTo>
                    <a:pt x="27198" y="3779"/>
                  </a:lnTo>
                  <a:lnTo>
                    <a:pt x="27355" y="4093"/>
                  </a:lnTo>
                  <a:lnTo>
                    <a:pt x="27498" y="4420"/>
                  </a:lnTo>
                  <a:lnTo>
                    <a:pt x="27629" y="4760"/>
                  </a:lnTo>
                  <a:lnTo>
                    <a:pt x="27747" y="5100"/>
                  </a:lnTo>
                  <a:lnTo>
                    <a:pt x="27865" y="5440"/>
                  </a:lnTo>
                  <a:lnTo>
                    <a:pt x="27956" y="5793"/>
                  </a:lnTo>
                  <a:lnTo>
                    <a:pt x="28048" y="6159"/>
                  </a:lnTo>
                  <a:lnTo>
                    <a:pt x="28126" y="6512"/>
                  </a:lnTo>
                  <a:lnTo>
                    <a:pt x="28178" y="6878"/>
                  </a:lnTo>
                  <a:lnTo>
                    <a:pt x="28231" y="7244"/>
                  </a:lnTo>
                  <a:lnTo>
                    <a:pt x="28270" y="7610"/>
                  </a:lnTo>
                  <a:lnTo>
                    <a:pt x="28296" y="7976"/>
                  </a:lnTo>
                  <a:lnTo>
                    <a:pt x="28309" y="8342"/>
                  </a:lnTo>
                  <a:lnTo>
                    <a:pt x="28296" y="8709"/>
                  </a:lnTo>
                  <a:lnTo>
                    <a:pt x="28283" y="9075"/>
                  </a:lnTo>
                  <a:lnTo>
                    <a:pt x="28244" y="9441"/>
                  </a:lnTo>
                  <a:lnTo>
                    <a:pt x="28205" y="9807"/>
                  </a:lnTo>
                  <a:lnTo>
                    <a:pt x="28139" y="10160"/>
                  </a:lnTo>
                  <a:lnTo>
                    <a:pt x="28061" y="10526"/>
                  </a:lnTo>
                  <a:lnTo>
                    <a:pt x="27969" y="10866"/>
                  </a:lnTo>
                  <a:lnTo>
                    <a:pt x="27865" y="11219"/>
                  </a:lnTo>
                  <a:lnTo>
                    <a:pt x="27747" y="11546"/>
                  </a:lnTo>
                  <a:lnTo>
                    <a:pt x="27603" y="11886"/>
                  </a:lnTo>
                  <a:lnTo>
                    <a:pt x="27446" y="12200"/>
                  </a:lnTo>
                  <a:lnTo>
                    <a:pt x="27276" y="12514"/>
                  </a:lnTo>
                  <a:lnTo>
                    <a:pt x="27080" y="12827"/>
                  </a:lnTo>
                  <a:lnTo>
                    <a:pt x="26871" y="13115"/>
                  </a:lnTo>
                  <a:lnTo>
                    <a:pt x="26649" y="13403"/>
                  </a:lnTo>
                  <a:lnTo>
                    <a:pt x="26413" y="13677"/>
                  </a:lnTo>
                  <a:lnTo>
                    <a:pt x="26152" y="13939"/>
                  </a:lnTo>
                  <a:lnTo>
                    <a:pt x="25864" y="14187"/>
                  </a:lnTo>
                  <a:lnTo>
                    <a:pt x="25681" y="14331"/>
                  </a:lnTo>
                  <a:lnTo>
                    <a:pt x="25485" y="14462"/>
                  </a:lnTo>
                  <a:lnTo>
                    <a:pt x="25289" y="14593"/>
                  </a:lnTo>
                  <a:lnTo>
                    <a:pt x="25079" y="14697"/>
                  </a:lnTo>
                  <a:lnTo>
                    <a:pt x="24870" y="14802"/>
                  </a:lnTo>
                  <a:lnTo>
                    <a:pt x="24661" y="14893"/>
                  </a:lnTo>
                  <a:lnTo>
                    <a:pt x="24439" y="14972"/>
                  </a:lnTo>
                  <a:lnTo>
                    <a:pt x="24216" y="15037"/>
                  </a:lnTo>
                  <a:lnTo>
                    <a:pt x="23994" y="15089"/>
                  </a:lnTo>
                  <a:lnTo>
                    <a:pt x="23772" y="15129"/>
                  </a:lnTo>
                  <a:lnTo>
                    <a:pt x="23537" y="15168"/>
                  </a:lnTo>
                  <a:lnTo>
                    <a:pt x="23314" y="15181"/>
                  </a:lnTo>
                  <a:lnTo>
                    <a:pt x="23079" y="15194"/>
                  </a:lnTo>
                  <a:lnTo>
                    <a:pt x="22844" y="15207"/>
                  </a:lnTo>
                  <a:lnTo>
                    <a:pt x="22608" y="15194"/>
                  </a:lnTo>
                  <a:lnTo>
                    <a:pt x="22373" y="15181"/>
                  </a:lnTo>
                  <a:lnTo>
                    <a:pt x="22151" y="15155"/>
                  </a:lnTo>
                  <a:lnTo>
                    <a:pt x="21915" y="15129"/>
                  </a:lnTo>
                  <a:lnTo>
                    <a:pt x="21680" y="15089"/>
                  </a:lnTo>
                  <a:lnTo>
                    <a:pt x="21444" y="15037"/>
                  </a:lnTo>
                  <a:lnTo>
                    <a:pt x="21222" y="14972"/>
                  </a:lnTo>
                  <a:lnTo>
                    <a:pt x="21000" y="14920"/>
                  </a:lnTo>
                  <a:lnTo>
                    <a:pt x="20542" y="14763"/>
                  </a:lnTo>
                  <a:lnTo>
                    <a:pt x="20111" y="14580"/>
                  </a:lnTo>
                  <a:lnTo>
                    <a:pt x="19692" y="14383"/>
                  </a:lnTo>
                  <a:lnTo>
                    <a:pt x="19300" y="14161"/>
                  </a:lnTo>
                  <a:lnTo>
                    <a:pt x="18921" y="13913"/>
                  </a:lnTo>
                  <a:lnTo>
                    <a:pt x="18686" y="13730"/>
                  </a:lnTo>
                  <a:lnTo>
                    <a:pt x="18450" y="13547"/>
                  </a:lnTo>
                  <a:lnTo>
                    <a:pt x="18228" y="13350"/>
                  </a:lnTo>
                  <a:lnTo>
                    <a:pt x="18019" y="13141"/>
                  </a:lnTo>
                  <a:lnTo>
                    <a:pt x="17809" y="12919"/>
                  </a:lnTo>
                  <a:lnTo>
                    <a:pt x="17626" y="12697"/>
                  </a:lnTo>
                  <a:lnTo>
                    <a:pt x="17443" y="12461"/>
                  </a:lnTo>
                  <a:lnTo>
                    <a:pt x="17273" y="12226"/>
                  </a:lnTo>
                  <a:lnTo>
                    <a:pt x="17103" y="11977"/>
                  </a:lnTo>
                  <a:lnTo>
                    <a:pt x="16946" y="11729"/>
                  </a:lnTo>
                  <a:lnTo>
                    <a:pt x="16803" y="11468"/>
                  </a:lnTo>
                  <a:lnTo>
                    <a:pt x="16672" y="11206"/>
                  </a:lnTo>
                  <a:lnTo>
                    <a:pt x="16541" y="10931"/>
                  </a:lnTo>
                  <a:lnTo>
                    <a:pt x="16423" y="10657"/>
                  </a:lnTo>
                  <a:lnTo>
                    <a:pt x="16319" y="10382"/>
                  </a:lnTo>
                  <a:lnTo>
                    <a:pt x="16214" y="10095"/>
                  </a:lnTo>
                  <a:lnTo>
                    <a:pt x="16136" y="9807"/>
                  </a:lnTo>
                  <a:lnTo>
                    <a:pt x="16044" y="9519"/>
                  </a:lnTo>
                  <a:lnTo>
                    <a:pt x="15979" y="9232"/>
                  </a:lnTo>
                  <a:lnTo>
                    <a:pt x="15914" y="8931"/>
                  </a:lnTo>
                  <a:lnTo>
                    <a:pt x="15861" y="8643"/>
                  </a:lnTo>
                  <a:lnTo>
                    <a:pt x="15809" y="8342"/>
                  </a:lnTo>
                  <a:lnTo>
                    <a:pt x="15770" y="8042"/>
                  </a:lnTo>
                  <a:lnTo>
                    <a:pt x="15744" y="7754"/>
                  </a:lnTo>
                  <a:lnTo>
                    <a:pt x="15730" y="7453"/>
                  </a:lnTo>
                  <a:lnTo>
                    <a:pt x="15717" y="7153"/>
                  </a:lnTo>
                  <a:lnTo>
                    <a:pt x="15717" y="6865"/>
                  </a:lnTo>
                  <a:lnTo>
                    <a:pt x="15717" y="6564"/>
                  </a:lnTo>
                  <a:lnTo>
                    <a:pt x="15730" y="6277"/>
                  </a:lnTo>
                  <a:lnTo>
                    <a:pt x="15757" y="5989"/>
                  </a:lnTo>
                  <a:lnTo>
                    <a:pt x="15783" y="5701"/>
                  </a:lnTo>
                  <a:lnTo>
                    <a:pt x="15822" y="5414"/>
                  </a:lnTo>
                  <a:lnTo>
                    <a:pt x="15835" y="5322"/>
                  </a:lnTo>
                  <a:lnTo>
                    <a:pt x="15822" y="5230"/>
                  </a:lnTo>
                  <a:lnTo>
                    <a:pt x="15809" y="5139"/>
                  </a:lnTo>
                  <a:lnTo>
                    <a:pt x="15783" y="5060"/>
                  </a:lnTo>
                  <a:lnTo>
                    <a:pt x="15757" y="4995"/>
                  </a:lnTo>
                  <a:lnTo>
                    <a:pt x="15717" y="4917"/>
                  </a:lnTo>
                  <a:lnTo>
                    <a:pt x="15665" y="4864"/>
                  </a:lnTo>
                  <a:lnTo>
                    <a:pt x="15613" y="4812"/>
                  </a:lnTo>
                  <a:lnTo>
                    <a:pt x="15547" y="4760"/>
                  </a:lnTo>
                  <a:lnTo>
                    <a:pt x="15482" y="4721"/>
                  </a:lnTo>
                  <a:lnTo>
                    <a:pt x="15404" y="4681"/>
                  </a:lnTo>
                  <a:lnTo>
                    <a:pt x="15338" y="4655"/>
                  </a:lnTo>
                  <a:lnTo>
                    <a:pt x="15181" y="4629"/>
                  </a:lnTo>
                  <a:lnTo>
                    <a:pt x="15024" y="4629"/>
                  </a:lnTo>
                  <a:lnTo>
                    <a:pt x="14881" y="4564"/>
                  </a:lnTo>
                  <a:lnTo>
                    <a:pt x="14724" y="4537"/>
                  </a:lnTo>
                  <a:lnTo>
                    <a:pt x="14567" y="4537"/>
                  </a:lnTo>
                  <a:lnTo>
                    <a:pt x="14501" y="4551"/>
                  </a:lnTo>
                  <a:lnTo>
                    <a:pt x="14423" y="4577"/>
                  </a:lnTo>
                  <a:lnTo>
                    <a:pt x="14358" y="4603"/>
                  </a:lnTo>
                  <a:lnTo>
                    <a:pt x="14292" y="4642"/>
                  </a:lnTo>
                  <a:lnTo>
                    <a:pt x="14227" y="4694"/>
                  </a:lnTo>
                  <a:lnTo>
                    <a:pt x="14174" y="4747"/>
                  </a:lnTo>
                  <a:lnTo>
                    <a:pt x="14135" y="4812"/>
                  </a:lnTo>
                  <a:lnTo>
                    <a:pt x="14096" y="4890"/>
                  </a:lnTo>
                  <a:lnTo>
                    <a:pt x="14057" y="4969"/>
                  </a:lnTo>
                  <a:lnTo>
                    <a:pt x="14031" y="5074"/>
                  </a:lnTo>
                  <a:lnTo>
                    <a:pt x="13900" y="5845"/>
                  </a:lnTo>
                  <a:lnTo>
                    <a:pt x="13821" y="6224"/>
                  </a:lnTo>
                  <a:lnTo>
                    <a:pt x="13730" y="6603"/>
                  </a:lnTo>
                  <a:lnTo>
                    <a:pt x="13638" y="6970"/>
                  </a:lnTo>
                  <a:lnTo>
                    <a:pt x="13534" y="7336"/>
                  </a:lnTo>
                  <a:lnTo>
                    <a:pt x="13429" y="7689"/>
                  </a:lnTo>
                  <a:lnTo>
                    <a:pt x="13311" y="8042"/>
                  </a:lnTo>
                  <a:lnTo>
                    <a:pt x="13181" y="8382"/>
                  </a:lnTo>
                  <a:lnTo>
                    <a:pt x="13050" y="8722"/>
                  </a:lnTo>
                  <a:lnTo>
                    <a:pt x="12906" y="9049"/>
                  </a:lnTo>
                  <a:lnTo>
                    <a:pt x="12749" y="9362"/>
                  </a:lnTo>
                  <a:lnTo>
                    <a:pt x="12592" y="9676"/>
                  </a:lnTo>
                  <a:lnTo>
                    <a:pt x="12422" y="9977"/>
                  </a:lnTo>
                  <a:lnTo>
                    <a:pt x="12239" y="10265"/>
                  </a:lnTo>
                  <a:lnTo>
                    <a:pt x="12043" y="10552"/>
                  </a:lnTo>
                  <a:lnTo>
                    <a:pt x="11834" y="10827"/>
                  </a:lnTo>
                  <a:lnTo>
                    <a:pt x="11612" y="11088"/>
                  </a:lnTo>
                  <a:lnTo>
                    <a:pt x="11376" y="11337"/>
                  </a:lnTo>
                  <a:lnTo>
                    <a:pt x="11141" y="11572"/>
                  </a:lnTo>
                  <a:lnTo>
                    <a:pt x="10879" y="11794"/>
                  </a:lnTo>
                  <a:lnTo>
                    <a:pt x="10618" y="12017"/>
                  </a:lnTo>
                  <a:lnTo>
                    <a:pt x="10330" y="12226"/>
                  </a:lnTo>
                  <a:lnTo>
                    <a:pt x="10043" y="12409"/>
                  </a:lnTo>
                  <a:lnTo>
                    <a:pt x="9729" y="12592"/>
                  </a:lnTo>
                  <a:lnTo>
                    <a:pt x="9402" y="12762"/>
                  </a:lnTo>
                  <a:lnTo>
                    <a:pt x="9062" y="12906"/>
                  </a:lnTo>
                  <a:lnTo>
                    <a:pt x="8709" y="13050"/>
                  </a:lnTo>
                  <a:lnTo>
                    <a:pt x="8343" y="13167"/>
                  </a:lnTo>
                  <a:lnTo>
                    <a:pt x="7964" y="13285"/>
                  </a:lnTo>
                  <a:lnTo>
                    <a:pt x="7558" y="13377"/>
                  </a:lnTo>
                  <a:lnTo>
                    <a:pt x="7140" y="13455"/>
                  </a:lnTo>
                  <a:lnTo>
                    <a:pt x="6904" y="13481"/>
                  </a:lnTo>
                  <a:lnTo>
                    <a:pt x="6669" y="13507"/>
                  </a:lnTo>
                  <a:lnTo>
                    <a:pt x="6447" y="13520"/>
                  </a:lnTo>
                  <a:lnTo>
                    <a:pt x="6211" y="13507"/>
                  </a:lnTo>
                  <a:lnTo>
                    <a:pt x="6002" y="13494"/>
                  </a:lnTo>
                  <a:lnTo>
                    <a:pt x="5780" y="13455"/>
                  </a:lnTo>
                  <a:lnTo>
                    <a:pt x="5584" y="13416"/>
                  </a:lnTo>
                  <a:lnTo>
                    <a:pt x="5375" y="13364"/>
                  </a:lnTo>
                  <a:lnTo>
                    <a:pt x="5178" y="13298"/>
                  </a:lnTo>
                  <a:lnTo>
                    <a:pt x="4982" y="13220"/>
                  </a:lnTo>
                  <a:lnTo>
                    <a:pt x="4799" y="13141"/>
                  </a:lnTo>
                  <a:lnTo>
                    <a:pt x="4616" y="13037"/>
                  </a:lnTo>
                  <a:lnTo>
                    <a:pt x="4446" y="12932"/>
                  </a:lnTo>
                  <a:lnTo>
                    <a:pt x="4263" y="12814"/>
                  </a:lnTo>
                  <a:lnTo>
                    <a:pt x="4106" y="12684"/>
                  </a:lnTo>
                  <a:lnTo>
                    <a:pt x="3949" y="12553"/>
                  </a:lnTo>
                  <a:lnTo>
                    <a:pt x="3792" y="12409"/>
                  </a:lnTo>
                  <a:lnTo>
                    <a:pt x="3636" y="12252"/>
                  </a:lnTo>
                  <a:lnTo>
                    <a:pt x="3492" y="12082"/>
                  </a:lnTo>
                  <a:lnTo>
                    <a:pt x="3361" y="11912"/>
                  </a:lnTo>
                  <a:lnTo>
                    <a:pt x="3230" y="11742"/>
                  </a:lnTo>
                  <a:lnTo>
                    <a:pt x="3099" y="11546"/>
                  </a:lnTo>
                  <a:lnTo>
                    <a:pt x="2982" y="11350"/>
                  </a:lnTo>
                  <a:lnTo>
                    <a:pt x="2864" y="11154"/>
                  </a:lnTo>
                  <a:lnTo>
                    <a:pt x="2759" y="10945"/>
                  </a:lnTo>
                  <a:lnTo>
                    <a:pt x="2655" y="10735"/>
                  </a:lnTo>
                  <a:lnTo>
                    <a:pt x="2459" y="10291"/>
                  </a:lnTo>
                  <a:lnTo>
                    <a:pt x="2302" y="9820"/>
                  </a:lnTo>
                  <a:lnTo>
                    <a:pt x="2158" y="9323"/>
                  </a:lnTo>
                  <a:lnTo>
                    <a:pt x="2040" y="8826"/>
                  </a:lnTo>
                  <a:lnTo>
                    <a:pt x="1949" y="8303"/>
                  </a:lnTo>
                  <a:lnTo>
                    <a:pt x="1870" y="7767"/>
                  </a:lnTo>
                  <a:lnTo>
                    <a:pt x="1831" y="7218"/>
                  </a:lnTo>
                  <a:lnTo>
                    <a:pt x="1818" y="6669"/>
                  </a:lnTo>
                  <a:lnTo>
                    <a:pt x="1818" y="6107"/>
                  </a:lnTo>
                  <a:lnTo>
                    <a:pt x="1857" y="5544"/>
                  </a:lnTo>
                  <a:lnTo>
                    <a:pt x="1910" y="4982"/>
                  </a:lnTo>
                  <a:lnTo>
                    <a:pt x="2001" y="4407"/>
                  </a:lnTo>
                  <a:lnTo>
                    <a:pt x="2106" y="3858"/>
                  </a:lnTo>
                  <a:lnTo>
                    <a:pt x="2250" y="3295"/>
                  </a:lnTo>
                  <a:lnTo>
                    <a:pt x="2406" y="2746"/>
                  </a:lnTo>
                  <a:lnTo>
                    <a:pt x="2603" y="2210"/>
                  </a:lnTo>
                  <a:lnTo>
                    <a:pt x="2825" y="1687"/>
                  </a:lnTo>
                  <a:lnTo>
                    <a:pt x="2943" y="1425"/>
                  </a:lnTo>
                  <a:lnTo>
                    <a:pt x="3073" y="1177"/>
                  </a:lnTo>
                  <a:lnTo>
                    <a:pt x="3204" y="929"/>
                  </a:lnTo>
                  <a:lnTo>
                    <a:pt x="3348" y="680"/>
                  </a:lnTo>
                  <a:lnTo>
                    <a:pt x="3413" y="549"/>
                  </a:lnTo>
                  <a:lnTo>
                    <a:pt x="3439" y="419"/>
                  </a:lnTo>
                  <a:lnTo>
                    <a:pt x="3439" y="366"/>
                  </a:lnTo>
                  <a:lnTo>
                    <a:pt x="3439" y="314"/>
                  </a:lnTo>
                  <a:lnTo>
                    <a:pt x="3400" y="223"/>
                  </a:lnTo>
                  <a:lnTo>
                    <a:pt x="3348" y="144"/>
                  </a:lnTo>
                  <a:lnTo>
                    <a:pt x="3269" y="92"/>
                  </a:lnTo>
                  <a:lnTo>
                    <a:pt x="3165" y="39"/>
                  </a:lnTo>
                  <a:lnTo>
                    <a:pt x="3047" y="13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73;p38">
              <a:extLst>
                <a:ext uri="{FF2B5EF4-FFF2-40B4-BE49-F238E27FC236}">
                  <a16:creationId xmlns:a16="http://schemas.microsoft.com/office/drawing/2014/main" id="{D2466FC0-8179-A458-2AED-2191E84061E7}"/>
                </a:ext>
              </a:extLst>
            </p:cNvPr>
            <p:cNvSpPr/>
            <p:nvPr/>
          </p:nvSpPr>
          <p:spPr>
            <a:xfrm>
              <a:off x="4403950" y="1734300"/>
              <a:ext cx="312200" cy="227200"/>
            </a:xfrm>
            <a:custGeom>
              <a:avLst/>
              <a:gdLst/>
              <a:ahLst/>
              <a:cxnLst/>
              <a:rect l="l" t="t" r="r" b="b"/>
              <a:pathLst>
                <a:path w="12488" h="9088" extrusionOk="0">
                  <a:moveTo>
                    <a:pt x="5231" y="0"/>
                  </a:moveTo>
                  <a:lnTo>
                    <a:pt x="4917" y="13"/>
                  </a:lnTo>
                  <a:lnTo>
                    <a:pt x="4629" y="39"/>
                  </a:lnTo>
                  <a:lnTo>
                    <a:pt x="4328" y="66"/>
                  </a:lnTo>
                  <a:lnTo>
                    <a:pt x="4041" y="105"/>
                  </a:lnTo>
                  <a:lnTo>
                    <a:pt x="3766" y="144"/>
                  </a:lnTo>
                  <a:lnTo>
                    <a:pt x="3492" y="196"/>
                  </a:lnTo>
                  <a:lnTo>
                    <a:pt x="3217" y="262"/>
                  </a:lnTo>
                  <a:lnTo>
                    <a:pt x="2955" y="327"/>
                  </a:lnTo>
                  <a:lnTo>
                    <a:pt x="2707" y="392"/>
                  </a:lnTo>
                  <a:lnTo>
                    <a:pt x="2459" y="471"/>
                  </a:lnTo>
                  <a:lnTo>
                    <a:pt x="2236" y="562"/>
                  </a:lnTo>
                  <a:lnTo>
                    <a:pt x="2001" y="654"/>
                  </a:lnTo>
                  <a:lnTo>
                    <a:pt x="1792" y="759"/>
                  </a:lnTo>
                  <a:lnTo>
                    <a:pt x="1582" y="863"/>
                  </a:lnTo>
                  <a:lnTo>
                    <a:pt x="1386" y="968"/>
                  </a:lnTo>
                  <a:lnTo>
                    <a:pt x="1203" y="1085"/>
                  </a:lnTo>
                  <a:lnTo>
                    <a:pt x="1033" y="1203"/>
                  </a:lnTo>
                  <a:lnTo>
                    <a:pt x="876" y="1334"/>
                  </a:lnTo>
                  <a:lnTo>
                    <a:pt x="720" y="1465"/>
                  </a:lnTo>
                  <a:lnTo>
                    <a:pt x="589" y="1595"/>
                  </a:lnTo>
                  <a:lnTo>
                    <a:pt x="471" y="1739"/>
                  </a:lnTo>
                  <a:lnTo>
                    <a:pt x="353" y="1883"/>
                  </a:lnTo>
                  <a:lnTo>
                    <a:pt x="262" y="2027"/>
                  </a:lnTo>
                  <a:lnTo>
                    <a:pt x="183" y="2184"/>
                  </a:lnTo>
                  <a:lnTo>
                    <a:pt x="118" y="2341"/>
                  </a:lnTo>
                  <a:lnTo>
                    <a:pt x="66" y="2498"/>
                  </a:lnTo>
                  <a:lnTo>
                    <a:pt x="26" y="2668"/>
                  </a:lnTo>
                  <a:lnTo>
                    <a:pt x="0" y="2838"/>
                  </a:lnTo>
                  <a:lnTo>
                    <a:pt x="0" y="3008"/>
                  </a:lnTo>
                  <a:lnTo>
                    <a:pt x="13" y="3204"/>
                  </a:lnTo>
                  <a:lnTo>
                    <a:pt x="53" y="3400"/>
                  </a:lnTo>
                  <a:lnTo>
                    <a:pt x="105" y="3609"/>
                  </a:lnTo>
                  <a:lnTo>
                    <a:pt x="183" y="3818"/>
                  </a:lnTo>
                  <a:lnTo>
                    <a:pt x="275" y="4054"/>
                  </a:lnTo>
                  <a:lnTo>
                    <a:pt x="380" y="4276"/>
                  </a:lnTo>
                  <a:lnTo>
                    <a:pt x="497" y="4511"/>
                  </a:lnTo>
                  <a:lnTo>
                    <a:pt x="641" y="4760"/>
                  </a:lnTo>
                  <a:lnTo>
                    <a:pt x="785" y="5008"/>
                  </a:lnTo>
                  <a:lnTo>
                    <a:pt x="942" y="5243"/>
                  </a:lnTo>
                  <a:lnTo>
                    <a:pt x="1125" y="5492"/>
                  </a:lnTo>
                  <a:lnTo>
                    <a:pt x="1308" y="5753"/>
                  </a:lnTo>
                  <a:lnTo>
                    <a:pt x="1504" y="5989"/>
                  </a:lnTo>
                  <a:lnTo>
                    <a:pt x="1700" y="6237"/>
                  </a:lnTo>
                  <a:lnTo>
                    <a:pt x="1922" y="6486"/>
                  </a:lnTo>
                  <a:lnTo>
                    <a:pt x="2145" y="6721"/>
                  </a:lnTo>
                  <a:lnTo>
                    <a:pt x="2367" y="6956"/>
                  </a:lnTo>
                  <a:lnTo>
                    <a:pt x="2602" y="7179"/>
                  </a:lnTo>
                  <a:lnTo>
                    <a:pt x="2838" y="7401"/>
                  </a:lnTo>
                  <a:lnTo>
                    <a:pt x="3086" y="7610"/>
                  </a:lnTo>
                  <a:lnTo>
                    <a:pt x="3335" y="7819"/>
                  </a:lnTo>
                  <a:lnTo>
                    <a:pt x="3583" y="8002"/>
                  </a:lnTo>
                  <a:lnTo>
                    <a:pt x="3831" y="8185"/>
                  </a:lnTo>
                  <a:lnTo>
                    <a:pt x="4080" y="8355"/>
                  </a:lnTo>
                  <a:lnTo>
                    <a:pt x="4328" y="8512"/>
                  </a:lnTo>
                  <a:lnTo>
                    <a:pt x="4590" y="8643"/>
                  </a:lnTo>
                  <a:lnTo>
                    <a:pt x="4838" y="8774"/>
                  </a:lnTo>
                  <a:lnTo>
                    <a:pt x="5087" y="8878"/>
                  </a:lnTo>
                  <a:lnTo>
                    <a:pt x="5335" y="8957"/>
                  </a:lnTo>
                  <a:lnTo>
                    <a:pt x="5571" y="9035"/>
                  </a:lnTo>
                  <a:lnTo>
                    <a:pt x="5806" y="9075"/>
                  </a:lnTo>
                  <a:lnTo>
                    <a:pt x="5963" y="9088"/>
                  </a:lnTo>
                  <a:lnTo>
                    <a:pt x="6146" y="9088"/>
                  </a:lnTo>
                  <a:lnTo>
                    <a:pt x="6342" y="9048"/>
                  </a:lnTo>
                  <a:lnTo>
                    <a:pt x="6551" y="9009"/>
                  </a:lnTo>
                  <a:lnTo>
                    <a:pt x="6787" y="8931"/>
                  </a:lnTo>
                  <a:lnTo>
                    <a:pt x="7022" y="8852"/>
                  </a:lnTo>
                  <a:lnTo>
                    <a:pt x="7270" y="8735"/>
                  </a:lnTo>
                  <a:lnTo>
                    <a:pt x="7519" y="8617"/>
                  </a:lnTo>
                  <a:lnTo>
                    <a:pt x="7780" y="8486"/>
                  </a:lnTo>
                  <a:lnTo>
                    <a:pt x="8055" y="8329"/>
                  </a:lnTo>
                  <a:lnTo>
                    <a:pt x="8329" y="8172"/>
                  </a:lnTo>
                  <a:lnTo>
                    <a:pt x="8604" y="8002"/>
                  </a:lnTo>
                  <a:lnTo>
                    <a:pt x="9153" y="7623"/>
                  </a:lnTo>
                  <a:lnTo>
                    <a:pt x="9702" y="7205"/>
                  </a:lnTo>
                  <a:lnTo>
                    <a:pt x="10239" y="6773"/>
                  </a:lnTo>
                  <a:lnTo>
                    <a:pt x="10500" y="6551"/>
                  </a:lnTo>
                  <a:lnTo>
                    <a:pt x="10748" y="6329"/>
                  </a:lnTo>
                  <a:lnTo>
                    <a:pt x="10984" y="6093"/>
                  </a:lnTo>
                  <a:lnTo>
                    <a:pt x="11206" y="5871"/>
                  </a:lnTo>
                  <a:lnTo>
                    <a:pt x="11415" y="5636"/>
                  </a:lnTo>
                  <a:lnTo>
                    <a:pt x="11611" y="5413"/>
                  </a:lnTo>
                  <a:lnTo>
                    <a:pt x="11795" y="5191"/>
                  </a:lnTo>
                  <a:lnTo>
                    <a:pt x="11951" y="4969"/>
                  </a:lnTo>
                  <a:lnTo>
                    <a:pt x="12095" y="4747"/>
                  </a:lnTo>
                  <a:lnTo>
                    <a:pt x="12226" y="4537"/>
                  </a:lnTo>
                  <a:lnTo>
                    <a:pt x="12331" y="4341"/>
                  </a:lnTo>
                  <a:lnTo>
                    <a:pt x="12409" y="4145"/>
                  </a:lnTo>
                  <a:lnTo>
                    <a:pt x="12461" y="3962"/>
                  </a:lnTo>
                  <a:lnTo>
                    <a:pt x="12488" y="3779"/>
                  </a:lnTo>
                  <a:lnTo>
                    <a:pt x="12488" y="3609"/>
                  </a:lnTo>
                  <a:lnTo>
                    <a:pt x="12474" y="3439"/>
                  </a:lnTo>
                  <a:lnTo>
                    <a:pt x="12448" y="3282"/>
                  </a:lnTo>
                  <a:lnTo>
                    <a:pt x="12409" y="3112"/>
                  </a:lnTo>
                  <a:lnTo>
                    <a:pt x="12344" y="2942"/>
                  </a:lnTo>
                  <a:lnTo>
                    <a:pt x="12278" y="2785"/>
                  </a:lnTo>
                  <a:lnTo>
                    <a:pt x="12187" y="2628"/>
                  </a:lnTo>
                  <a:lnTo>
                    <a:pt x="12095" y="2471"/>
                  </a:lnTo>
                  <a:lnTo>
                    <a:pt x="11978" y="2315"/>
                  </a:lnTo>
                  <a:lnTo>
                    <a:pt x="11847" y="2158"/>
                  </a:lnTo>
                  <a:lnTo>
                    <a:pt x="11703" y="2014"/>
                  </a:lnTo>
                  <a:lnTo>
                    <a:pt x="11559" y="1870"/>
                  </a:lnTo>
                  <a:lnTo>
                    <a:pt x="11389" y="1726"/>
                  </a:lnTo>
                  <a:lnTo>
                    <a:pt x="11219" y="1582"/>
                  </a:lnTo>
                  <a:lnTo>
                    <a:pt x="11023" y="1452"/>
                  </a:lnTo>
                  <a:lnTo>
                    <a:pt x="10827" y="1321"/>
                  </a:lnTo>
                  <a:lnTo>
                    <a:pt x="10618" y="1203"/>
                  </a:lnTo>
                  <a:lnTo>
                    <a:pt x="10409" y="1085"/>
                  </a:lnTo>
                  <a:lnTo>
                    <a:pt x="10173" y="968"/>
                  </a:lnTo>
                  <a:lnTo>
                    <a:pt x="9938" y="850"/>
                  </a:lnTo>
                  <a:lnTo>
                    <a:pt x="9689" y="745"/>
                  </a:lnTo>
                  <a:lnTo>
                    <a:pt x="9428" y="654"/>
                  </a:lnTo>
                  <a:lnTo>
                    <a:pt x="9166" y="562"/>
                  </a:lnTo>
                  <a:lnTo>
                    <a:pt x="8905" y="471"/>
                  </a:lnTo>
                  <a:lnTo>
                    <a:pt x="8617" y="392"/>
                  </a:lnTo>
                  <a:lnTo>
                    <a:pt x="8329" y="314"/>
                  </a:lnTo>
                  <a:lnTo>
                    <a:pt x="8042" y="249"/>
                  </a:lnTo>
                  <a:lnTo>
                    <a:pt x="7741" y="196"/>
                  </a:lnTo>
                  <a:lnTo>
                    <a:pt x="7440" y="144"/>
                  </a:lnTo>
                  <a:lnTo>
                    <a:pt x="7127" y="92"/>
                  </a:lnTo>
                  <a:lnTo>
                    <a:pt x="6813" y="66"/>
                  </a:lnTo>
                  <a:lnTo>
                    <a:pt x="6486" y="26"/>
                  </a:lnTo>
                  <a:lnTo>
                    <a:pt x="6172" y="13"/>
                  </a:lnTo>
                  <a:lnTo>
                    <a:pt x="5845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74;p38">
              <a:extLst>
                <a:ext uri="{FF2B5EF4-FFF2-40B4-BE49-F238E27FC236}">
                  <a16:creationId xmlns:a16="http://schemas.microsoft.com/office/drawing/2014/main" id="{0DFF1883-C07F-1366-1790-B4A1D75A2551}"/>
                </a:ext>
              </a:extLst>
            </p:cNvPr>
            <p:cNvSpPr/>
            <p:nvPr/>
          </p:nvSpPr>
          <p:spPr>
            <a:xfrm>
              <a:off x="4867800" y="1375700"/>
              <a:ext cx="205325" cy="153325"/>
            </a:xfrm>
            <a:custGeom>
              <a:avLst/>
              <a:gdLst/>
              <a:ahLst/>
              <a:cxnLst/>
              <a:rect l="l" t="t" r="r" b="b"/>
              <a:pathLst>
                <a:path w="8213" h="6133" extrusionOk="0">
                  <a:moveTo>
                    <a:pt x="4119" y="0"/>
                  </a:moveTo>
                  <a:lnTo>
                    <a:pt x="3858" y="26"/>
                  </a:lnTo>
                  <a:lnTo>
                    <a:pt x="3583" y="66"/>
                  </a:lnTo>
                  <a:lnTo>
                    <a:pt x="3309" y="118"/>
                  </a:lnTo>
                  <a:lnTo>
                    <a:pt x="3073" y="170"/>
                  </a:lnTo>
                  <a:lnTo>
                    <a:pt x="2851" y="249"/>
                  </a:lnTo>
                  <a:lnTo>
                    <a:pt x="2629" y="327"/>
                  </a:lnTo>
                  <a:lnTo>
                    <a:pt x="2420" y="419"/>
                  </a:lnTo>
                  <a:lnTo>
                    <a:pt x="2210" y="510"/>
                  </a:lnTo>
                  <a:lnTo>
                    <a:pt x="2014" y="628"/>
                  </a:lnTo>
                  <a:lnTo>
                    <a:pt x="1831" y="745"/>
                  </a:lnTo>
                  <a:lnTo>
                    <a:pt x="1635" y="876"/>
                  </a:lnTo>
                  <a:lnTo>
                    <a:pt x="1465" y="1007"/>
                  </a:lnTo>
                  <a:lnTo>
                    <a:pt x="1295" y="1151"/>
                  </a:lnTo>
                  <a:lnTo>
                    <a:pt x="1138" y="1308"/>
                  </a:lnTo>
                  <a:lnTo>
                    <a:pt x="994" y="1465"/>
                  </a:lnTo>
                  <a:lnTo>
                    <a:pt x="851" y="1635"/>
                  </a:lnTo>
                  <a:lnTo>
                    <a:pt x="720" y="1805"/>
                  </a:lnTo>
                  <a:lnTo>
                    <a:pt x="589" y="1988"/>
                  </a:lnTo>
                  <a:lnTo>
                    <a:pt x="484" y="2171"/>
                  </a:lnTo>
                  <a:lnTo>
                    <a:pt x="380" y="2367"/>
                  </a:lnTo>
                  <a:lnTo>
                    <a:pt x="288" y="2563"/>
                  </a:lnTo>
                  <a:lnTo>
                    <a:pt x="210" y="2759"/>
                  </a:lnTo>
                  <a:lnTo>
                    <a:pt x="144" y="2968"/>
                  </a:lnTo>
                  <a:lnTo>
                    <a:pt x="92" y="3178"/>
                  </a:lnTo>
                  <a:lnTo>
                    <a:pt x="53" y="3387"/>
                  </a:lnTo>
                  <a:lnTo>
                    <a:pt x="14" y="3596"/>
                  </a:lnTo>
                  <a:lnTo>
                    <a:pt x="1" y="3818"/>
                  </a:lnTo>
                  <a:lnTo>
                    <a:pt x="1" y="4041"/>
                  </a:lnTo>
                  <a:lnTo>
                    <a:pt x="14" y="4263"/>
                  </a:lnTo>
                  <a:lnTo>
                    <a:pt x="27" y="4485"/>
                  </a:lnTo>
                  <a:lnTo>
                    <a:pt x="66" y="4707"/>
                  </a:lnTo>
                  <a:lnTo>
                    <a:pt x="118" y="4943"/>
                  </a:lnTo>
                  <a:lnTo>
                    <a:pt x="184" y="5165"/>
                  </a:lnTo>
                  <a:lnTo>
                    <a:pt x="262" y="5387"/>
                  </a:lnTo>
                  <a:lnTo>
                    <a:pt x="367" y="5623"/>
                  </a:lnTo>
                  <a:lnTo>
                    <a:pt x="406" y="5701"/>
                  </a:lnTo>
                  <a:lnTo>
                    <a:pt x="458" y="5780"/>
                  </a:lnTo>
                  <a:lnTo>
                    <a:pt x="524" y="5858"/>
                  </a:lnTo>
                  <a:lnTo>
                    <a:pt x="576" y="5910"/>
                  </a:lnTo>
                  <a:lnTo>
                    <a:pt x="654" y="5976"/>
                  </a:lnTo>
                  <a:lnTo>
                    <a:pt x="720" y="6015"/>
                  </a:lnTo>
                  <a:lnTo>
                    <a:pt x="798" y="6054"/>
                  </a:lnTo>
                  <a:lnTo>
                    <a:pt x="864" y="6080"/>
                  </a:lnTo>
                  <a:lnTo>
                    <a:pt x="1034" y="6120"/>
                  </a:lnTo>
                  <a:lnTo>
                    <a:pt x="1190" y="6133"/>
                  </a:lnTo>
                  <a:lnTo>
                    <a:pt x="1347" y="6120"/>
                  </a:lnTo>
                  <a:lnTo>
                    <a:pt x="1504" y="6080"/>
                  </a:lnTo>
                  <a:lnTo>
                    <a:pt x="1648" y="6015"/>
                  </a:lnTo>
                  <a:lnTo>
                    <a:pt x="1779" y="5937"/>
                  </a:lnTo>
                  <a:lnTo>
                    <a:pt x="1897" y="5832"/>
                  </a:lnTo>
                  <a:lnTo>
                    <a:pt x="1936" y="5767"/>
                  </a:lnTo>
                  <a:lnTo>
                    <a:pt x="1975" y="5701"/>
                  </a:lnTo>
                  <a:lnTo>
                    <a:pt x="2001" y="5636"/>
                  </a:lnTo>
                  <a:lnTo>
                    <a:pt x="2027" y="5570"/>
                  </a:lnTo>
                  <a:lnTo>
                    <a:pt x="2040" y="5492"/>
                  </a:lnTo>
                  <a:lnTo>
                    <a:pt x="2053" y="5413"/>
                  </a:lnTo>
                  <a:lnTo>
                    <a:pt x="2040" y="5322"/>
                  </a:lnTo>
                  <a:lnTo>
                    <a:pt x="2027" y="5244"/>
                  </a:lnTo>
                  <a:lnTo>
                    <a:pt x="2001" y="5152"/>
                  </a:lnTo>
                  <a:lnTo>
                    <a:pt x="1975" y="5060"/>
                  </a:lnTo>
                  <a:lnTo>
                    <a:pt x="1857" y="4786"/>
                  </a:lnTo>
                  <a:lnTo>
                    <a:pt x="1779" y="4511"/>
                  </a:lnTo>
                  <a:lnTo>
                    <a:pt x="1727" y="4250"/>
                  </a:lnTo>
                  <a:lnTo>
                    <a:pt x="1714" y="4001"/>
                  </a:lnTo>
                  <a:lnTo>
                    <a:pt x="1727" y="3753"/>
                  </a:lnTo>
                  <a:lnTo>
                    <a:pt x="1766" y="3504"/>
                  </a:lnTo>
                  <a:lnTo>
                    <a:pt x="1831" y="3282"/>
                  </a:lnTo>
                  <a:lnTo>
                    <a:pt x="1923" y="3060"/>
                  </a:lnTo>
                  <a:lnTo>
                    <a:pt x="2053" y="2851"/>
                  </a:lnTo>
                  <a:lnTo>
                    <a:pt x="2197" y="2655"/>
                  </a:lnTo>
                  <a:lnTo>
                    <a:pt x="2367" y="2485"/>
                  </a:lnTo>
                  <a:lnTo>
                    <a:pt x="2550" y="2315"/>
                  </a:lnTo>
                  <a:lnTo>
                    <a:pt x="2773" y="2158"/>
                  </a:lnTo>
                  <a:lnTo>
                    <a:pt x="3008" y="2027"/>
                  </a:lnTo>
                  <a:lnTo>
                    <a:pt x="3256" y="1909"/>
                  </a:lnTo>
                  <a:lnTo>
                    <a:pt x="3531" y="1805"/>
                  </a:lnTo>
                  <a:lnTo>
                    <a:pt x="3714" y="1752"/>
                  </a:lnTo>
                  <a:lnTo>
                    <a:pt x="3884" y="1713"/>
                  </a:lnTo>
                  <a:lnTo>
                    <a:pt x="4067" y="1687"/>
                  </a:lnTo>
                  <a:lnTo>
                    <a:pt x="4224" y="1674"/>
                  </a:lnTo>
                  <a:lnTo>
                    <a:pt x="4381" y="1674"/>
                  </a:lnTo>
                  <a:lnTo>
                    <a:pt x="4538" y="1687"/>
                  </a:lnTo>
                  <a:lnTo>
                    <a:pt x="4682" y="1713"/>
                  </a:lnTo>
                  <a:lnTo>
                    <a:pt x="4825" y="1739"/>
                  </a:lnTo>
                  <a:lnTo>
                    <a:pt x="4956" y="1792"/>
                  </a:lnTo>
                  <a:lnTo>
                    <a:pt x="5087" y="1844"/>
                  </a:lnTo>
                  <a:lnTo>
                    <a:pt x="5218" y="1909"/>
                  </a:lnTo>
                  <a:lnTo>
                    <a:pt x="5335" y="1988"/>
                  </a:lnTo>
                  <a:lnTo>
                    <a:pt x="5440" y="2079"/>
                  </a:lnTo>
                  <a:lnTo>
                    <a:pt x="5545" y="2171"/>
                  </a:lnTo>
                  <a:lnTo>
                    <a:pt x="5649" y="2275"/>
                  </a:lnTo>
                  <a:lnTo>
                    <a:pt x="5741" y="2380"/>
                  </a:lnTo>
                  <a:lnTo>
                    <a:pt x="5832" y="2498"/>
                  </a:lnTo>
                  <a:lnTo>
                    <a:pt x="5911" y="2615"/>
                  </a:lnTo>
                  <a:lnTo>
                    <a:pt x="6068" y="2877"/>
                  </a:lnTo>
                  <a:lnTo>
                    <a:pt x="6198" y="3151"/>
                  </a:lnTo>
                  <a:lnTo>
                    <a:pt x="6303" y="3452"/>
                  </a:lnTo>
                  <a:lnTo>
                    <a:pt x="6381" y="3766"/>
                  </a:lnTo>
                  <a:lnTo>
                    <a:pt x="6447" y="4080"/>
                  </a:lnTo>
                  <a:lnTo>
                    <a:pt x="6499" y="4394"/>
                  </a:lnTo>
                  <a:lnTo>
                    <a:pt x="6512" y="4707"/>
                  </a:lnTo>
                  <a:lnTo>
                    <a:pt x="6525" y="4812"/>
                  </a:lnTo>
                  <a:lnTo>
                    <a:pt x="6538" y="4904"/>
                  </a:lnTo>
                  <a:lnTo>
                    <a:pt x="6565" y="4982"/>
                  </a:lnTo>
                  <a:lnTo>
                    <a:pt x="6604" y="5060"/>
                  </a:lnTo>
                  <a:lnTo>
                    <a:pt x="6643" y="5139"/>
                  </a:lnTo>
                  <a:lnTo>
                    <a:pt x="6695" y="5204"/>
                  </a:lnTo>
                  <a:lnTo>
                    <a:pt x="6748" y="5257"/>
                  </a:lnTo>
                  <a:lnTo>
                    <a:pt x="6800" y="5309"/>
                  </a:lnTo>
                  <a:lnTo>
                    <a:pt x="6865" y="5348"/>
                  </a:lnTo>
                  <a:lnTo>
                    <a:pt x="6931" y="5387"/>
                  </a:lnTo>
                  <a:lnTo>
                    <a:pt x="7088" y="5440"/>
                  </a:lnTo>
                  <a:lnTo>
                    <a:pt x="7231" y="5466"/>
                  </a:lnTo>
                  <a:lnTo>
                    <a:pt x="7388" y="5479"/>
                  </a:lnTo>
                  <a:lnTo>
                    <a:pt x="7558" y="5453"/>
                  </a:lnTo>
                  <a:lnTo>
                    <a:pt x="7702" y="5400"/>
                  </a:lnTo>
                  <a:lnTo>
                    <a:pt x="7846" y="5335"/>
                  </a:lnTo>
                  <a:lnTo>
                    <a:pt x="7964" y="5230"/>
                  </a:lnTo>
                  <a:lnTo>
                    <a:pt x="8029" y="5178"/>
                  </a:lnTo>
                  <a:lnTo>
                    <a:pt x="8068" y="5113"/>
                  </a:lnTo>
                  <a:lnTo>
                    <a:pt x="8121" y="5034"/>
                  </a:lnTo>
                  <a:lnTo>
                    <a:pt x="8147" y="4969"/>
                  </a:lnTo>
                  <a:lnTo>
                    <a:pt x="8173" y="4877"/>
                  </a:lnTo>
                  <a:lnTo>
                    <a:pt x="8199" y="4799"/>
                  </a:lnTo>
                  <a:lnTo>
                    <a:pt x="8212" y="4694"/>
                  </a:lnTo>
                  <a:lnTo>
                    <a:pt x="8212" y="4603"/>
                  </a:lnTo>
                  <a:lnTo>
                    <a:pt x="8199" y="4341"/>
                  </a:lnTo>
                  <a:lnTo>
                    <a:pt x="8173" y="4093"/>
                  </a:lnTo>
                  <a:lnTo>
                    <a:pt x="8134" y="3844"/>
                  </a:lnTo>
                  <a:lnTo>
                    <a:pt x="8094" y="3596"/>
                  </a:lnTo>
                  <a:lnTo>
                    <a:pt x="8029" y="3348"/>
                  </a:lnTo>
                  <a:lnTo>
                    <a:pt x="7977" y="3112"/>
                  </a:lnTo>
                  <a:lnTo>
                    <a:pt x="7898" y="2877"/>
                  </a:lnTo>
                  <a:lnTo>
                    <a:pt x="7820" y="2655"/>
                  </a:lnTo>
                  <a:lnTo>
                    <a:pt x="7728" y="2432"/>
                  </a:lnTo>
                  <a:lnTo>
                    <a:pt x="7624" y="2210"/>
                  </a:lnTo>
                  <a:lnTo>
                    <a:pt x="7519" y="2001"/>
                  </a:lnTo>
                  <a:lnTo>
                    <a:pt x="7388" y="1805"/>
                  </a:lnTo>
                  <a:lnTo>
                    <a:pt x="7271" y="1608"/>
                  </a:lnTo>
                  <a:lnTo>
                    <a:pt x="7127" y="1425"/>
                  </a:lnTo>
                  <a:lnTo>
                    <a:pt x="6983" y="1242"/>
                  </a:lnTo>
                  <a:lnTo>
                    <a:pt x="6839" y="1072"/>
                  </a:lnTo>
                  <a:lnTo>
                    <a:pt x="6669" y="915"/>
                  </a:lnTo>
                  <a:lnTo>
                    <a:pt x="6499" y="772"/>
                  </a:lnTo>
                  <a:lnTo>
                    <a:pt x="6329" y="641"/>
                  </a:lnTo>
                  <a:lnTo>
                    <a:pt x="6133" y="510"/>
                  </a:lnTo>
                  <a:lnTo>
                    <a:pt x="5937" y="406"/>
                  </a:lnTo>
                  <a:lnTo>
                    <a:pt x="5741" y="301"/>
                  </a:lnTo>
                  <a:lnTo>
                    <a:pt x="5532" y="222"/>
                  </a:lnTo>
                  <a:lnTo>
                    <a:pt x="5309" y="144"/>
                  </a:lnTo>
                  <a:lnTo>
                    <a:pt x="5087" y="92"/>
                  </a:lnTo>
                  <a:lnTo>
                    <a:pt x="4852" y="39"/>
                  </a:lnTo>
                  <a:lnTo>
                    <a:pt x="4616" y="13"/>
                  </a:lnTo>
                  <a:lnTo>
                    <a:pt x="4368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75;p38">
              <a:extLst>
                <a:ext uri="{FF2B5EF4-FFF2-40B4-BE49-F238E27FC236}">
                  <a16:creationId xmlns:a16="http://schemas.microsoft.com/office/drawing/2014/main" id="{6AE585AD-236F-EE37-6EB9-A13C54C03DF9}"/>
                </a:ext>
              </a:extLst>
            </p:cNvPr>
            <p:cNvSpPr/>
            <p:nvPr/>
          </p:nvSpPr>
          <p:spPr>
            <a:xfrm>
              <a:off x="4069875" y="1136075"/>
              <a:ext cx="338025" cy="408000"/>
            </a:xfrm>
            <a:custGeom>
              <a:avLst/>
              <a:gdLst/>
              <a:ahLst/>
              <a:cxnLst/>
              <a:rect l="l" t="t" r="r" b="b"/>
              <a:pathLst>
                <a:path w="13521" h="16320" extrusionOk="0">
                  <a:moveTo>
                    <a:pt x="7950" y="1"/>
                  </a:moveTo>
                  <a:lnTo>
                    <a:pt x="7662" y="14"/>
                  </a:lnTo>
                  <a:lnTo>
                    <a:pt x="7375" y="27"/>
                  </a:lnTo>
                  <a:lnTo>
                    <a:pt x="7100" y="40"/>
                  </a:lnTo>
                  <a:lnTo>
                    <a:pt x="6826" y="66"/>
                  </a:lnTo>
                  <a:lnTo>
                    <a:pt x="6564" y="105"/>
                  </a:lnTo>
                  <a:lnTo>
                    <a:pt x="6303" y="145"/>
                  </a:lnTo>
                  <a:lnTo>
                    <a:pt x="6054" y="197"/>
                  </a:lnTo>
                  <a:lnTo>
                    <a:pt x="5806" y="262"/>
                  </a:lnTo>
                  <a:lnTo>
                    <a:pt x="5570" y="328"/>
                  </a:lnTo>
                  <a:lnTo>
                    <a:pt x="5335" y="393"/>
                  </a:lnTo>
                  <a:lnTo>
                    <a:pt x="5113" y="471"/>
                  </a:lnTo>
                  <a:lnTo>
                    <a:pt x="4890" y="563"/>
                  </a:lnTo>
                  <a:lnTo>
                    <a:pt x="4668" y="655"/>
                  </a:lnTo>
                  <a:lnTo>
                    <a:pt x="4459" y="746"/>
                  </a:lnTo>
                  <a:lnTo>
                    <a:pt x="4250" y="851"/>
                  </a:lnTo>
                  <a:lnTo>
                    <a:pt x="3857" y="1073"/>
                  </a:lnTo>
                  <a:lnTo>
                    <a:pt x="3491" y="1321"/>
                  </a:lnTo>
                  <a:lnTo>
                    <a:pt x="3138" y="1596"/>
                  </a:lnTo>
                  <a:lnTo>
                    <a:pt x="2811" y="1871"/>
                  </a:lnTo>
                  <a:lnTo>
                    <a:pt x="2498" y="2184"/>
                  </a:lnTo>
                  <a:lnTo>
                    <a:pt x="2210" y="2498"/>
                  </a:lnTo>
                  <a:lnTo>
                    <a:pt x="1948" y="2838"/>
                  </a:lnTo>
                  <a:lnTo>
                    <a:pt x="1700" y="3191"/>
                  </a:lnTo>
                  <a:lnTo>
                    <a:pt x="1465" y="3557"/>
                  </a:lnTo>
                  <a:lnTo>
                    <a:pt x="1255" y="3937"/>
                  </a:lnTo>
                  <a:lnTo>
                    <a:pt x="1059" y="4316"/>
                  </a:lnTo>
                  <a:lnTo>
                    <a:pt x="889" y="4708"/>
                  </a:lnTo>
                  <a:lnTo>
                    <a:pt x="719" y="5113"/>
                  </a:lnTo>
                  <a:lnTo>
                    <a:pt x="589" y="5519"/>
                  </a:lnTo>
                  <a:lnTo>
                    <a:pt x="458" y="5937"/>
                  </a:lnTo>
                  <a:lnTo>
                    <a:pt x="353" y="6356"/>
                  </a:lnTo>
                  <a:lnTo>
                    <a:pt x="262" y="6774"/>
                  </a:lnTo>
                  <a:lnTo>
                    <a:pt x="183" y="7192"/>
                  </a:lnTo>
                  <a:lnTo>
                    <a:pt x="118" y="7624"/>
                  </a:lnTo>
                  <a:lnTo>
                    <a:pt x="65" y="8042"/>
                  </a:lnTo>
                  <a:lnTo>
                    <a:pt x="26" y="8461"/>
                  </a:lnTo>
                  <a:lnTo>
                    <a:pt x="0" y="8866"/>
                  </a:lnTo>
                  <a:lnTo>
                    <a:pt x="0" y="9271"/>
                  </a:lnTo>
                  <a:lnTo>
                    <a:pt x="0" y="9677"/>
                  </a:lnTo>
                  <a:lnTo>
                    <a:pt x="39" y="10069"/>
                  </a:lnTo>
                  <a:lnTo>
                    <a:pt x="92" y="10461"/>
                  </a:lnTo>
                  <a:lnTo>
                    <a:pt x="157" y="10854"/>
                  </a:lnTo>
                  <a:lnTo>
                    <a:pt x="262" y="11233"/>
                  </a:lnTo>
                  <a:lnTo>
                    <a:pt x="366" y="11612"/>
                  </a:lnTo>
                  <a:lnTo>
                    <a:pt x="510" y="11978"/>
                  </a:lnTo>
                  <a:lnTo>
                    <a:pt x="654" y="12344"/>
                  </a:lnTo>
                  <a:lnTo>
                    <a:pt x="837" y="12697"/>
                  </a:lnTo>
                  <a:lnTo>
                    <a:pt x="1020" y="13037"/>
                  </a:lnTo>
                  <a:lnTo>
                    <a:pt x="1229" y="13364"/>
                  </a:lnTo>
                  <a:lnTo>
                    <a:pt x="1451" y="13678"/>
                  </a:lnTo>
                  <a:lnTo>
                    <a:pt x="1687" y="13979"/>
                  </a:lnTo>
                  <a:lnTo>
                    <a:pt x="1935" y="14266"/>
                  </a:lnTo>
                  <a:lnTo>
                    <a:pt x="2210" y="14541"/>
                  </a:lnTo>
                  <a:lnTo>
                    <a:pt x="2484" y="14802"/>
                  </a:lnTo>
                  <a:lnTo>
                    <a:pt x="2772" y="15051"/>
                  </a:lnTo>
                  <a:lnTo>
                    <a:pt x="3086" y="15273"/>
                  </a:lnTo>
                  <a:lnTo>
                    <a:pt x="3400" y="15469"/>
                  </a:lnTo>
                  <a:lnTo>
                    <a:pt x="3727" y="15652"/>
                  </a:lnTo>
                  <a:lnTo>
                    <a:pt x="4067" y="15822"/>
                  </a:lnTo>
                  <a:lnTo>
                    <a:pt x="4407" y="15966"/>
                  </a:lnTo>
                  <a:lnTo>
                    <a:pt x="4773" y="16084"/>
                  </a:lnTo>
                  <a:lnTo>
                    <a:pt x="5139" y="16188"/>
                  </a:lnTo>
                  <a:lnTo>
                    <a:pt x="5505" y="16254"/>
                  </a:lnTo>
                  <a:lnTo>
                    <a:pt x="5884" y="16306"/>
                  </a:lnTo>
                  <a:lnTo>
                    <a:pt x="6276" y="16319"/>
                  </a:lnTo>
                  <a:lnTo>
                    <a:pt x="6656" y="16319"/>
                  </a:lnTo>
                  <a:lnTo>
                    <a:pt x="7061" y="16280"/>
                  </a:lnTo>
                  <a:lnTo>
                    <a:pt x="7453" y="16228"/>
                  </a:lnTo>
                  <a:lnTo>
                    <a:pt x="7859" y="16136"/>
                  </a:lnTo>
                  <a:lnTo>
                    <a:pt x="8264" y="16005"/>
                  </a:lnTo>
                  <a:lnTo>
                    <a:pt x="8578" y="15901"/>
                  </a:lnTo>
                  <a:lnTo>
                    <a:pt x="8865" y="15770"/>
                  </a:lnTo>
                  <a:lnTo>
                    <a:pt x="9153" y="15626"/>
                  </a:lnTo>
                  <a:lnTo>
                    <a:pt x="9428" y="15469"/>
                  </a:lnTo>
                  <a:lnTo>
                    <a:pt x="9689" y="15299"/>
                  </a:lnTo>
                  <a:lnTo>
                    <a:pt x="9951" y="15116"/>
                  </a:lnTo>
                  <a:lnTo>
                    <a:pt x="10199" y="14907"/>
                  </a:lnTo>
                  <a:lnTo>
                    <a:pt x="10447" y="14698"/>
                  </a:lnTo>
                  <a:lnTo>
                    <a:pt x="10670" y="14475"/>
                  </a:lnTo>
                  <a:lnTo>
                    <a:pt x="10892" y="14253"/>
                  </a:lnTo>
                  <a:lnTo>
                    <a:pt x="11114" y="14005"/>
                  </a:lnTo>
                  <a:lnTo>
                    <a:pt x="11324" y="13756"/>
                  </a:lnTo>
                  <a:lnTo>
                    <a:pt x="11520" y="13482"/>
                  </a:lnTo>
                  <a:lnTo>
                    <a:pt x="11703" y="13220"/>
                  </a:lnTo>
                  <a:lnTo>
                    <a:pt x="11886" y="12933"/>
                  </a:lnTo>
                  <a:lnTo>
                    <a:pt x="12056" y="12645"/>
                  </a:lnTo>
                  <a:lnTo>
                    <a:pt x="12213" y="12357"/>
                  </a:lnTo>
                  <a:lnTo>
                    <a:pt x="12370" y="12043"/>
                  </a:lnTo>
                  <a:lnTo>
                    <a:pt x="12500" y="11743"/>
                  </a:lnTo>
                  <a:lnTo>
                    <a:pt x="12644" y="11429"/>
                  </a:lnTo>
                  <a:lnTo>
                    <a:pt x="12762" y="11102"/>
                  </a:lnTo>
                  <a:lnTo>
                    <a:pt x="12880" y="10775"/>
                  </a:lnTo>
                  <a:lnTo>
                    <a:pt x="12984" y="10448"/>
                  </a:lnTo>
                  <a:lnTo>
                    <a:pt x="13076" y="10121"/>
                  </a:lnTo>
                  <a:lnTo>
                    <a:pt x="13167" y="9781"/>
                  </a:lnTo>
                  <a:lnTo>
                    <a:pt x="13246" y="9441"/>
                  </a:lnTo>
                  <a:lnTo>
                    <a:pt x="13311" y="9101"/>
                  </a:lnTo>
                  <a:lnTo>
                    <a:pt x="13376" y="8761"/>
                  </a:lnTo>
                  <a:lnTo>
                    <a:pt x="13416" y="8421"/>
                  </a:lnTo>
                  <a:lnTo>
                    <a:pt x="13455" y="8068"/>
                  </a:lnTo>
                  <a:lnTo>
                    <a:pt x="13494" y="7728"/>
                  </a:lnTo>
                  <a:lnTo>
                    <a:pt x="13507" y="7388"/>
                  </a:lnTo>
                  <a:lnTo>
                    <a:pt x="13520" y="7049"/>
                  </a:lnTo>
                  <a:lnTo>
                    <a:pt x="13520" y="6709"/>
                  </a:lnTo>
                  <a:lnTo>
                    <a:pt x="13507" y="6369"/>
                  </a:lnTo>
                  <a:lnTo>
                    <a:pt x="13494" y="6042"/>
                  </a:lnTo>
                  <a:lnTo>
                    <a:pt x="13468" y="5702"/>
                  </a:lnTo>
                  <a:lnTo>
                    <a:pt x="13429" y="5375"/>
                  </a:lnTo>
                  <a:lnTo>
                    <a:pt x="13376" y="5061"/>
                  </a:lnTo>
                  <a:lnTo>
                    <a:pt x="13324" y="4734"/>
                  </a:lnTo>
                  <a:lnTo>
                    <a:pt x="13259" y="4433"/>
                  </a:lnTo>
                  <a:lnTo>
                    <a:pt x="13180" y="4120"/>
                  </a:lnTo>
                  <a:lnTo>
                    <a:pt x="13089" y="3819"/>
                  </a:lnTo>
                  <a:lnTo>
                    <a:pt x="12984" y="3531"/>
                  </a:lnTo>
                  <a:lnTo>
                    <a:pt x="12880" y="3244"/>
                  </a:lnTo>
                  <a:lnTo>
                    <a:pt x="12762" y="2969"/>
                  </a:lnTo>
                  <a:lnTo>
                    <a:pt x="12631" y="2707"/>
                  </a:lnTo>
                  <a:lnTo>
                    <a:pt x="12500" y="2446"/>
                  </a:lnTo>
                  <a:lnTo>
                    <a:pt x="12343" y="2197"/>
                  </a:lnTo>
                  <a:lnTo>
                    <a:pt x="12187" y="1962"/>
                  </a:lnTo>
                  <a:lnTo>
                    <a:pt x="12017" y="1740"/>
                  </a:lnTo>
                  <a:lnTo>
                    <a:pt x="11834" y="1518"/>
                  </a:lnTo>
                  <a:lnTo>
                    <a:pt x="11650" y="1321"/>
                  </a:lnTo>
                  <a:lnTo>
                    <a:pt x="11441" y="1125"/>
                  </a:lnTo>
                  <a:lnTo>
                    <a:pt x="11232" y="955"/>
                  </a:lnTo>
                  <a:lnTo>
                    <a:pt x="11010" y="785"/>
                  </a:lnTo>
                  <a:lnTo>
                    <a:pt x="10787" y="641"/>
                  </a:lnTo>
                  <a:lnTo>
                    <a:pt x="10539" y="511"/>
                  </a:lnTo>
                  <a:lnTo>
                    <a:pt x="10291" y="380"/>
                  </a:lnTo>
                  <a:lnTo>
                    <a:pt x="10016" y="288"/>
                  </a:lnTo>
                  <a:lnTo>
                    <a:pt x="9741" y="197"/>
                  </a:lnTo>
                  <a:lnTo>
                    <a:pt x="9467" y="132"/>
                  </a:lnTo>
                  <a:lnTo>
                    <a:pt x="9166" y="79"/>
                  </a:lnTo>
                  <a:lnTo>
                    <a:pt x="8852" y="40"/>
                  </a:lnTo>
                  <a:lnTo>
                    <a:pt x="8552" y="14"/>
                  </a:lnTo>
                  <a:lnTo>
                    <a:pt x="82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76;p38">
              <a:extLst>
                <a:ext uri="{FF2B5EF4-FFF2-40B4-BE49-F238E27FC236}">
                  <a16:creationId xmlns:a16="http://schemas.microsoft.com/office/drawing/2014/main" id="{40050574-3B58-D0A8-39B8-A182440981CA}"/>
                </a:ext>
              </a:extLst>
            </p:cNvPr>
            <p:cNvSpPr/>
            <p:nvPr/>
          </p:nvSpPr>
          <p:spPr>
            <a:xfrm>
              <a:off x="4133275" y="1319475"/>
              <a:ext cx="206950" cy="164775"/>
            </a:xfrm>
            <a:custGeom>
              <a:avLst/>
              <a:gdLst/>
              <a:ahLst/>
              <a:cxnLst/>
              <a:rect l="l" t="t" r="r" b="b"/>
              <a:pathLst>
                <a:path w="8278" h="6591" extrusionOk="0">
                  <a:moveTo>
                    <a:pt x="4028" y="0"/>
                  </a:moveTo>
                  <a:lnTo>
                    <a:pt x="3793" y="13"/>
                  </a:lnTo>
                  <a:lnTo>
                    <a:pt x="3557" y="26"/>
                  </a:lnTo>
                  <a:lnTo>
                    <a:pt x="3335" y="66"/>
                  </a:lnTo>
                  <a:lnTo>
                    <a:pt x="3113" y="131"/>
                  </a:lnTo>
                  <a:lnTo>
                    <a:pt x="2890" y="196"/>
                  </a:lnTo>
                  <a:lnTo>
                    <a:pt x="2681" y="275"/>
                  </a:lnTo>
                  <a:lnTo>
                    <a:pt x="2485" y="366"/>
                  </a:lnTo>
                  <a:lnTo>
                    <a:pt x="2289" y="471"/>
                  </a:lnTo>
                  <a:lnTo>
                    <a:pt x="2093" y="589"/>
                  </a:lnTo>
                  <a:lnTo>
                    <a:pt x="1910" y="719"/>
                  </a:lnTo>
                  <a:lnTo>
                    <a:pt x="1740" y="863"/>
                  </a:lnTo>
                  <a:lnTo>
                    <a:pt x="1570" y="1020"/>
                  </a:lnTo>
                  <a:lnTo>
                    <a:pt x="1400" y="1177"/>
                  </a:lnTo>
                  <a:lnTo>
                    <a:pt x="1256" y="1360"/>
                  </a:lnTo>
                  <a:lnTo>
                    <a:pt x="1099" y="1530"/>
                  </a:lnTo>
                  <a:lnTo>
                    <a:pt x="968" y="1726"/>
                  </a:lnTo>
                  <a:lnTo>
                    <a:pt x="825" y="1922"/>
                  </a:lnTo>
                  <a:lnTo>
                    <a:pt x="707" y="2132"/>
                  </a:lnTo>
                  <a:lnTo>
                    <a:pt x="589" y="2341"/>
                  </a:lnTo>
                  <a:lnTo>
                    <a:pt x="485" y="2563"/>
                  </a:lnTo>
                  <a:lnTo>
                    <a:pt x="380" y="2785"/>
                  </a:lnTo>
                  <a:lnTo>
                    <a:pt x="288" y="3021"/>
                  </a:lnTo>
                  <a:lnTo>
                    <a:pt x="210" y="3256"/>
                  </a:lnTo>
                  <a:lnTo>
                    <a:pt x="145" y="3504"/>
                  </a:lnTo>
                  <a:lnTo>
                    <a:pt x="79" y="3753"/>
                  </a:lnTo>
                  <a:lnTo>
                    <a:pt x="27" y="4001"/>
                  </a:lnTo>
                  <a:lnTo>
                    <a:pt x="14" y="4093"/>
                  </a:lnTo>
                  <a:lnTo>
                    <a:pt x="1" y="4184"/>
                  </a:lnTo>
                  <a:lnTo>
                    <a:pt x="14" y="4276"/>
                  </a:lnTo>
                  <a:lnTo>
                    <a:pt x="27" y="4367"/>
                  </a:lnTo>
                  <a:lnTo>
                    <a:pt x="53" y="4446"/>
                  </a:lnTo>
                  <a:lnTo>
                    <a:pt x="79" y="4524"/>
                  </a:lnTo>
                  <a:lnTo>
                    <a:pt x="118" y="4590"/>
                  </a:lnTo>
                  <a:lnTo>
                    <a:pt x="171" y="4655"/>
                  </a:lnTo>
                  <a:lnTo>
                    <a:pt x="275" y="4773"/>
                  </a:lnTo>
                  <a:lnTo>
                    <a:pt x="406" y="4864"/>
                  </a:lnTo>
                  <a:lnTo>
                    <a:pt x="537" y="4943"/>
                  </a:lnTo>
                  <a:lnTo>
                    <a:pt x="694" y="4982"/>
                  </a:lnTo>
                  <a:lnTo>
                    <a:pt x="851" y="5008"/>
                  </a:lnTo>
                  <a:lnTo>
                    <a:pt x="1008" y="5008"/>
                  </a:lnTo>
                  <a:lnTo>
                    <a:pt x="1164" y="4969"/>
                  </a:lnTo>
                  <a:lnTo>
                    <a:pt x="1230" y="4943"/>
                  </a:lnTo>
                  <a:lnTo>
                    <a:pt x="1308" y="4917"/>
                  </a:lnTo>
                  <a:lnTo>
                    <a:pt x="1374" y="4864"/>
                  </a:lnTo>
                  <a:lnTo>
                    <a:pt x="1426" y="4825"/>
                  </a:lnTo>
                  <a:lnTo>
                    <a:pt x="1491" y="4760"/>
                  </a:lnTo>
                  <a:lnTo>
                    <a:pt x="1544" y="4694"/>
                  </a:lnTo>
                  <a:lnTo>
                    <a:pt x="1583" y="4629"/>
                  </a:lnTo>
                  <a:lnTo>
                    <a:pt x="1622" y="4550"/>
                  </a:lnTo>
                  <a:lnTo>
                    <a:pt x="1661" y="4459"/>
                  </a:lnTo>
                  <a:lnTo>
                    <a:pt x="1688" y="4367"/>
                  </a:lnTo>
                  <a:lnTo>
                    <a:pt x="1753" y="4054"/>
                  </a:lnTo>
                  <a:lnTo>
                    <a:pt x="1844" y="3740"/>
                  </a:lnTo>
                  <a:lnTo>
                    <a:pt x="1949" y="3439"/>
                  </a:lnTo>
                  <a:lnTo>
                    <a:pt x="2080" y="3151"/>
                  </a:lnTo>
                  <a:lnTo>
                    <a:pt x="2237" y="2877"/>
                  </a:lnTo>
                  <a:lnTo>
                    <a:pt x="2407" y="2628"/>
                  </a:lnTo>
                  <a:lnTo>
                    <a:pt x="2590" y="2393"/>
                  </a:lnTo>
                  <a:lnTo>
                    <a:pt x="2694" y="2275"/>
                  </a:lnTo>
                  <a:lnTo>
                    <a:pt x="2799" y="2184"/>
                  </a:lnTo>
                  <a:lnTo>
                    <a:pt x="2904" y="2092"/>
                  </a:lnTo>
                  <a:lnTo>
                    <a:pt x="3021" y="2001"/>
                  </a:lnTo>
                  <a:lnTo>
                    <a:pt x="3139" y="1922"/>
                  </a:lnTo>
                  <a:lnTo>
                    <a:pt x="3257" y="1857"/>
                  </a:lnTo>
                  <a:lnTo>
                    <a:pt x="3387" y="1805"/>
                  </a:lnTo>
                  <a:lnTo>
                    <a:pt x="3518" y="1752"/>
                  </a:lnTo>
                  <a:lnTo>
                    <a:pt x="3662" y="1713"/>
                  </a:lnTo>
                  <a:lnTo>
                    <a:pt x="3793" y="1687"/>
                  </a:lnTo>
                  <a:lnTo>
                    <a:pt x="3937" y="1674"/>
                  </a:lnTo>
                  <a:lnTo>
                    <a:pt x="4093" y="1674"/>
                  </a:lnTo>
                  <a:lnTo>
                    <a:pt x="4250" y="1687"/>
                  </a:lnTo>
                  <a:lnTo>
                    <a:pt x="4407" y="1713"/>
                  </a:lnTo>
                  <a:lnTo>
                    <a:pt x="4564" y="1739"/>
                  </a:lnTo>
                  <a:lnTo>
                    <a:pt x="4734" y="1792"/>
                  </a:lnTo>
                  <a:lnTo>
                    <a:pt x="4904" y="1857"/>
                  </a:lnTo>
                  <a:lnTo>
                    <a:pt x="5074" y="1948"/>
                  </a:lnTo>
                  <a:lnTo>
                    <a:pt x="5323" y="2079"/>
                  </a:lnTo>
                  <a:lnTo>
                    <a:pt x="5558" y="2236"/>
                  </a:lnTo>
                  <a:lnTo>
                    <a:pt x="5767" y="2406"/>
                  </a:lnTo>
                  <a:lnTo>
                    <a:pt x="5963" y="2589"/>
                  </a:lnTo>
                  <a:lnTo>
                    <a:pt x="6120" y="2785"/>
                  </a:lnTo>
                  <a:lnTo>
                    <a:pt x="6264" y="2994"/>
                  </a:lnTo>
                  <a:lnTo>
                    <a:pt x="6382" y="3204"/>
                  </a:lnTo>
                  <a:lnTo>
                    <a:pt x="6460" y="3426"/>
                  </a:lnTo>
                  <a:lnTo>
                    <a:pt x="6525" y="3661"/>
                  </a:lnTo>
                  <a:lnTo>
                    <a:pt x="6552" y="3897"/>
                  </a:lnTo>
                  <a:lnTo>
                    <a:pt x="6565" y="4132"/>
                  </a:lnTo>
                  <a:lnTo>
                    <a:pt x="6539" y="4381"/>
                  </a:lnTo>
                  <a:lnTo>
                    <a:pt x="6486" y="4629"/>
                  </a:lnTo>
                  <a:lnTo>
                    <a:pt x="6395" y="4890"/>
                  </a:lnTo>
                  <a:lnTo>
                    <a:pt x="6277" y="5139"/>
                  </a:lnTo>
                  <a:lnTo>
                    <a:pt x="6120" y="5400"/>
                  </a:lnTo>
                  <a:lnTo>
                    <a:pt x="6068" y="5479"/>
                  </a:lnTo>
                  <a:lnTo>
                    <a:pt x="6029" y="5570"/>
                  </a:lnTo>
                  <a:lnTo>
                    <a:pt x="6002" y="5649"/>
                  </a:lnTo>
                  <a:lnTo>
                    <a:pt x="5989" y="5727"/>
                  </a:lnTo>
                  <a:lnTo>
                    <a:pt x="5976" y="5806"/>
                  </a:lnTo>
                  <a:lnTo>
                    <a:pt x="5989" y="5884"/>
                  </a:lnTo>
                  <a:lnTo>
                    <a:pt x="6002" y="5963"/>
                  </a:lnTo>
                  <a:lnTo>
                    <a:pt x="6016" y="6028"/>
                  </a:lnTo>
                  <a:lnTo>
                    <a:pt x="6042" y="6106"/>
                  </a:lnTo>
                  <a:lnTo>
                    <a:pt x="6081" y="6172"/>
                  </a:lnTo>
                  <a:lnTo>
                    <a:pt x="6172" y="6290"/>
                  </a:lnTo>
                  <a:lnTo>
                    <a:pt x="6290" y="6394"/>
                  </a:lnTo>
                  <a:lnTo>
                    <a:pt x="6421" y="6473"/>
                  </a:lnTo>
                  <a:lnTo>
                    <a:pt x="6578" y="6538"/>
                  </a:lnTo>
                  <a:lnTo>
                    <a:pt x="6735" y="6577"/>
                  </a:lnTo>
                  <a:lnTo>
                    <a:pt x="6892" y="6590"/>
                  </a:lnTo>
                  <a:lnTo>
                    <a:pt x="7049" y="6577"/>
                  </a:lnTo>
                  <a:lnTo>
                    <a:pt x="7140" y="6551"/>
                  </a:lnTo>
                  <a:lnTo>
                    <a:pt x="7218" y="6525"/>
                  </a:lnTo>
                  <a:lnTo>
                    <a:pt x="7297" y="6499"/>
                  </a:lnTo>
                  <a:lnTo>
                    <a:pt x="7362" y="6446"/>
                  </a:lnTo>
                  <a:lnTo>
                    <a:pt x="7441" y="6394"/>
                  </a:lnTo>
                  <a:lnTo>
                    <a:pt x="7506" y="6342"/>
                  </a:lnTo>
                  <a:lnTo>
                    <a:pt x="7572" y="6263"/>
                  </a:lnTo>
                  <a:lnTo>
                    <a:pt x="7624" y="6185"/>
                  </a:lnTo>
                  <a:lnTo>
                    <a:pt x="7755" y="5976"/>
                  </a:lnTo>
                  <a:lnTo>
                    <a:pt x="7872" y="5767"/>
                  </a:lnTo>
                  <a:lnTo>
                    <a:pt x="7964" y="5557"/>
                  </a:lnTo>
                  <a:lnTo>
                    <a:pt x="8055" y="5335"/>
                  </a:lnTo>
                  <a:lnTo>
                    <a:pt x="8121" y="5126"/>
                  </a:lnTo>
                  <a:lnTo>
                    <a:pt x="8186" y="4904"/>
                  </a:lnTo>
                  <a:lnTo>
                    <a:pt x="8225" y="4681"/>
                  </a:lnTo>
                  <a:lnTo>
                    <a:pt x="8251" y="4472"/>
                  </a:lnTo>
                  <a:lnTo>
                    <a:pt x="8265" y="4250"/>
                  </a:lnTo>
                  <a:lnTo>
                    <a:pt x="8278" y="4027"/>
                  </a:lnTo>
                  <a:lnTo>
                    <a:pt x="8265" y="3818"/>
                  </a:lnTo>
                  <a:lnTo>
                    <a:pt x="8238" y="3596"/>
                  </a:lnTo>
                  <a:lnTo>
                    <a:pt x="8199" y="3387"/>
                  </a:lnTo>
                  <a:lnTo>
                    <a:pt x="8160" y="3178"/>
                  </a:lnTo>
                  <a:lnTo>
                    <a:pt x="8095" y="2968"/>
                  </a:lnTo>
                  <a:lnTo>
                    <a:pt x="8029" y="2772"/>
                  </a:lnTo>
                  <a:lnTo>
                    <a:pt x="7951" y="2563"/>
                  </a:lnTo>
                  <a:lnTo>
                    <a:pt x="7846" y="2367"/>
                  </a:lnTo>
                  <a:lnTo>
                    <a:pt x="7755" y="2184"/>
                  </a:lnTo>
                  <a:lnTo>
                    <a:pt x="7637" y="1988"/>
                  </a:lnTo>
                  <a:lnTo>
                    <a:pt x="7506" y="1818"/>
                  </a:lnTo>
                  <a:lnTo>
                    <a:pt x="7375" y="1635"/>
                  </a:lnTo>
                  <a:lnTo>
                    <a:pt x="7232" y="1465"/>
                  </a:lnTo>
                  <a:lnTo>
                    <a:pt x="7075" y="1308"/>
                  </a:lnTo>
                  <a:lnTo>
                    <a:pt x="6918" y="1151"/>
                  </a:lnTo>
                  <a:lnTo>
                    <a:pt x="6748" y="1007"/>
                  </a:lnTo>
                  <a:lnTo>
                    <a:pt x="6565" y="863"/>
                  </a:lnTo>
                  <a:lnTo>
                    <a:pt x="6382" y="732"/>
                  </a:lnTo>
                  <a:lnTo>
                    <a:pt x="6186" y="615"/>
                  </a:lnTo>
                  <a:lnTo>
                    <a:pt x="5976" y="497"/>
                  </a:lnTo>
                  <a:lnTo>
                    <a:pt x="5767" y="392"/>
                  </a:lnTo>
                  <a:lnTo>
                    <a:pt x="5545" y="301"/>
                  </a:lnTo>
                  <a:lnTo>
                    <a:pt x="5283" y="209"/>
                  </a:lnTo>
                  <a:lnTo>
                    <a:pt x="5022" y="131"/>
                  </a:lnTo>
                  <a:lnTo>
                    <a:pt x="4760" y="79"/>
                  </a:lnTo>
                  <a:lnTo>
                    <a:pt x="4512" y="26"/>
                  </a:lnTo>
                  <a:lnTo>
                    <a:pt x="4263" y="13"/>
                  </a:lnTo>
                  <a:lnTo>
                    <a:pt x="4028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77;p38">
              <a:extLst>
                <a:ext uri="{FF2B5EF4-FFF2-40B4-BE49-F238E27FC236}">
                  <a16:creationId xmlns:a16="http://schemas.microsoft.com/office/drawing/2014/main" id="{32ECE9CD-EFFE-2376-620B-5F07E06841FF}"/>
                </a:ext>
              </a:extLst>
            </p:cNvPr>
            <p:cNvSpPr/>
            <p:nvPr/>
          </p:nvSpPr>
          <p:spPr>
            <a:xfrm>
              <a:off x="4136550" y="5160100"/>
              <a:ext cx="87950" cy="160525"/>
            </a:xfrm>
            <a:custGeom>
              <a:avLst/>
              <a:gdLst/>
              <a:ahLst/>
              <a:cxnLst/>
              <a:rect l="l" t="t" r="r" b="b"/>
              <a:pathLst>
                <a:path w="3518" h="6421" extrusionOk="0">
                  <a:moveTo>
                    <a:pt x="2550" y="1"/>
                  </a:moveTo>
                  <a:lnTo>
                    <a:pt x="2459" y="14"/>
                  </a:lnTo>
                  <a:lnTo>
                    <a:pt x="2367" y="53"/>
                  </a:lnTo>
                  <a:lnTo>
                    <a:pt x="2289" y="92"/>
                  </a:lnTo>
                  <a:lnTo>
                    <a:pt x="2223" y="145"/>
                  </a:lnTo>
                  <a:lnTo>
                    <a:pt x="2210" y="171"/>
                  </a:lnTo>
                  <a:lnTo>
                    <a:pt x="2197" y="210"/>
                  </a:lnTo>
                  <a:lnTo>
                    <a:pt x="2158" y="563"/>
                  </a:lnTo>
                  <a:lnTo>
                    <a:pt x="2093" y="929"/>
                  </a:lnTo>
                  <a:lnTo>
                    <a:pt x="2027" y="1282"/>
                  </a:lnTo>
                  <a:lnTo>
                    <a:pt x="1936" y="1648"/>
                  </a:lnTo>
                  <a:lnTo>
                    <a:pt x="1844" y="2014"/>
                  </a:lnTo>
                  <a:lnTo>
                    <a:pt x="1740" y="2367"/>
                  </a:lnTo>
                  <a:lnTo>
                    <a:pt x="1622" y="2734"/>
                  </a:lnTo>
                  <a:lnTo>
                    <a:pt x="1491" y="3087"/>
                  </a:lnTo>
                  <a:lnTo>
                    <a:pt x="1347" y="3453"/>
                  </a:lnTo>
                  <a:lnTo>
                    <a:pt x="1203" y="3806"/>
                  </a:lnTo>
                  <a:lnTo>
                    <a:pt x="877" y="4538"/>
                  </a:lnTo>
                  <a:lnTo>
                    <a:pt x="524" y="5257"/>
                  </a:lnTo>
                  <a:lnTo>
                    <a:pt x="157" y="5976"/>
                  </a:lnTo>
                  <a:lnTo>
                    <a:pt x="79" y="6029"/>
                  </a:lnTo>
                  <a:lnTo>
                    <a:pt x="27" y="6094"/>
                  </a:lnTo>
                  <a:lnTo>
                    <a:pt x="14" y="6133"/>
                  </a:lnTo>
                  <a:lnTo>
                    <a:pt x="1" y="6172"/>
                  </a:lnTo>
                  <a:lnTo>
                    <a:pt x="14" y="6199"/>
                  </a:lnTo>
                  <a:lnTo>
                    <a:pt x="27" y="6238"/>
                  </a:lnTo>
                  <a:lnTo>
                    <a:pt x="14" y="6264"/>
                  </a:lnTo>
                  <a:lnTo>
                    <a:pt x="14" y="6290"/>
                  </a:lnTo>
                  <a:lnTo>
                    <a:pt x="27" y="6316"/>
                  </a:lnTo>
                  <a:lnTo>
                    <a:pt x="40" y="6342"/>
                  </a:lnTo>
                  <a:lnTo>
                    <a:pt x="92" y="6382"/>
                  </a:lnTo>
                  <a:lnTo>
                    <a:pt x="157" y="6408"/>
                  </a:lnTo>
                  <a:lnTo>
                    <a:pt x="236" y="6421"/>
                  </a:lnTo>
                  <a:lnTo>
                    <a:pt x="327" y="6408"/>
                  </a:lnTo>
                  <a:lnTo>
                    <a:pt x="419" y="6395"/>
                  </a:lnTo>
                  <a:lnTo>
                    <a:pt x="484" y="6355"/>
                  </a:lnTo>
                  <a:lnTo>
                    <a:pt x="694" y="6382"/>
                  </a:lnTo>
                  <a:lnTo>
                    <a:pt x="877" y="6395"/>
                  </a:lnTo>
                  <a:lnTo>
                    <a:pt x="1243" y="6395"/>
                  </a:lnTo>
                  <a:lnTo>
                    <a:pt x="1413" y="6382"/>
                  </a:lnTo>
                  <a:lnTo>
                    <a:pt x="1570" y="6355"/>
                  </a:lnTo>
                  <a:lnTo>
                    <a:pt x="1713" y="6329"/>
                  </a:lnTo>
                  <a:lnTo>
                    <a:pt x="1870" y="6290"/>
                  </a:lnTo>
                  <a:lnTo>
                    <a:pt x="2001" y="6251"/>
                  </a:lnTo>
                  <a:lnTo>
                    <a:pt x="2132" y="6199"/>
                  </a:lnTo>
                  <a:lnTo>
                    <a:pt x="2250" y="6146"/>
                  </a:lnTo>
                  <a:lnTo>
                    <a:pt x="2367" y="6081"/>
                  </a:lnTo>
                  <a:lnTo>
                    <a:pt x="2485" y="6016"/>
                  </a:lnTo>
                  <a:lnTo>
                    <a:pt x="2589" y="5937"/>
                  </a:lnTo>
                  <a:lnTo>
                    <a:pt x="2681" y="5859"/>
                  </a:lnTo>
                  <a:lnTo>
                    <a:pt x="2773" y="5767"/>
                  </a:lnTo>
                  <a:lnTo>
                    <a:pt x="2943" y="5571"/>
                  </a:lnTo>
                  <a:lnTo>
                    <a:pt x="3073" y="5362"/>
                  </a:lnTo>
                  <a:lnTo>
                    <a:pt x="3191" y="5139"/>
                  </a:lnTo>
                  <a:lnTo>
                    <a:pt x="3296" y="4904"/>
                  </a:lnTo>
                  <a:lnTo>
                    <a:pt x="3374" y="4643"/>
                  </a:lnTo>
                  <a:lnTo>
                    <a:pt x="3439" y="4381"/>
                  </a:lnTo>
                  <a:lnTo>
                    <a:pt x="3479" y="4106"/>
                  </a:lnTo>
                  <a:lnTo>
                    <a:pt x="3505" y="3832"/>
                  </a:lnTo>
                  <a:lnTo>
                    <a:pt x="3518" y="3544"/>
                  </a:lnTo>
                  <a:lnTo>
                    <a:pt x="3518" y="3257"/>
                  </a:lnTo>
                  <a:lnTo>
                    <a:pt x="3505" y="2969"/>
                  </a:lnTo>
                  <a:lnTo>
                    <a:pt x="3479" y="2681"/>
                  </a:lnTo>
                  <a:lnTo>
                    <a:pt x="3452" y="2407"/>
                  </a:lnTo>
                  <a:lnTo>
                    <a:pt x="3400" y="2119"/>
                  </a:lnTo>
                  <a:lnTo>
                    <a:pt x="3361" y="1857"/>
                  </a:lnTo>
                  <a:lnTo>
                    <a:pt x="3296" y="1596"/>
                  </a:lnTo>
                  <a:lnTo>
                    <a:pt x="3178" y="1099"/>
                  </a:lnTo>
                  <a:lnTo>
                    <a:pt x="3034" y="681"/>
                  </a:lnTo>
                  <a:lnTo>
                    <a:pt x="2903" y="328"/>
                  </a:lnTo>
                  <a:lnTo>
                    <a:pt x="2838" y="197"/>
                  </a:lnTo>
                  <a:lnTo>
                    <a:pt x="2773" y="79"/>
                  </a:lnTo>
                  <a:lnTo>
                    <a:pt x="2746" y="53"/>
                  </a:lnTo>
                  <a:lnTo>
                    <a:pt x="2720" y="40"/>
                  </a:lnTo>
                  <a:lnTo>
                    <a:pt x="2642" y="14"/>
                  </a:lnTo>
                  <a:lnTo>
                    <a:pt x="2550" y="1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78;p38">
              <a:extLst>
                <a:ext uri="{FF2B5EF4-FFF2-40B4-BE49-F238E27FC236}">
                  <a16:creationId xmlns:a16="http://schemas.microsoft.com/office/drawing/2014/main" id="{8FFFC3A9-D9BB-D94D-367E-C577133D993B}"/>
                </a:ext>
              </a:extLst>
            </p:cNvPr>
            <p:cNvSpPr/>
            <p:nvPr/>
          </p:nvSpPr>
          <p:spPr>
            <a:xfrm>
              <a:off x="4322225" y="5130025"/>
              <a:ext cx="87950" cy="160525"/>
            </a:xfrm>
            <a:custGeom>
              <a:avLst/>
              <a:gdLst/>
              <a:ahLst/>
              <a:cxnLst/>
              <a:rect l="l" t="t" r="r" b="b"/>
              <a:pathLst>
                <a:path w="3518" h="6421" extrusionOk="0">
                  <a:moveTo>
                    <a:pt x="2550" y="1"/>
                  </a:moveTo>
                  <a:lnTo>
                    <a:pt x="2459" y="14"/>
                  </a:lnTo>
                  <a:lnTo>
                    <a:pt x="2354" y="53"/>
                  </a:lnTo>
                  <a:lnTo>
                    <a:pt x="2276" y="92"/>
                  </a:lnTo>
                  <a:lnTo>
                    <a:pt x="2223" y="145"/>
                  </a:lnTo>
                  <a:lnTo>
                    <a:pt x="2197" y="171"/>
                  </a:lnTo>
                  <a:lnTo>
                    <a:pt x="2197" y="210"/>
                  </a:lnTo>
                  <a:lnTo>
                    <a:pt x="2145" y="563"/>
                  </a:lnTo>
                  <a:lnTo>
                    <a:pt x="2093" y="929"/>
                  </a:lnTo>
                  <a:lnTo>
                    <a:pt x="2014" y="1282"/>
                  </a:lnTo>
                  <a:lnTo>
                    <a:pt x="1936" y="1648"/>
                  </a:lnTo>
                  <a:lnTo>
                    <a:pt x="1844" y="2001"/>
                  </a:lnTo>
                  <a:lnTo>
                    <a:pt x="1726" y="2367"/>
                  </a:lnTo>
                  <a:lnTo>
                    <a:pt x="1609" y="2734"/>
                  </a:lnTo>
                  <a:lnTo>
                    <a:pt x="1478" y="3087"/>
                  </a:lnTo>
                  <a:lnTo>
                    <a:pt x="1347" y="3453"/>
                  </a:lnTo>
                  <a:lnTo>
                    <a:pt x="1203" y="3806"/>
                  </a:lnTo>
                  <a:lnTo>
                    <a:pt x="877" y="4525"/>
                  </a:lnTo>
                  <a:lnTo>
                    <a:pt x="523" y="5257"/>
                  </a:lnTo>
                  <a:lnTo>
                    <a:pt x="144" y="5976"/>
                  </a:lnTo>
                  <a:lnTo>
                    <a:pt x="66" y="6029"/>
                  </a:lnTo>
                  <a:lnTo>
                    <a:pt x="14" y="6094"/>
                  </a:lnTo>
                  <a:lnTo>
                    <a:pt x="0" y="6133"/>
                  </a:lnTo>
                  <a:lnTo>
                    <a:pt x="0" y="6172"/>
                  </a:lnTo>
                  <a:lnTo>
                    <a:pt x="0" y="6199"/>
                  </a:lnTo>
                  <a:lnTo>
                    <a:pt x="27" y="6238"/>
                  </a:lnTo>
                  <a:lnTo>
                    <a:pt x="14" y="6264"/>
                  </a:lnTo>
                  <a:lnTo>
                    <a:pt x="14" y="6290"/>
                  </a:lnTo>
                  <a:lnTo>
                    <a:pt x="27" y="6316"/>
                  </a:lnTo>
                  <a:lnTo>
                    <a:pt x="40" y="6342"/>
                  </a:lnTo>
                  <a:lnTo>
                    <a:pt x="92" y="6382"/>
                  </a:lnTo>
                  <a:lnTo>
                    <a:pt x="157" y="6408"/>
                  </a:lnTo>
                  <a:lnTo>
                    <a:pt x="236" y="6421"/>
                  </a:lnTo>
                  <a:lnTo>
                    <a:pt x="327" y="6408"/>
                  </a:lnTo>
                  <a:lnTo>
                    <a:pt x="406" y="6395"/>
                  </a:lnTo>
                  <a:lnTo>
                    <a:pt x="484" y="6356"/>
                  </a:lnTo>
                  <a:lnTo>
                    <a:pt x="680" y="6382"/>
                  </a:lnTo>
                  <a:lnTo>
                    <a:pt x="877" y="6395"/>
                  </a:lnTo>
                  <a:lnTo>
                    <a:pt x="1243" y="6395"/>
                  </a:lnTo>
                  <a:lnTo>
                    <a:pt x="1400" y="6382"/>
                  </a:lnTo>
                  <a:lnTo>
                    <a:pt x="1570" y="6356"/>
                  </a:lnTo>
                  <a:lnTo>
                    <a:pt x="1713" y="6329"/>
                  </a:lnTo>
                  <a:lnTo>
                    <a:pt x="1857" y="6290"/>
                  </a:lnTo>
                  <a:lnTo>
                    <a:pt x="2001" y="6251"/>
                  </a:lnTo>
                  <a:lnTo>
                    <a:pt x="2132" y="6199"/>
                  </a:lnTo>
                  <a:lnTo>
                    <a:pt x="2249" y="6146"/>
                  </a:lnTo>
                  <a:lnTo>
                    <a:pt x="2367" y="6081"/>
                  </a:lnTo>
                  <a:lnTo>
                    <a:pt x="2485" y="6016"/>
                  </a:lnTo>
                  <a:lnTo>
                    <a:pt x="2576" y="5937"/>
                  </a:lnTo>
                  <a:lnTo>
                    <a:pt x="2681" y="5859"/>
                  </a:lnTo>
                  <a:lnTo>
                    <a:pt x="2772" y="5767"/>
                  </a:lnTo>
                  <a:lnTo>
                    <a:pt x="2929" y="5571"/>
                  </a:lnTo>
                  <a:lnTo>
                    <a:pt x="3073" y="5362"/>
                  </a:lnTo>
                  <a:lnTo>
                    <a:pt x="3191" y="5139"/>
                  </a:lnTo>
                  <a:lnTo>
                    <a:pt x="3295" y="4904"/>
                  </a:lnTo>
                  <a:lnTo>
                    <a:pt x="3374" y="4643"/>
                  </a:lnTo>
                  <a:lnTo>
                    <a:pt x="3426" y="4381"/>
                  </a:lnTo>
                  <a:lnTo>
                    <a:pt x="3479" y="4107"/>
                  </a:lnTo>
                  <a:lnTo>
                    <a:pt x="3505" y="3832"/>
                  </a:lnTo>
                  <a:lnTo>
                    <a:pt x="3518" y="3544"/>
                  </a:lnTo>
                  <a:lnTo>
                    <a:pt x="3518" y="3257"/>
                  </a:lnTo>
                  <a:lnTo>
                    <a:pt x="3505" y="2969"/>
                  </a:lnTo>
                  <a:lnTo>
                    <a:pt x="3479" y="2681"/>
                  </a:lnTo>
                  <a:lnTo>
                    <a:pt x="3439" y="2407"/>
                  </a:lnTo>
                  <a:lnTo>
                    <a:pt x="3400" y="2119"/>
                  </a:lnTo>
                  <a:lnTo>
                    <a:pt x="3348" y="1858"/>
                  </a:lnTo>
                  <a:lnTo>
                    <a:pt x="3295" y="1596"/>
                  </a:lnTo>
                  <a:lnTo>
                    <a:pt x="3165" y="1099"/>
                  </a:lnTo>
                  <a:lnTo>
                    <a:pt x="3034" y="681"/>
                  </a:lnTo>
                  <a:lnTo>
                    <a:pt x="2890" y="328"/>
                  </a:lnTo>
                  <a:lnTo>
                    <a:pt x="2825" y="197"/>
                  </a:lnTo>
                  <a:lnTo>
                    <a:pt x="2759" y="79"/>
                  </a:lnTo>
                  <a:lnTo>
                    <a:pt x="2746" y="53"/>
                  </a:lnTo>
                  <a:lnTo>
                    <a:pt x="2720" y="40"/>
                  </a:lnTo>
                  <a:lnTo>
                    <a:pt x="2642" y="14"/>
                  </a:lnTo>
                  <a:lnTo>
                    <a:pt x="2550" y="1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79;p38">
              <a:extLst>
                <a:ext uri="{FF2B5EF4-FFF2-40B4-BE49-F238E27FC236}">
                  <a16:creationId xmlns:a16="http://schemas.microsoft.com/office/drawing/2014/main" id="{39F82132-DAAA-EC1F-B295-D1501F23B700}"/>
                </a:ext>
              </a:extLst>
            </p:cNvPr>
            <p:cNvSpPr/>
            <p:nvPr/>
          </p:nvSpPr>
          <p:spPr>
            <a:xfrm>
              <a:off x="3923425" y="5133950"/>
              <a:ext cx="83050" cy="171975"/>
            </a:xfrm>
            <a:custGeom>
              <a:avLst/>
              <a:gdLst/>
              <a:ahLst/>
              <a:cxnLst/>
              <a:rect l="l" t="t" r="r" b="b"/>
              <a:pathLst>
                <a:path w="3322" h="6879" extrusionOk="0">
                  <a:moveTo>
                    <a:pt x="2550" y="1"/>
                  </a:moveTo>
                  <a:lnTo>
                    <a:pt x="2458" y="14"/>
                  </a:lnTo>
                  <a:lnTo>
                    <a:pt x="2354" y="53"/>
                  </a:lnTo>
                  <a:lnTo>
                    <a:pt x="2275" y="92"/>
                  </a:lnTo>
                  <a:lnTo>
                    <a:pt x="2223" y="145"/>
                  </a:lnTo>
                  <a:lnTo>
                    <a:pt x="2210" y="171"/>
                  </a:lnTo>
                  <a:lnTo>
                    <a:pt x="2197" y="197"/>
                  </a:lnTo>
                  <a:lnTo>
                    <a:pt x="2145" y="563"/>
                  </a:lnTo>
                  <a:lnTo>
                    <a:pt x="2092" y="929"/>
                  </a:lnTo>
                  <a:lnTo>
                    <a:pt x="2014" y="1282"/>
                  </a:lnTo>
                  <a:lnTo>
                    <a:pt x="1935" y="1648"/>
                  </a:lnTo>
                  <a:lnTo>
                    <a:pt x="1844" y="2001"/>
                  </a:lnTo>
                  <a:lnTo>
                    <a:pt x="1726" y="2367"/>
                  </a:lnTo>
                  <a:lnTo>
                    <a:pt x="1609" y="2733"/>
                  </a:lnTo>
                  <a:lnTo>
                    <a:pt x="1491" y="3087"/>
                  </a:lnTo>
                  <a:lnTo>
                    <a:pt x="1347" y="3453"/>
                  </a:lnTo>
                  <a:lnTo>
                    <a:pt x="1203" y="3806"/>
                  </a:lnTo>
                  <a:lnTo>
                    <a:pt x="876" y="4525"/>
                  </a:lnTo>
                  <a:lnTo>
                    <a:pt x="523" y="5257"/>
                  </a:lnTo>
                  <a:lnTo>
                    <a:pt x="144" y="5976"/>
                  </a:lnTo>
                  <a:lnTo>
                    <a:pt x="66" y="6029"/>
                  </a:lnTo>
                  <a:lnTo>
                    <a:pt x="26" y="6094"/>
                  </a:lnTo>
                  <a:lnTo>
                    <a:pt x="13" y="6133"/>
                  </a:lnTo>
                  <a:lnTo>
                    <a:pt x="0" y="6172"/>
                  </a:lnTo>
                  <a:lnTo>
                    <a:pt x="13" y="6199"/>
                  </a:lnTo>
                  <a:lnTo>
                    <a:pt x="26" y="6225"/>
                  </a:lnTo>
                  <a:lnTo>
                    <a:pt x="13" y="6264"/>
                  </a:lnTo>
                  <a:lnTo>
                    <a:pt x="13" y="6290"/>
                  </a:lnTo>
                  <a:lnTo>
                    <a:pt x="26" y="6316"/>
                  </a:lnTo>
                  <a:lnTo>
                    <a:pt x="39" y="6342"/>
                  </a:lnTo>
                  <a:lnTo>
                    <a:pt x="92" y="6382"/>
                  </a:lnTo>
                  <a:lnTo>
                    <a:pt x="157" y="6408"/>
                  </a:lnTo>
                  <a:lnTo>
                    <a:pt x="236" y="6421"/>
                  </a:lnTo>
                  <a:lnTo>
                    <a:pt x="327" y="6408"/>
                  </a:lnTo>
                  <a:lnTo>
                    <a:pt x="406" y="6395"/>
                  </a:lnTo>
                  <a:lnTo>
                    <a:pt x="484" y="6355"/>
                  </a:lnTo>
                  <a:lnTo>
                    <a:pt x="654" y="6473"/>
                  </a:lnTo>
                  <a:lnTo>
                    <a:pt x="824" y="6565"/>
                  </a:lnTo>
                  <a:lnTo>
                    <a:pt x="981" y="6656"/>
                  </a:lnTo>
                  <a:lnTo>
                    <a:pt x="1138" y="6722"/>
                  </a:lnTo>
                  <a:lnTo>
                    <a:pt x="1282" y="6774"/>
                  </a:lnTo>
                  <a:lnTo>
                    <a:pt x="1425" y="6826"/>
                  </a:lnTo>
                  <a:lnTo>
                    <a:pt x="1556" y="6852"/>
                  </a:lnTo>
                  <a:lnTo>
                    <a:pt x="1687" y="6865"/>
                  </a:lnTo>
                  <a:lnTo>
                    <a:pt x="1805" y="6878"/>
                  </a:lnTo>
                  <a:lnTo>
                    <a:pt x="1922" y="6865"/>
                  </a:lnTo>
                  <a:lnTo>
                    <a:pt x="2040" y="6852"/>
                  </a:lnTo>
                  <a:lnTo>
                    <a:pt x="2145" y="6826"/>
                  </a:lnTo>
                  <a:lnTo>
                    <a:pt x="2236" y="6787"/>
                  </a:lnTo>
                  <a:lnTo>
                    <a:pt x="2341" y="6735"/>
                  </a:lnTo>
                  <a:lnTo>
                    <a:pt x="2432" y="6682"/>
                  </a:lnTo>
                  <a:lnTo>
                    <a:pt x="2511" y="6617"/>
                  </a:lnTo>
                  <a:lnTo>
                    <a:pt x="2589" y="6538"/>
                  </a:lnTo>
                  <a:lnTo>
                    <a:pt x="2668" y="6447"/>
                  </a:lnTo>
                  <a:lnTo>
                    <a:pt x="2733" y="6355"/>
                  </a:lnTo>
                  <a:lnTo>
                    <a:pt x="2798" y="6251"/>
                  </a:lnTo>
                  <a:lnTo>
                    <a:pt x="2916" y="6029"/>
                  </a:lnTo>
                  <a:lnTo>
                    <a:pt x="3021" y="5780"/>
                  </a:lnTo>
                  <a:lnTo>
                    <a:pt x="3112" y="5506"/>
                  </a:lnTo>
                  <a:lnTo>
                    <a:pt x="3178" y="5218"/>
                  </a:lnTo>
                  <a:lnTo>
                    <a:pt x="3230" y="4904"/>
                  </a:lnTo>
                  <a:lnTo>
                    <a:pt x="3269" y="4577"/>
                  </a:lnTo>
                  <a:lnTo>
                    <a:pt x="3295" y="4250"/>
                  </a:lnTo>
                  <a:lnTo>
                    <a:pt x="3321" y="3910"/>
                  </a:lnTo>
                  <a:lnTo>
                    <a:pt x="3321" y="3557"/>
                  </a:lnTo>
                  <a:lnTo>
                    <a:pt x="3321" y="3217"/>
                  </a:lnTo>
                  <a:lnTo>
                    <a:pt x="3308" y="2864"/>
                  </a:lnTo>
                  <a:lnTo>
                    <a:pt x="3282" y="2524"/>
                  </a:lnTo>
                  <a:lnTo>
                    <a:pt x="3243" y="2197"/>
                  </a:lnTo>
                  <a:lnTo>
                    <a:pt x="3204" y="1870"/>
                  </a:lnTo>
                  <a:lnTo>
                    <a:pt x="3112" y="1269"/>
                  </a:lnTo>
                  <a:lnTo>
                    <a:pt x="3060" y="1007"/>
                  </a:lnTo>
                  <a:lnTo>
                    <a:pt x="3008" y="759"/>
                  </a:lnTo>
                  <a:lnTo>
                    <a:pt x="2955" y="537"/>
                  </a:lnTo>
                  <a:lnTo>
                    <a:pt x="2890" y="354"/>
                  </a:lnTo>
                  <a:lnTo>
                    <a:pt x="2825" y="197"/>
                  </a:lnTo>
                  <a:lnTo>
                    <a:pt x="2772" y="79"/>
                  </a:lnTo>
                  <a:lnTo>
                    <a:pt x="2746" y="53"/>
                  </a:lnTo>
                  <a:lnTo>
                    <a:pt x="2720" y="40"/>
                  </a:lnTo>
                  <a:lnTo>
                    <a:pt x="2642" y="14"/>
                  </a:lnTo>
                  <a:lnTo>
                    <a:pt x="2550" y="1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0;p38">
              <a:extLst>
                <a:ext uri="{FF2B5EF4-FFF2-40B4-BE49-F238E27FC236}">
                  <a16:creationId xmlns:a16="http://schemas.microsoft.com/office/drawing/2014/main" id="{ABE3427F-CC5D-EA48-22EB-893EF167BEC2}"/>
                </a:ext>
              </a:extLst>
            </p:cNvPr>
            <p:cNvSpPr/>
            <p:nvPr/>
          </p:nvSpPr>
          <p:spPr>
            <a:xfrm>
              <a:off x="5139775" y="5120225"/>
              <a:ext cx="87950" cy="160200"/>
            </a:xfrm>
            <a:custGeom>
              <a:avLst/>
              <a:gdLst/>
              <a:ahLst/>
              <a:cxnLst/>
              <a:rect l="l" t="t" r="r" b="b"/>
              <a:pathLst>
                <a:path w="3518" h="6408" extrusionOk="0">
                  <a:moveTo>
                    <a:pt x="2550" y="0"/>
                  </a:moveTo>
                  <a:lnTo>
                    <a:pt x="2459" y="14"/>
                  </a:lnTo>
                  <a:lnTo>
                    <a:pt x="2354" y="40"/>
                  </a:lnTo>
                  <a:lnTo>
                    <a:pt x="2276" y="79"/>
                  </a:lnTo>
                  <a:lnTo>
                    <a:pt x="2223" y="131"/>
                  </a:lnTo>
                  <a:lnTo>
                    <a:pt x="2197" y="157"/>
                  </a:lnTo>
                  <a:lnTo>
                    <a:pt x="2197" y="197"/>
                  </a:lnTo>
                  <a:lnTo>
                    <a:pt x="2145" y="563"/>
                  </a:lnTo>
                  <a:lnTo>
                    <a:pt x="2093" y="916"/>
                  </a:lnTo>
                  <a:lnTo>
                    <a:pt x="2014" y="1282"/>
                  </a:lnTo>
                  <a:lnTo>
                    <a:pt x="1936" y="1635"/>
                  </a:lnTo>
                  <a:lnTo>
                    <a:pt x="1844" y="2001"/>
                  </a:lnTo>
                  <a:lnTo>
                    <a:pt x="1726" y="2354"/>
                  </a:lnTo>
                  <a:lnTo>
                    <a:pt x="1609" y="2720"/>
                  </a:lnTo>
                  <a:lnTo>
                    <a:pt x="1478" y="3073"/>
                  </a:lnTo>
                  <a:lnTo>
                    <a:pt x="1347" y="3439"/>
                  </a:lnTo>
                  <a:lnTo>
                    <a:pt x="1190" y="3806"/>
                  </a:lnTo>
                  <a:lnTo>
                    <a:pt x="877" y="4525"/>
                  </a:lnTo>
                  <a:lnTo>
                    <a:pt x="524" y="5244"/>
                  </a:lnTo>
                  <a:lnTo>
                    <a:pt x="144" y="5976"/>
                  </a:lnTo>
                  <a:lnTo>
                    <a:pt x="66" y="6028"/>
                  </a:lnTo>
                  <a:lnTo>
                    <a:pt x="14" y="6094"/>
                  </a:lnTo>
                  <a:lnTo>
                    <a:pt x="0" y="6120"/>
                  </a:lnTo>
                  <a:lnTo>
                    <a:pt x="0" y="6159"/>
                  </a:lnTo>
                  <a:lnTo>
                    <a:pt x="0" y="6185"/>
                  </a:lnTo>
                  <a:lnTo>
                    <a:pt x="27" y="6224"/>
                  </a:lnTo>
                  <a:lnTo>
                    <a:pt x="14" y="6251"/>
                  </a:lnTo>
                  <a:lnTo>
                    <a:pt x="14" y="6290"/>
                  </a:lnTo>
                  <a:lnTo>
                    <a:pt x="27" y="6316"/>
                  </a:lnTo>
                  <a:lnTo>
                    <a:pt x="40" y="6329"/>
                  </a:lnTo>
                  <a:lnTo>
                    <a:pt x="92" y="6368"/>
                  </a:lnTo>
                  <a:lnTo>
                    <a:pt x="157" y="6394"/>
                  </a:lnTo>
                  <a:lnTo>
                    <a:pt x="236" y="6408"/>
                  </a:lnTo>
                  <a:lnTo>
                    <a:pt x="327" y="6408"/>
                  </a:lnTo>
                  <a:lnTo>
                    <a:pt x="406" y="6381"/>
                  </a:lnTo>
                  <a:lnTo>
                    <a:pt x="484" y="6342"/>
                  </a:lnTo>
                  <a:lnTo>
                    <a:pt x="680" y="6368"/>
                  </a:lnTo>
                  <a:lnTo>
                    <a:pt x="877" y="6381"/>
                  </a:lnTo>
                  <a:lnTo>
                    <a:pt x="1230" y="6381"/>
                  </a:lnTo>
                  <a:lnTo>
                    <a:pt x="1400" y="6368"/>
                  </a:lnTo>
                  <a:lnTo>
                    <a:pt x="1556" y="6355"/>
                  </a:lnTo>
                  <a:lnTo>
                    <a:pt x="1713" y="6316"/>
                  </a:lnTo>
                  <a:lnTo>
                    <a:pt x="1857" y="6290"/>
                  </a:lnTo>
                  <a:lnTo>
                    <a:pt x="2001" y="6238"/>
                  </a:lnTo>
                  <a:lnTo>
                    <a:pt x="2132" y="6185"/>
                  </a:lnTo>
                  <a:lnTo>
                    <a:pt x="2249" y="6133"/>
                  </a:lnTo>
                  <a:lnTo>
                    <a:pt x="2367" y="6068"/>
                  </a:lnTo>
                  <a:lnTo>
                    <a:pt x="2472" y="6002"/>
                  </a:lnTo>
                  <a:lnTo>
                    <a:pt x="2576" y="5924"/>
                  </a:lnTo>
                  <a:lnTo>
                    <a:pt x="2681" y="5845"/>
                  </a:lnTo>
                  <a:lnTo>
                    <a:pt x="2773" y="5754"/>
                  </a:lnTo>
                  <a:lnTo>
                    <a:pt x="2929" y="5571"/>
                  </a:lnTo>
                  <a:lnTo>
                    <a:pt x="3073" y="5362"/>
                  </a:lnTo>
                  <a:lnTo>
                    <a:pt x="3191" y="5139"/>
                  </a:lnTo>
                  <a:lnTo>
                    <a:pt x="3296" y="4891"/>
                  </a:lnTo>
                  <a:lnTo>
                    <a:pt x="3374" y="4642"/>
                  </a:lnTo>
                  <a:lnTo>
                    <a:pt x="3426" y="4381"/>
                  </a:lnTo>
                  <a:lnTo>
                    <a:pt x="3479" y="4106"/>
                  </a:lnTo>
                  <a:lnTo>
                    <a:pt x="3505" y="3819"/>
                  </a:lnTo>
                  <a:lnTo>
                    <a:pt x="3518" y="3531"/>
                  </a:lnTo>
                  <a:lnTo>
                    <a:pt x="3518" y="3243"/>
                  </a:lnTo>
                  <a:lnTo>
                    <a:pt x="3505" y="2956"/>
                  </a:lnTo>
                  <a:lnTo>
                    <a:pt x="3479" y="2681"/>
                  </a:lnTo>
                  <a:lnTo>
                    <a:pt x="3439" y="2393"/>
                  </a:lnTo>
                  <a:lnTo>
                    <a:pt x="3400" y="2119"/>
                  </a:lnTo>
                  <a:lnTo>
                    <a:pt x="3348" y="1844"/>
                  </a:lnTo>
                  <a:lnTo>
                    <a:pt x="3296" y="1583"/>
                  </a:lnTo>
                  <a:lnTo>
                    <a:pt x="3165" y="1099"/>
                  </a:lnTo>
                  <a:lnTo>
                    <a:pt x="3034" y="667"/>
                  </a:lnTo>
                  <a:lnTo>
                    <a:pt x="2890" y="327"/>
                  </a:lnTo>
                  <a:lnTo>
                    <a:pt x="2825" y="184"/>
                  </a:lnTo>
                  <a:lnTo>
                    <a:pt x="2759" y="66"/>
                  </a:lnTo>
                  <a:lnTo>
                    <a:pt x="2746" y="40"/>
                  </a:lnTo>
                  <a:lnTo>
                    <a:pt x="2720" y="27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81;p38">
              <a:extLst>
                <a:ext uri="{FF2B5EF4-FFF2-40B4-BE49-F238E27FC236}">
                  <a16:creationId xmlns:a16="http://schemas.microsoft.com/office/drawing/2014/main" id="{B9F99220-CC41-56DA-71C1-9757D23B6E2E}"/>
                </a:ext>
              </a:extLst>
            </p:cNvPr>
            <p:cNvSpPr/>
            <p:nvPr/>
          </p:nvSpPr>
          <p:spPr>
            <a:xfrm>
              <a:off x="5325450" y="5090150"/>
              <a:ext cx="87625" cy="160200"/>
            </a:xfrm>
            <a:custGeom>
              <a:avLst/>
              <a:gdLst/>
              <a:ahLst/>
              <a:cxnLst/>
              <a:rect l="l" t="t" r="r" b="b"/>
              <a:pathLst>
                <a:path w="3505" h="6408" extrusionOk="0">
                  <a:moveTo>
                    <a:pt x="2550" y="1"/>
                  </a:moveTo>
                  <a:lnTo>
                    <a:pt x="2446" y="14"/>
                  </a:lnTo>
                  <a:lnTo>
                    <a:pt x="2354" y="40"/>
                  </a:lnTo>
                  <a:lnTo>
                    <a:pt x="2276" y="79"/>
                  </a:lnTo>
                  <a:lnTo>
                    <a:pt x="2210" y="131"/>
                  </a:lnTo>
                  <a:lnTo>
                    <a:pt x="2197" y="157"/>
                  </a:lnTo>
                  <a:lnTo>
                    <a:pt x="2184" y="197"/>
                  </a:lnTo>
                  <a:lnTo>
                    <a:pt x="2145" y="550"/>
                  </a:lnTo>
                  <a:lnTo>
                    <a:pt x="2093" y="916"/>
                  </a:lnTo>
                  <a:lnTo>
                    <a:pt x="2014" y="1282"/>
                  </a:lnTo>
                  <a:lnTo>
                    <a:pt x="1936" y="1635"/>
                  </a:lnTo>
                  <a:lnTo>
                    <a:pt x="1831" y="2001"/>
                  </a:lnTo>
                  <a:lnTo>
                    <a:pt x="1726" y="2354"/>
                  </a:lnTo>
                  <a:lnTo>
                    <a:pt x="1609" y="2720"/>
                  </a:lnTo>
                  <a:lnTo>
                    <a:pt x="1478" y="3073"/>
                  </a:lnTo>
                  <a:lnTo>
                    <a:pt x="1334" y="3439"/>
                  </a:lnTo>
                  <a:lnTo>
                    <a:pt x="1190" y="3806"/>
                  </a:lnTo>
                  <a:lnTo>
                    <a:pt x="876" y="4525"/>
                  </a:lnTo>
                  <a:lnTo>
                    <a:pt x="523" y="5244"/>
                  </a:lnTo>
                  <a:lnTo>
                    <a:pt x="144" y="5976"/>
                  </a:lnTo>
                  <a:lnTo>
                    <a:pt x="66" y="6028"/>
                  </a:lnTo>
                  <a:lnTo>
                    <a:pt x="14" y="6094"/>
                  </a:lnTo>
                  <a:lnTo>
                    <a:pt x="0" y="6120"/>
                  </a:lnTo>
                  <a:lnTo>
                    <a:pt x="0" y="6159"/>
                  </a:lnTo>
                  <a:lnTo>
                    <a:pt x="0" y="6185"/>
                  </a:lnTo>
                  <a:lnTo>
                    <a:pt x="14" y="6225"/>
                  </a:lnTo>
                  <a:lnTo>
                    <a:pt x="14" y="6251"/>
                  </a:lnTo>
                  <a:lnTo>
                    <a:pt x="14" y="6277"/>
                  </a:lnTo>
                  <a:lnTo>
                    <a:pt x="14" y="6316"/>
                  </a:lnTo>
                  <a:lnTo>
                    <a:pt x="40" y="6329"/>
                  </a:lnTo>
                  <a:lnTo>
                    <a:pt x="79" y="6368"/>
                  </a:lnTo>
                  <a:lnTo>
                    <a:pt x="157" y="6395"/>
                  </a:lnTo>
                  <a:lnTo>
                    <a:pt x="236" y="6408"/>
                  </a:lnTo>
                  <a:lnTo>
                    <a:pt x="314" y="6408"/>
                  </a:lnTo>
                  <a:lnTo>
                    <a:pt x="406" y="6381"/>
                  </a:lnTo>
                  <a:lnTo>
                    <a:pt x="484" y="6342"/>
                  </a:lnTo>
                  <a:lnTo>
                    <a:pt x="680" y="6368"/>
                  </a:lnTo>
                  <a:lnTo>
                    <a:pt x="876" y="6381"/>
                  </a:lnTo>
                  <a:lnTo>
                    <a:pt x="1230" y="6381"/>
                  </a:lnTo>
                  <a:lnTo>
                    <a:pt x="1400" y="6368"/>
                  </a:lnTo>
                  <a:lnTo>
                    <a:pt x="1556" y="6355"/>
                  </a:lnTo>
                  <a:lnTo>
                    <a:pt x="1713" y="6316"/>
                  </a:lnTo>
                  <a:lnTo>
                    <a:pt x="1857" y="6290"/>
                  </a:lnTo>
                  <a:lnTo>
                    <a:pt x="1988" y="6238"/>
                  </a:lnTo>
                  <a:lnTo>
                    <a:pt x="2119" y="6185"/>
                  </a:lnTo>
                  <a:lnTo>
                    <a:pt x="2249" y="6133"/>
                  </a:lnTo>
                  <a:lnTo>
                    <a:pt x="2367" y="6068"/>
                  </a:lnTo>
                  <a:lnTo>
                    <a:pt x="2472" y="6002"/>
                  </a:lnTo>
                  <a:lnTo>
                    <a:pt x="2576" y="5924"/>
                  </a:lnTo>
                  <a:lnTo>
                    <a:pt x="2668" y="5845"/>
                  </a:lnTo>
                  <a:lnTo>
                    <a:pt x="2759" y="5754"/>
                  </a:lnTo>
                  <a:lnTo>
                    <a:pt x="2929" y="5571"/>
                  </a:lnTo>
                  <a:lnTo>
                    <a:pt x="3073" y="5362"/>
                  </a:lnTo>
                  <a:lnTo>
                    <a:pt x="3191" y="5126"/>
                  </a:lnTo>
                  <a:lnTo>
                    <a:pt x="3282" y="4891"/>
                  </a:lnTo>
                  <a:lnTo>
                    <a:pt x="3361" y="4642"/>
                  </a:lnTo>
                  <a:lnTo>
                    <a:pt x="3426" y="4368"/>
                  </a:lnTo>
                  <a:lnTo>
                    <a:pt x="3465" y="4106"/>
                  </a:lnTo>
                  <a:lnTo>
                    <a:pt x="3492" y="3819"/>
                  </a:lnTo>
                  <a:lnTo>
                    <a:pt x="3505" y="3531"/>
                  </a:lnTo>
                  <a:lnTo>
                    <a:pt x="3505" y="3243"/>
                  </a:lnTo>
                  <a:lnTo>
                    <a:pt x="3492" y="2956"/>
                  </a:lnTo>
                  <a:lnTo>
                    <a:pt x="3479" y="2668"/>
                  </a:lnTo>
                  <a:lnTo>
                    <a:pt x="3439" y="2393"/>
                  </a:lnTo>
                  <a:lnTo>
                    <a:pt x="3400" y="2106"/>
                  </a:lnTo>
                  <a:lnTo>
                    <a:pt x="3348" y="1844"/>
                  </a:lnTo>
                  <a:lnTo>
                    <a:pt x="3295" y="1583"/>
                  </a:lnTo>
                  <a:lnTo>
                    <a:pt x="3165" y="1099"/>
                  </a:lnTo>
                  <a:lnTo>
                    <a:pt x="3034" y="667"/>
                  </a:lnTo>
                  <a:lnTo>
                    <a:pt x="2890" y="327"/>
                  </a:lnTo>
                  <a:lnTo>
                    <a:pt x="2825" y="184"/>
                  </a:lnTo>
                  <a:lnTo>
                    <a:pt x="2759" y="66"/>
                  </a:lnTo>
                  <a:lnTo>
                    <a:pt x="2733" y="40"/>
                  </a:lnTo>
                  <a:lnTo>
                    <a:pt x="2707" y="27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82;p38">
              <a:extLst>
                <a:ext uri="{FF2B5EF4-FFF2-40B4-BE49-F238E27FC236}">
                  <a16:creationId xmlns:a16="http://schemas.microsoft.com/office/drawing/2014/main" id="{DD676B7E-1D0E-5131-FBEE-8311B1CCE081}"/>
                </a:ext>
              </a:extLst>
            </p:cNvPr>
            <p:cNvSpPr/>
            <p:nvPr/>
          </p:nvSpPr>
          <p:spPr>
            <a:xfrm>
              <a:off x="4926650" y="5094075"/>
              <a:ext cx="83050" cy="171650"/>
            </a:xfrm>
            <a:custGeom>
              <a:avLst/>
              <a:gdLst/>
              <a:ahLst/>
              <a:cxnLst/>
              <a:rect l="l" t="t" r="r" b="b"/>
              <a:pathLst>
                <a:path w="3322" h="6866" extrusionOk="0">
                  <a:moveTo>
                    <a:pt x="2550" y="0"/>
                  </a:moveTo>
                  <a:lnTo>
                    <a:pt x="2445" y="14"/>
                  </a:lnTo>
                  <a:lnTo>
                    <a:pt x="2354" y="40"/>
                  </a:lnTo>
                  <a:lnTo>
                    <a:pt x="2275" y="79"/>
                  </a:lnTo>
                  <a:lnTo>
                    <a:pt x="2210" y="131"/>
                  </a:lnTo>
                  <a:lnTo>
                    <a:pt x="2197" y="157"/>
                  </a:lnTo>
                  <a:lnTo>
                    <a:pt x="2197" y="197"/>
                  </a:lnTo>
                  <a:lnTo>
                    <a:pt x="2145" y="550"/>
                  </a:lnTo>
                  <a:lnTo>
                    <a:pt x="2092" y="916"/>
                  </a:lnTo>
                  <a:lnTo>
                    <a:pt x="2014" y="1282"/>
                  </a:lnTo>
                  <a:lnTo>
                    <a:pt x="1935" y="1635"/>
                  </a:lnTo>
                  <a:lnTo>
                    <a:pt x="1831" y="2001"/>
                  </a:lnTo>
                  <a:lnTo>
                    <a:pt x="1726" y="2354"/>
                  </a:lnTo>
                  <a:lnTo>
                    <a:pt x="1609" y="2720"/>
                  </a:lnTo>
                  <a:lnTo>
                    <a:pt x="1478" y="3073"/>
                  </a:lnTo>
                  <a:lnTo>
                    <a:pt x="1347" y="3439"/>
                  </a:lnTo>
                  <a:lnTo>
                    <a:pt x="1190" y="3792"/>
                  </a:lnTo>
                  <a:lnTo>
                    <a:pt x="876" y="4525"/>
                  </a:lnTo>
                  <a:lnTo>
                    <a:pt x="523" y="5244"/>
                  </a:lnTo>
                  <a:lnTo>
                    <a:pt x="144" y="5976"/>
                  </a:lnTo>
                  <a:lnTo>
                    <a:pt x="66" y="6028"/>
                  </a:lnTo>
                  <a:lnTo>
                    <a:pt x="13" y="6094"/>
                  </a:lnTo>
                  <a:lnTo>
                    <a:pt x="0" y="6120"/>
                  </a:lnTo>
                  <a:lnTo>
                    <a:pt x="0" y="6159"/>
                  </a:lnTo>
                  <a:lnTo>
                    <a:pt x="0" y="6185"/>
                  </a:lnTo>
                  <a:lnTo>
                    <a:pt x="13" y="6224"/>
                  </a:lnTo>
                  <a:lnTo>
                    <a:pt x="13" y="6251"/>
                  </a:lnTo>
                  <a:lnTo>
                    <a:pt x="13" y="6277"/>
                  </a:lnTo>
                  <a:lnTo>
                    <a:pt x="13" y="6316"/>
                  </a:lnTo>
                  <a:lnTo>
                    <a:pt x="39" y="6329"/>
                  </a:lnTo>
                  <a:lnTo>
                    <a:pt x="79" y="6368"/>
                  </a:lnTo>
                  <a:lnTo>
                    <a:pt x="157" y="6394"/>
                  </a:lnTo>
                  <a:lnTo>
                    <a:pt x="236" y="6408"/>
                  </a:lnTo>
                  <a:lnTo>
                    <a:pt x="314" y="6408"/>
                  </a:lnTo>
                  <a:lnTo>
                    <a:pt x="406" y="6381"/>
                  </a:lnTo>
                  <a:lnTo>
                    <a:pt x="484" y="6342"/>
                  </a:lnTo>
                  <a:lnTo>
                    <a:pt x="654" y="6460"/>
                  </a:lnTo>
                  <a:lnTo>
                    <a:pt x="824" y="6564"/>
                  </a:lnTo>
                  <a:lnTo>
                    <a:pt x="981" y="6643"/>
                  </a:lnTo>
                  <a:lnTo>
                    <a:pt x="1125" y="6708"/>
                  </a:lnTo>
                  <a:lnTo>
                    <a:pt x="1282" y="6774"/>
                  </a:lnTo>
                  <a:lnTo>
                    <a:pt x="1412" y="6813"/>
                  </a:lnTo>
                  <a:lnTo>
                    <a:pt x="1556" y="6839"/>
                  </a:lnTo>
                  <a:lnTo>
                    <a:pt x="1674" y="6865"/>
                  </a:lnTo>
                  <a:lnTo>
                    <a:pt x="1922" y="6865"/>
                  </a:lnTo>
                  <a:lnTo>
                    <a:pt x="2027" y="6839"/>
                  </a:lnTo>
                  <a:lnTo>
                    <a:pt x="2132" y="6813"/>
                  </a:lnTo>
                  <a:lnTo>
                    <a:pt x="2236" y="6774"/>
                  </a:lnTo>
                  <a:lnTo>
                    <a:pt x="2328" y="6721"/>
                  </a:lnTo>
                  <a:lnTo>
                    <a:pt x="2419" y="6669"/>
                  </a:lnTo>
                  <a:lnTo>
                    <a:pt x="2511" y="6604"/>
                  </a:lnTo>
                  <a:lnTo>
                    <a:pt x="2589" y="6525"/>
                  </a:lnTo>
                  <a:lnTo>
                    <a:pt x="2668" y="6434"/>
                  </a:lnTo>
                  <a:lnTo>
                    <a:pt x="2733" y="6342"/>
                  </a:lnTo>
                  <a:lnTo>
                    <a:pt x="2798" y="6251"/>
                  </a:lnTo>
                  <a:lnTo>
                    <a:pt x="2916" y="6028"/>
                  </a:lnTo>
                  <a:lnTo>
                    <a:pt x="3021" y="5767"/>
                  </a:lnTo>
                  <a:lnTo>
                    <a:pt x="3099" y="5505"/>
                  </a:lnTo>
                  <a:lnTo>
                    <a:pt x="3178" y="5205"/>
                  </a:lnTo>
                  <a:lnTo>
                    <a:pt x="3230" y="4891"/>
                  </a:lnTo>
                  <a:lnTo>
                    <a:pt x="3269" y="4577"/>
                  </a:lnTo>
                  <a:lnTo>
                    <a:pt x="3295" y="4237"/>
                  </a:lnTo>
                  <a:lnTo>
                    <a:pt x="3308" y="3897"/>
                  </a:lnTo>
                  <a:lnTo>
                    <a:pt x="3321" y="3544"/>
                  </a:lnTo>
                  <a:lnTo>
                    <a:pt x="3308" y="3204"/>
                  </a:lnTo>
                  <a:lnTo>
                    <a:pt x="3295" y="2851"/>
                  </a:lnTo>
                  <a:lnTo>
                    <a:pt x="3269" y="2511"/>
                  </a:lnTo>
                  <a:lnTo>
                    <a:pt x="3243" y="2184"/>
                  </a:lnTo>
                  <a:lnTo>
                    <a:pt x="3204" y="1857"/>
                  </a:lnTo>
                  <a:lnTo>
                    <a:pt x="3112" y="1269"/>
                  </a:lnTo>
                  <a:lnTo>
                    <a:pt x="3060" y="994"/>
                  </a:lnTo>
                  <a:lnTo>
                    <a:pt x="3008" y="746"/>
                  </a:lnTo>
                  <a:lnTo>
                    <a:pt x="2942" y="537"/>
                  </a:lnTo>
                  <a:lnTo>
                    <a:pt x="2890" y="340"/>
                  </a:lnTo>
                  <a:lnTo>
                    <a:pt x="2825" y="184"/>
                  </a:lnTo>
                  <a:lnTo>
                    <a:pt x="2759" y="66"/>
                  </a:lnTo>
                  <a:lnTo>
                    <a:pt x="2746" y="40"/>
                  </a:lnTo>
                  <a:lnTo>
                    <a:pt x="2707" y="27"/>
                  </a:lnTo>
                  <a:lnTo>
                    <a:pt x="2641" y="0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83;p38">
              <a:extLst>
                <a:ext uri="{FF2B5EF4-FFF2-40B4-BE49-F238E27FC236}">
                  <a16:creationId xmlns:a16="http://schemas.microsoft.com/office/drawing/2014/main" id="{1DE7BDE3-FABA-3C44-A4C6-8BD0D0708714}"/>
                </a:ext>
              </a:extLst>
            </p:cNvPr>
            <p:cNvSpPr/>
            <p:nvPr/>
          </p:nvSpPr>
          <p:spPr>
            <a:xfrm>
              <a:off x="4428125" y="1989275"/>
              <a:ext cx="30100" cy="15375"/>
            </a:xfrm>
            <a:custGeom>
              <a:avLst/>
              <a:gdLst/>
              <a:ahLst/>
              <a:cxnLst/>
              <a:rect l="l" t="t" r="r" b="b"/>
              <a:pathLst>
                <a:path w="1204" h="615" extrusionOk="0">
                  <a:moveTo>
                    <a:pt x="602" y="0"/>
                  </a:moveTo>
                  <a:lnTo>
                    <a:pt x="485" y="13"/>
                  </a:lnTo>
                  <a:lnTo>
                    <a:pt x="367" y="26"/>
                  </a:lnTo>
                  <a:lnTo>
                    <a:pt x="262" y="52"/>
                  </a:lnTo>
                  <a:lnTo>
                    <a:pt x="171" y="92"/>
                  </a:lnTo>
                  <a:lnTo>
                    <a:pt x="106" y="144"/>
                  </a:lnTo>
                  <a:lnTo>
                    <a:pt x="53" y="196"/>
                  </a:lnTo>
                  <a:lnTo>
                    <a:pt x="14" y="249"/>
                  </a:lnTo>
                  <a:lnTo>
                    <a:pt x="1" y="301"/>
                  </a:lnTo>
                  <a:lnTo>
                    <a:pt x="14" y="366"/>
                  </a:lnTo>
                  <a:lnTo>
                    <a:pt x="53" y="419"/>
                  </a:lnTo>
                  <a:lnTo>
                    <a:pt x="106" y="471"/>
                  </a:lnTo>
                  <a:lnTo>
                    <a:pt x="171" y="523"/>
                  </a:lnTo>
                  <a:lnTo>
                    <a:pt x="262" y="562"/>
                  </a:lnTo>
                  <a:lnTo>
                    <a:pt x="367" y="589"/>
                  </a:lnTo>
                  <a:lnTo>
                    <a:pt x="485" y="602"/>
                  </a:lnTo>
                  <a:lnTo>
                    <a:pt x="602" y="615"/>
                  </a:lnTo>
                  <a:lnTo>
                    <a:pt x="720" y="602"/>
                  </a:lnTo>
                  <a:lnTo>
                    <a:pt x="838" y="589"/>
                  </a:lnTo>
                  <a:lnTo>
                    <a:pt x="942" y="562"/>
                  </a:lnTo>
                  <a:lnTo>
                    <a:pt x="1034" y="523"/>
                  </a:lnTo>
                  <a:lnTo>
                    <a:pt x="1099" y="471"/>
                  </a:lnTo>
                  <a:lnTo>
                    <a:pt x="1152" y="419"/>
                  </a:lnTo>
                  <a:lnTo>
                    <a:pt x="1191" y="366"/>
                  </a:lnTo>
                  <a:lnTo>
                    <a:pt x="1204" y="301"/>
                  </a:lnTo>
                  <a:lnTo>
                    <a:pt x="1191" y="249"/>
                  </a:lnTo>
                  <a:lnTo>
                    <a:pt x="1152" y="196"/>
                  </a:lnTo>
                  <a:lnTo>
                    <a:pt x="1099" y="144"/>
                  </a:lnTo>
                  <a:lnTo>
                    <a:pt x="1034" y="92"/>
                  </a:lnTo>
                  <a:lnTo>
                    <a:pt x="942" y="52"/>
                  </a:lnTo>
                  <a:lnTo>
                    <a:pt x="838" y="26"/>
                  </a:lnTo>
                  <a:lnTo>
                    <a:pt x="720" y="13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84;p38">
              <a:extLst>
                <a:ext uri="{FF2B5EF4-FFF2-40B4-BE49-F238E27FC236}">
                  <a16:creationId xmlns:a16="http://schemas.microsoft.com/office/drawing/2014/main" id="{5C43571D-5BED-1A71-9E90-016D3E72FCF7}"/>
                </a:ext>
              </a:extLst>
            </p:cNvPr>
            <p:cNvSpPr/>
            <p:nvPr/>
          </p:nvSpPr>
          <p:spPr>
            <a:xfrm>
              <a:off x="4418000" y="2029475"/>
              <a:ext cx="25200" cy="15050"/>
            </a:xfrm>
            <a:custGeom>
              <a:avLst/>
              <a:gdLst/>
              <a:ahLst/>
              <a:cxnLst/>
              <a:rect l="l" t="t" r="r" b="b"/>
              <a:pathLst>
                <a:path w="1008" h="602" extrusionOk="0">
                  <a:moveTo>
                    <a:pt x="511" y="0"/>
                  </a:moveTo>
                  <a:lnTo>
                    <a:pt x="406" y="14"/>
                  </a:lnTo>
                  <a:lnTo>
                    <a:pt x="314" y="27"/>
                  </a:lnTo>
                  <a:lnTo>
                    <a:pt x="223" y="53"/>
                  </a:lnTo>
                  <a:lnTo>
                    <a:pt x="158" y="92"/>
                  </a:lnTo>
                  <a:lnTo>
                    <a:pt x="92" y="131"/>
                  </a:lnTo>
                  <a:lnTo>
                    <a:pt x="40" y="183"/>
                  </a:lnTo>
                  <a:lnTo>
                    <a:pt x="14" y="249"/>
                  </a:lnTo>
                  <a:lnTo>
                    <a:pt x="1" y="301"/>
                  </a:lnTo>
                  <a:lnTo>
                    <a:pt x="14" y="367"/>
                  </a:lnTo>
                  <a:lnTo>
                    <a:pt x="40" y="419"/>
                  </a:lnTo>
                  <a:lnTo>
                    <a:pt x="92" y="471"/>
                  </a:lnTo>
                  <a:lnTo>
                    <a:pt x="158" y="523"/>
                  </a:lnTo>
                  <a:lnTo>
                    <a:pt x="223" y="550"/>
                  </a:lnTo>
                  <a:lnTo>
                    <a:pt x="314" y="576"/>
                  </a:lnTo>
                  <a:lnTo>
                    <a:pt x="406" y="602"/>
                  </a:lnTo>
                  <a:lnTo>
                    <a:pt x="602" y="602"/>
                  </a:lnTo>
                  <a:lnTo>
                    <a:pt x="707" y="576"/>
                  </a:lnTo>
                  <a:lnTo>
                    <a:pt x="785" y="550"/>
                  </a:lnTo>
                  <a:lnTo>
                    <a:pt x="864" y="523"/>
                  </a:lnTo>
                  <a:lnTo>
                    <a:pt x="916" y="471"/>
                  </a:lnTo>
                  <a:lnTo>
                    <a:pt x="968" y="419"/>
                  </a:lnTo>
                  <a:lnTo>
                    <a:pt x="994" y="367"/>
                  </a:lnTo>
                  <a:lnTo>
                    <a:pt x="1007" y="301"/>
                  </a:lnTo>
                  <a:lnTo>
                    <a:pt x="994" y="249"/>
                  </a:lnTo>
                  <a:lnTo>
                    <a:pt x="968" y="183"/>
                  </a:lnTo>
                  <a:lnTo>
                    <a:pt x="916" y="131"/>
                  </a:lnTo>
                  <a:lnTo>
                    <a:pt x="864" y="92"/>
                  </a:lnTo>
                  <a:lnTo>
                    <a:pt x="785" y="53"/>
                  </a:lnTo>
                  <a:lnTo>
                    <a:pt x="707" y="27"/>
                  </a:lnTo>
                  <a:lnTo>
                    <a:pt x="602" y="14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85;p38">
              <a:extLst>
                <a:ext uri="{FF2B5EF4-FFF2-40B4-BE49-F238E27FC236}">
                  <a16:creationId xmlns:a16="http://schemas.microsoft.com/office/drawing/2014/main" id="{49B57807-109D-FE33-A676-9F0B9F5F0D21}"/>
                </a:ext>
              </a:extLst>
            </p:cNvPr>
            <p:cNvSpPr/>
            <p:nvPr/>
          </p:nvSpPr>
          <p:spPr>
            <a:xfrm>
              <a:off x="4363075" y="2014425"/>
              <a:ext cx="15075" cy="30100"/>
            </a:xfrm>
            <a:custGeom>
              <a:avLst/>
              <a:gdLst/>
              <a:ahLst/>
              <a:cxnLst/>
              <a:rect l="l" t="t" r="r" b="b"/>
              <a:pathLst>
                <a:path w="603" h="1204" extrusionOk="0">
                  <a:moveTo>
                    <a:pt x="302" y="1"/>
                  </a:moveTo>
                  <a:lnTo>
                    <a:pt x="236" y="14"/>
                  </a:lnTo>
                  <a:lnTo>
                    <a:pt x="184" y="53"/>
                  </a:lnTo>
                  <a:lnTo>
                    <a:pt x="132" y="106"/>
                  </a:lnTo>
                  <a:lnTo>
                    <a:pt x="79" y="184"/>
                  </a:lnTo>
                  <a:lnTo>
                    <a:pt x="40" y="262"/>
                  </a:lnTo>
                  <a:lnTo>
                    <a:pt x="14" y="367"/>
                  </a:lnTo>
                  <a:lnTo>
                    <a:pt x="1" y="485"/>
                  </a:lnTo>
                  <a:lnTo>
                    <a:pt x="1" y="602"/>
                  </a:lnTo>
                  <a:lnTo>
                    <a:pt x="1" y="720"/>
                  </a:lnTo>
                  <a:lnTo>
                    <a:pt x="14" y="838"/>
                  </a:lnTo>
                  <a:lnTo>
                    <a:pt x="40" y="942"/>
                  </a:lnTo>
                  <a:lnTo>
                    <a:pt x="79" y="1034"/>
                  </a:lnTo>
                  <a:lnTo>
                    <a:pt x="132" y="1099"/>
                  </a:lnTo>
                  <a:lnTo>
                    <a:pt x="184" y="1165"/>
                  </a:lnTo>
                  <a:lnTo>
                    <a:pt x="236" y="1191"/>
                  </a:lnTo>
                  <a:lnTo>
                    <a:pt x="302" y="1204"/>
                  </a:lnTo>
                  <a:lnTo>
                    <a:pt x="354" y="1191"/>
                  </a:lnTo>
                  <a:lnTo>
                    <a:pt x="406" y="1165"/>
                  </a:lnTo>
                  <a:lnTo>
                    <a:pt x="459" y="1099"/>
                  </a:lnTo>
                  <a:lnTo>
                    <a:pt x="511" y="1034"/>
                  </a:lnTo>
                  <a:lnTo>
                    <a:pt x="550" y="942"/>
                  </a:lnTo>
                  <a:lnTo>
                    <a:pt x="576" y="838"/>
                  </a:lnTo>
                  <a:lnTo>
                    <a:pt x="589" y="720"/>
                  </a:lnTo>
                  <a:lnTo>
                    <a:pt x="602" y="602"/>
                  </a:lnTo>
                  <a:lnTo>
                    <a:pt x="589" y="485"/>
                  </a:lnTo>
                  <a:lnTo>
                    <a:pt x="576" y="367"/>
                  </a:lnTo>
                  <a:lnTo>
                    <a:pt x="550" y="262"/>
                  </a:lnTo>
                  <a:lnTo>
                    <a:pt x="511" y="184"/>
                  </a:lnTo>
                  <a:lnTo>
                    <a:pt x="459" y="106"/>
                  </a:lnTo>
                  <a:lnTo>
                    <a:pt x="406" y="53"/>
                  </a:lnTo>
                  <a:lnTo>
                    <a:pt x="354" y="14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86;p38">
              <a:extLst>
                <a:ext uri="{FF2B5EF4-FFF2-40B4-BE49-F238E27FC236}">
                  <a16:creationId xmlns:a16="http://schemas.microsoft.com/office/drawing/2014/main" id="{073FC76F-124E-509E-8B0F-6EA8EE0C03D9}"/>
                </a:ext>
              </a:extLst>
            </p:cNvPr>
            <p:cNvSpPr/>
            <p:nvPr/>
          </p:nvSpPr>
          <p:spPr>
            <a:xfrm>
              <a:off x="4357850" y="1954300"/>
              <a:ext cx="15075" cy="19950"/>
            </a:xfrm>
            <a:custGeom>
              <a:avLst/>
              <a:gdLst/>
              <a:ahLst/>
              <a:cxnLst/>
              <a:rect l="l" t="t" r="r" b="b"/>
              <a:pathLst>
                <a:path w="603" h="798" extrusionOk="0">
                  <a:moveTo>
                    <a:pt x="301" y="0"/>
                  </a:moveTo>
                  <a:lnTo>
                    <a:pt x="249" y="13"/>
                  </a:lnTo>
                  <a:lnTo>
                    <a:pt x="184" y="26"/>
                  </a:lnTo>
                  <a:lnTo>
                    <a:pt x="131" y="65"/>
                  </a:lnTo>
                  <a:lnTo>
                    <a:pt x="92" y="118"/>
                  </a:lnTo>
                  <a:lnTo>
                    <a:pt x="53" y="183"/>
                  </a:lnTo>
                  <a:lnTo>
                    <a:pt x="27" y="248"/>
                  </a:lnTo>
                  <a:lnTo>
                    <a:pt x="14" y="327"/>
                  </a:lnTo>
                  <a:lnTo>
                    <a:pt x="1" y="405"/>
                  </a:lnTo>
                  <a:lnTo>
                    <a:pt x="14" y="484"/>
                  </a:lnTo>
                  <a:lnTo>
                    <a:pt x="27" y="562"/>
                  </a:lnTo>
                  <a:lnTo>
                    <a:pt x="53" y="628"/>
                  </a:lnTo>
                  <a:lnTo>
                    <a:pt x="92" y="680"/>
                  </a:lnTo>
                  <a:lnTo>
                    <a:pt x="131" y="732"/>
                  </a:lnTo>
                  <a:lnTo>
                    <a:pt x="184" y="772"/>
                  </a:lnTo>
                  <a:lnTo>
                    <a:pt x="249" y="798"/>
                  </a:lnTo>
                  <a:lnTo>
                    <a:pt x="367" y="798"/>
                  </a:lnTo>
                  <a:lnTo>
                    <a:pt x="419" y="772"/>
                  </a:lnTo>
                  <a:lnTo>
                    <a:pt x="471" y="732"/>
                  </a:lnTo>
                  <a:lnTo>
                    <a:pt x="511" y="680"/>
                  </a:lnTo>
                  <a:lnTo>
                    <a:pt x="550" y="628"/>
                  </a:lnTo>
                  <a:lnTo>
                    <a:pt x="576" y="562"/>
                  </a:lnTo>
                  <a:lnTo>
                    <a:pt x="602" y="484"/>
                  </a:lnTo>
                  <a:lnTo>
                    <a:pt x="602" y="405"/>
                  </a:lnTo>
                  <a:lnTo>
                    <a:pt x="602" y="327"/>
                  </a:lnTo>
                  <a:lnTo>
                    <a:pt x="576" y="248"/>
                  </a:lnTo>
                  <a:lnTo>
                    <a:pt x="550" y="183"/>
                  </a:lnTo>
                  <a:lnTo>
                    <a:pt x="511" y="118"/>
                  </a:lnTo>
                  <a:lnTo>
                    <a:pt x="471" y="65"/>
                  </a:lnTo>
                  <a:lnTo>
                    <a:pt x="419" y="26"/>
                  </a:lnTo>
                  <a:lnTo>
                    <a:pt x="367" y="13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87;p38">
              <a:extLst>
                <a:ext uri="{FF2B5EF4-FFF2-40B4-BE49-F238E27FC236}">
                  <a16:creationId xmlns:a16="http://schemas.microsoft.com/office/drawing/2014/main" id="{3B9934EF-08A6-863D-640C-713F33326843}"/>
                </a:ext>
              </a:extLst>
            </p:cNvPr>
            <p:cNvSpPr/>
            <p:nvPr/>
          </p:nvSpPr>
          <p:spPr>
            <a:xfrm>
              <a:off x="4302600" y="1979450"/>
              <a:ext cx="35350" cy="15075"/>
            </a:xfrm>
            <a:custGeom>
              <a:avLst/>
              <a:gdLst/>
              <a:ahLst/>
              <a:cxnLst/>
              <a:rect l="l" t="t" r="r" b="b"/>
              <a:pathLst>
                <a:path w="1414" h="603" extrusionOk="0">
                  <a:moveTo>
                    <a:pt x="563" y="1"/>
                  </a:moveTo>
                  <a:lnTo>
                    <a:pt x="432" y="27"/>
                  </a:lnTo>
                  <a:lnTo>
                    <a:pt x="315" y="53"/>
                  </a:lnTo>
                  <a:lnTo>
                    <a:pt x="210" y="92"/>
                  </a:lnTo>
                  <a:lnTo>
                    <a:pt x="132" y="132"/>
                  </a:lnTo>
                  <a:lnTo>
                    <a:pt x="66" y="184"/>
                  </a:lnTo>
                  <a:lnTo>
                    <a:pt x="14" y="236"/>
                  </a:lnTo>
                  <a:lnTo>
                    <a:pt x="1" y="302"/>
                  </a:lnTo>
                  <a:lnTo>
                    <a:pt x="14" y="354"/>
                  </a:lnTo>
                  <a:lnTo>
                    <a:pt x="66" y="419"/>
                  </a:lnTo>
                  <a:lnTo>
                    <a:pt x="132" y="472"/>
                  </a:lnTo>
                  <a:lnTo>
                    <a:pt x="210" y="511"/>
                  </a:lnTo>
                  <a:lnTo>
                    <a:pt x="315" y="550"/>
                  </a:lnTo>
                  <a:lnTo>
                    <a:pt x="432" y="576"/>
                  </a:lnTo>
                  <a:lnTo>
                    <a:pt x="563" y="589"/>
                  </a:lnTo>
                  <a:lnTo>
                    <a:pt x="707" y="602"/>
                  </a:lnTo>
                  <a:lnTo>
                    <a:pt x="851" y="589"/>
                  </a:lnTo>
                  <a:lnTo>
                    <a:pt x="982" y="576"/>
                  </a:lnTo>
                  <a:lnTo>
                    <a:pt x="1099" y="550"/>
                  </a:lnTo>
                  <a:lnTo>
                    <a:pt x="1204" y="511"/>
                  </a:lnTo>
                  <a:lnTo>
                    <a:pt x="1295" y="472"/>
                  </a:lnTo>
                  <a:lnTo>
                    <a:pt x="1361" y="419"/>
                  </a:lnTo>
                  <a:lnTo>
                    <a:pt x="1400" y="354"/>
                  </a:lnTo>
                  <a:lnTo>
                    <a:pt x="1413" y="302"/>
                  </a:lnTo>
                  <a:lnTo>
                    <a:pt x="1400" y="236"/>
                  </a:lnTo>
                  <a:lnTo>
                    <a:pt x="1361" y="184"/>
                  </a:lnTo>
                  <a:lnTo>
                    <a:pt x="1295" y="132"/>
                  </a:lnTo>
                  <a:lnTo>
                    <a:pt x="1204" y="92"/>
                  </a:lnTo>
                  <a:lnTo>
                    <a:pt x="1099" y="53"/>
                  </a:lnTo>
                  <a:lnTo>
                    <a:pt x="982" y="27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88;p38">
              <a:extLst>
                <a:ext uri="{FF2B5EF4-FFF2-40B4-BE49-F238E27FC236}">
                  <a16:creationId xmlns:a16="http://schemas.microsoft.com/office/drawing/2014/main" id="{DECB93A3-81BE-F392-E639-03AEA316408F}"/>
                </a:ext>
              </a:extLst>
            </p:cNvPr>
            <p:cNvSpPr/>
            <p:nvPr/>
          </p:nvSpPr>
          <p:spPr>
            <a:xfrm>
              <a:off x="4297700" y="2049750"/>
              <a:ext cx="25200" cy="19950"/>
            </a:xfrm>
            <a:custGeom>
              <a:avLst/>
              <a:gdLst/>
              <a:ahLst/>
              <a:cxnLst/>
              <a:rect l="l" t="t" r="r" b="b"/>
              <a:pathLst>
                <a:path w="1008" h="798" extrusionOk="0">
                  <a:moveTo>
                    <a:pt x="406" y="0"/>
                  </a:moveTo>
                  <a:lnTo>
                    <a:pt x="302" y="26"/>
                  </a:lnTo>
                  <a:lnTo>
                    <a:pt x="223" y="66"/>
                  </a:lnTo>
                  <a:lnTo>
                    <a:pt x="145" y="118"/>
                  </a:lnTo>
                  <a:lnTo>
                    <a:pt x="92" y="170"/>
                  </a:lnTo>
                  <a:lnTo>
                    <a:pt x="40" y="235"/>
                  </a:lnTo>
                  <a:lnTo>
                    <a:pt x="14" y="314"/>
                  </a:lnTo>
                  <a:lnTo>
                    <a:pt x="1" y="392"/>
                  </a:lnTo>
                  <a:lnTo>
                    <a:pt x="14" y="471"/>
                  </a:lnTo>
                  <a:lnTo>
                    <a:pt x="40" y="549"/>
                  </a:lnTo>
                  <a:lnTo>
                    <a:pt x="92" y="615"/>
                  </a:lnTo>
                  <a:lnTo>
                    <a:pt x="145" y="680"/>
                  </a:lnTo>
                  <a:lnTo>
                    <a:pt x="223" y="732"/>
                  </a:lnTo>
                  <a:lnTo>
                    <a:pt x="302" y="772"/>
                  </a:lnTo>
                  <a:lnTo>
                    <a:pt x="406" y="785"/>
                  </a:lnTo>
                  <a:lnTo>
                    <a:pt x="498" y="798"/>
                  </a:lnTo>
                  <a:lnTo>
                    <a:pt x="602" y="785"/>
                  </a:lnTo>
                  <a:lnTo>
                    <a:pt x="694" y="772"/>
                  </a:lnTo>
                  <a:lnTo>
                    <a:pt x="785" y="732"/>
                  </a:lnTo>
                  <a:lnTo>
                    <a:pt x="864" y="680"/>
                  </a:lnTo>
                  <a:lnTo>
                    <a:pt x="916" y="615"/>
                  </a:lnTo>
                  <a:lnTo>
                    <a:pt x="968" y="549"/>
                  </a:lnTo>
                  <a:lnTo>
                    <a:pt x="995" y="471"/>
                  </a:lnTo>
                  <a:lnTo>
                    <a:pt x="1008" y="392"/>
                  </a:lnTo>
                  <a:lnTo>
                    <a:pt x="995" y="314"/>
                  </a:lnTo>
                  <a:lnTo>
                    <a:pt x="968" y="235"/>
                  </a:lnTo>
                  <a:lnTo>
                    <a:pt x="916" y="170"/>
                  </a:lnTo>
                  <a:lnTo>
                    <a:pt x="864" y="118"/>
                  </a:lnTo>
                  <a:lnTo>
                    <a:pt x="785" y="66"/>
                  </a:lnTo>
                  <a:lnTo>
                    <a:pt x="694" y="26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89;p38">
              <a:extLst>
                <a:ext uri="{FF2B5EF4-FFF2-40B4-BE49-F238E27FC236}">
                  <a16:creationId xmlns:a16="http://schemas.microsoft.com/office/drawing/2014/main" id="{A1A38C68-7802-A04B-3002-91815963663B}"/>
                </a:ext>
              </a:extLst>
            </p:cNvPr>
            <p:cNvSpPr/>
            <p:nvPr/>
          </p:nvSpPr>
          <p:spPr>
            <a:xfrm>
              <a:off x="4383025" y="2069675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lnTo>
                    <a:pt x="484" y="14"/>
                  </a:lnTo>
                  <a:lnTo>
                    <a:pt x="367" y="53"/>
                  </a:lnTo>
                  <a:lnTo>
                    <a:pt x="262" y="105"/>
                  </a:lnTo>
                  <a:lnTo>
                    <a:pt x="170" y="171"/>
                  </a:lnTo>
                  <a:lnTo>
                    <a:pt x="105" y="262"/>
                  </a:lnTo>
                  <a:lnTo>
                    <a:pt x="40" y="367"/>
                  </a:lnTo>
                  <a:lnTo>
                    <a:pt x="14" y="485"/>
                  </a:lnTo>
                  <a:lnTo>
                    <a:pt x="1" y="602"/>
                  </a:lnTo>
                  <a:lnTo>
                    <a:pt x="14" y="720"/>
                  </a:lnTo>
                  <a:lnTo>
                    <a:pt x="40" y="838"/>
                  </a:lnTo>
                  <a:lnTo>
                    <a:pt x="105" y="942"/>
                  </a:lnTo>
                  <a:lnTo>
                    <a:pt x="170" y="1034"/>
                  </a:lnTo>
                  <a:lnTo>
                    <a:pt x="262" y="1099"/>
                  </a:lnTo>
                  <a:lnTo>
                    <a:pt x="367" y="1151"/>
                  </a:lnTo>
                  <a:lnTo>
                    <a:pt x="484" y="1191"/>
                  </a:lnTo>
                  <a:lnTo>
                    <a:pt x="602" y="1204"/>
                  </a:lnTo>
                  <a:lnTo>
                    <a:pt x="720" y="1191"/>
                  </a:lnTo>
                  <a:lnTo>
                    <a:pt x="837" y="1151"/>
                  </a:lnTo>
                  <a:lnTo>
                    <a:pt x="942" y="1099"/>
                  </a:lnTo>
                  <a:lnTo>
                    <a:pt x="1020" y="1034"/>
                  </a:lnTo>
                  <a:lnTo>
                    <a:pt x="1099" y="942"/>
                  </a:lnTo>
                  <a:lnTo>
                    <a:pt x="1151" y="838"/>
                  </a:lnTo>
                  <a:lnTo>
                    <a:pt x="1190" y="720"/>
                  </a:lnTo>
                  <a:lnTo>
                    <a:pt x="1203" y="602"/>
                  </a:lnTo>
                  <a:lnTo>
                    <a:pt x="1190" y="485"/>
                  </a:lnTo>
                  <a:lnTo>
                    <a:pt x="1151" y="367"/>
                  </a:lnTo>
                  <a:lnTo>
                    <a:pt x="1099" y="262"/>
                  </a:lnTo>
                  <a:lnTo>
                    <a:pt x="1020" y="171"/>
                  </a:lnTo>
                  <a:lnTo>
                    <a:pt x="942" y="105"/>
                  </a:lnTo>
                  <a:lnTo>
                    <a:pt x="837" y="53"/>
                  </a:lnTo>
                  <a:lnTo>
                    <a:pt x="720" y="1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90;p38">
              <a:extLst>
                <a:ext uri="{FF2B5EF4-FFF2-40B4-BE49-F238E27FC236}">
                  <a16:creationId xmlns:a16="http://schemas.microsoft.com/office/drawing/2014/main" id="{B68293B8-991F-37E0-8E08-9286A6DC7212}"/>
                </a:ext>
              </a:extLst>
            </p:cNvPr>
            <p:cNvSpPr/>
            <p:nvPr/>
          </p:nvSpPr>
          <p:spPr>
            <a:xfrm>
              <a:off x="4267625" y="199940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lnTo>
                    <a:pt x="485" y="14"/>
                  </a:lnTo>
                  <a:lnTo>
                    <a:pt x="367" y="53"/>
                  </a:lnTo>
                  <a:lnTo>
                    <a:pt x="262" y="105"/>
                  </a:lnTo>
                  <a:lnTo>
                    <a:pt x="171" y="184"/>
                  </a:lnTo>
                  <a:lnTo>
                    <a:pt x="105" y="262"/>
                  </a:lnTo>
                  <a:lnTo>
                    <a:pt x="53" y="367"/>
                  </a:lnTo>
                  <a:lnTo>
                    <a:pt x="14" y="484"/>
                  </a:lnTo>
                  <a:lnTo>
                    <a:pt x="1" y="602"/>
                  </a:lnTo>
                  <a:lnTo>
                    <a:pt x="14" y="720"/>
                  </a:lnTo>
                  <a:lnTo>
                    <a:pt x="53" y="837"/>
                  </a:lnTo>
                  <a:lnTo>
                    <a:pt x="105" y="942"/>
                  </a:lnTo>
                  <a:lnTo>
                    <a:pt x="171" y="1033"/>
                  </a:lnTo>
                  <a:lnTo>
                    <a:pt x="262" y="1099"/>
                  </a:lnTo>
                  <a:lnTo>
                    <a:pt x="367" y="1164"/>
                  </a:lnTo>
                  <a:lnTo>
                    <a:pt x="485" y="1190"/>
                  </a:lnTo>
                  <a:lnTo>
                    <a:pt x="602" y="1203"/>
                  </a:lnTo>
                  <a:lnTo>
                    <a:pt x="720" y="1190"/>
                  </a:lnTo>
                  <a:lnTo>
                    <a:pt x="838" y="1164"/>
                  </a:lnTo>
                  <a:lnTo>
                    <a:pt x="942" y="1099"/>
                  </a:lnTo>
                  <a:lnTo>
                    <a:pt x="1034" y="1033"/>
                  </a:lnTo>
                  <a:lnTo>
                    <a:pt x="1099" y="942"/>
                  </a:lnTo>
                  <a:lnTo>
                    <a:pt x="1151" y="837"/>
                  </a:lnTo>
                  <a:lnTo>
                    <a:pt x="1191" y="720"/>
                  </a:lnTo>
                  <a:lnTo>
                    <a:pt x="1204" y="602"/>
                  </a:lnTo>
                  <a:lnTo>
                    <a:pt x="1191" y="484"/>
                  </a:lnTo>
                  <a:lnTo>
                    <a:pt x="1151" y="367"/>
                  </a:lnTo>
                  <a:lnTo>
                    <a:pt x="1099" y="262"/>
                  </a:lnTo>
                  <a:lnTo>
                    <a:pt x="1034" y="184"/>
                  </a:lnTo>
                  <a:lnTo>
                    <a:pt x="942" y="105"/>
                  </a:lnTo>
                  <a:lnTo>
                    <a:pt x="838" y="53"/>
                  </a:lnTo>
                  <a:lnTo>
                    <a:pt x="720" y="1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91;p38">
              <a:extLst>
                <a:ext uri="{FF2B5EF4-FFF2-40B4-BE49-F238E27FC236}">
                  <a16:creationId xmlns:a16="http://schemas.microsoft.com/office/drawing/2014/main" id="{7E4632AE-4616-2F2F-A461-6574A6A078FD}"/>
                </a:ext>
              </a:extLst>
            </p:cNvPr>
            <p:cNvSpPr/>
            <p:nvPr/>
          </p:nvSpPr>
          <p:spPr>
            <a:xfrm>
              <a:off x="4613800" y="2034700"/>
              <a:ext cx="35000" cy="39900"/>
            </a:xfrm>
            <a:custGeom>
              <a:avLst/>
              <a:gdLst/>
              <a:ahLst/>
              <a:cxnLst/>
              <a:rect l="l" t="t" r="r" b="b"/>
              <a:pathLst>
                <a:path w="1400" h="1596" extrusionOk="0">
                  <a:moveTo>
                    <a:pt x="629" y="1"/>
                  </a:moveTo>
                  <a:lnTo>
                    <a:pt x="563" y="14"/>
                  </a:lnTo>
                  <a:lnTo>
                    <a:pt x="419" y="53"/>
                  </a:lnTo>
                  <a:lnTo>
                    <a:pt x="302" y="131"/>
                  </a:lnTo>
                  <a:lnTo>
                    <a:pt x="197" y="236"/>
                  </a:lnTo>
                  <a:lnTo>
                    <a:pt x="119" y="354"/>
                  </a:lnTo>
                  <a:lnTo>
                    <a:pt x="53" y="484"/>
                  </a:lnTo>
                  <a:lnTo>
                    <a:pt x="14" y="641"/>
                  </a:lnTo>
                  <a:lnTo>
                    <a:pt x="1" y="798"/>
                  </a:lnTo>
                  <a:lnTo>
                    <a:pt x="14" y="955"/>
                  </a:lnTo>
                  <a:lnTo>
                    <a:pt x="53" y="1112"/>
                  </a:lnTo>
                  <a:lnTo>
                    <a:pt x="119" y="1243"/>
                  </a:lnTo>
                  <a:lnTo>
                    <a:pt x="197" y="1361"/>
                  </a:lnTo>
                  <a:lnTo>
                    <a:pt x="302" y="1465"/>
                  </a:lnTo>
                  <a:lnTo>
                    <a:pt x="419" y="1530"/>
                  </a:lnTo>
                  <a:lnTo>
                    <a:pt x="563" y="1583"/>
                  </a:lnTo>
                  <a:lnTo>
                    <a:pt x="629" y="1596"/>
                  </a:lnTo>
                  <a:lnTo>
                    <a:pt x="772" y="1596"/>
                  </a:lnTo>
                  <a:lnTo>
                    <a:pt x="838" y="1583"/>
                  </a:lnTo>
                  <a:lnTo>
                    <a:pt x="968" y="1530"/>
                  </a:lnTo>
                  <a:lnTo>
                    <a:pt x="1086" y="1465"/>
                  </a:lnTo>
                  <a:lnTo>
                    <a:pt x="1191" y="1361"/>
                  </a:lnTo>
                  <a:lnTo>
                    <a:pt x="1282" y="1243"/>
                  </a:lnTo>
                  <a:lnTo>
                    <a:pt x="1348" y="1112"/>
                  </a:lnTo>
                  <a:lnTo>
                    <a:pt x="1387" y="955"/>
                  </a:lnTo>
                  <a:lnTo>
                    <a:pt x="1400" y="798"/>
                  </a:lnTo>
                  <a:lnTo>
                    <a:pt x="1387" y="641"/>
                  </a:lnTo>
                  <a:lnTo>
                    <a:pt x="1348" y="484"/>
                  </a:lnTo>
                  <a:lnTo>
                    <a:pt x="1282" y="354"/>
                  </a:lnTo>
                  <a:lnTo>
                    <a:pt x="1191" y="236"/>
                  </a:lnTo>
                  <a:lnTo>
                    <a:pt x="1086" y="131"/>
                  </a:lnTo>
                  <a:lnTo>
                    <a:pt x="968" y="53"/>
                  </a:lnTo>
                  <a:lnTo>
                    <a:pt x="838" y="14"/>
                  </a:lnTo>
                  <a:lnTo>
                    <a:pt x="772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92;p38">
              <a:extLst>
                <a:ext uri="{FF2B5EF4-FFF2-40B4-BE49-F238E27FC236}">
                  <a16:creationId xmlns:a16="http://schemas.microsoft.com/office/drawing/2014/main" id="{9376FFBF-5E56-9495-606D-4BAF01C176E7}"/>
                </a:ext>
              </a:extLst>
            </p:cNvPr>
            <p:cNvSpPr/>
            <p:nvPr/>
          </p:nvSpPr>
          <p:spPr>
            <a:xfrm>
              <a:off x="4739000" y="2034700"/>
              <a:ext cx="20300" cy="30100"/>
            </a:xfrm>
            <a:custGeom>
              <a:avLst/>
              <a:gdLst/>
              <a:ahLst/>
              <a:cxnLst/>
              <a:rect l="l" t="t" r="r" b="b"/>
              <a:pathLst>
                <a:path w="812" h="1204" extrusionOk="0">
                  <a:moveTo>
                    <a:pt x="406" y="1"/>
                  </a:moveTo>
                  <a:lnTo>
                    <a:pt x="328" y="14"/>
                  </a:lnTo>
                  <a:lnTo>
                    <a:pt x="249" y="40"/>
                  </a:lnTo>
                  <a:lnTo>
                    <a:pt x="184" y="92"/>
                  </a:lnTo>
                  <a:lnTo>
                    <a:pt x="119" y="171"/>
                  </a:lnTo>
                  <a:lnTo>
                    <a:pt x="66" y="262"/>
                  </a:lnTo>
                  <a:lnTo>
                    <a:pt x="40" y="367"/>
                  </a:lnTo>
                  <a:lnTo>
                    <a:pt x="14" y="471"/>
                  </a:lnTo>
                  <a:lnTo>
                    <a:pt x="1" y="602"/>
                  </a:lnTo>
                  <a:lnTo>
                    <a:pt x="14" y="720"/>
                  </a:lnTo>
                  <a:lnTo>
                    <a:pt x="40" y="837"/>
                  </a:lnTo>
                  <a:lnTo>
                    <a:pt x="66" y="929"/>
                  </a:lnTo>
                  <a:lnTo>
                    <a:pt x="119" y="1021"/>
                  </a:lnTo>
                  <a:lnTo>
                    <a:pt x="184" y="1099"/>
                  </a:lnTo>
                  <a:lnTo>
                    <a:pt x="249" y="1151"/>
                  </a:lnTo>
                  <a:lnTo>
                    <a:pt x="328" y="1191"/>
                  </a:lnTo>
                  <a:lnTo>
                    <a:pt x="406" y="1204"/>
                  </a:lnTo>
                  <a:lnTo>
                    <a:pt x="485" y="1191"/>
                  </a:lnTo>
                  <a:lnTo>
                    <a:pt x="563" y="1151"/>
                  </a:lnTo>
                  <a:lnTo>
                    <a:pt x="628" y="1099"/>
                  </a:lnTo>
                  <a:lnTo>
                    <a:pt x="694" y="1021"/>
                  </a:lnTo>
                  <a:lnTo>
                    <a:pt x="733" y="929"/>
                  </a:lnTo>
                  <a:lnTo>
                    <a:pt x="772" y="837"/>
                  </a:lnTo>
                  <a:lnTo>
                    <a:pt x="798" y="720"/>
                  </a:lnTo>
                  <a:lnTo>
                    <a:pt x="812" y="602"/>
                  </a:lnTo>
                  <a:lnTo>
                    <a:pt x="798" y="471"/>
                  </a:lnTo>
                  <a:lnTo>
                    <a:pt x="772" y="367"/>
                  </a:lnTo>
                  <a:lnTo>
                    <a:pt x="733" y="262"/>
                  </a:lnTo>
                  <a:lnTo>
                    <a:pt x="694" y="171"/>
                  </a:lnTo>
                  <a:lnTo>
                    <a:pt x="628" y="92"/>
                  </a:lnTo>
                  <a:lnTo>
                    <a:pt x="563" y="40"/>
                  </a:lnTo>
                  <a:lnTo>
                    <a:pt x="485" y="14"/>
                  </a:lnTo>
                  <a:lnTo>
                    <a:pt x="406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93;p38">
              <a:extLst>
                <a:ext uri="{FF2B5EF4-FFF2-40B4-BE49-F238E27FC236}">
                  <a16:creationId xmlns:a16="http://schemas.microsoft.com/office/drawing/2014/main" id="{B38C9685-D0CB-A76E-EAE1-BCFB8A7F9395}"/>
                </a:ext>
              </a:extLst>
            </p:cNvPr>
            <p:cNvSpPr/>
            <p:nvPr/>
          </p:nvSpPr>
          <p:spPr>
            <a:xfrm>
              <a:off x="4683775" y="2089625"/>
              <a:ext cx="25175" cy="20300"/>
            </a:xfrm>
            <a:custGeom>
              <a:avLst/>
              <a:gdLst/>
              <a:ahLst/>
              <a:cxnLst/>
              <a:rect l="l" t="t" r="r" b="b"/>
              <a:pathLst>
                <a:path w="1007" h="812" extrusionOk="0">
                  <a:moveTo>
                    <a:pt x="510" y="0"/>
                  </a:moveTo>
                  <a:lnTo>
                    <a:pt x="405" y="13"/>
                  </a:lnTo>
                  <a:lnTo>
                    <a:pt x="314" y="40"/>
                  </a:lnTo>
                  <a:lnTo>
                    <a:pt x="222" y="79"/>
                  </a:lnTo>
                  <a:lnTo>
                    <a:pt x="157" y="118"/>
                  </a:lnTo>
                  <a:lnTo>
                    <a:pt x="92" y="183"/>
                  </a:lnTo>
                  <a:lnTo>
                    <a:pt x="39" y="249"/>
                  </a:lnTo>
                  <a:lnTo>
                    <a:pt x="13" y="327"/>
                  </a:lnTo>
                  <a:lnTo>
                    <a:pt x="0" y="406"/>
                  </a:lnTo>
                  <a:lnTo>
                    <a:pt x="13" y="484"/>
                  </a:lnTo>
                  <a:lnTo>
                    <a:pt x="39" y="563"/>
                  </a:lnTo>
                  <a:lnTo>
                    <a:pt x="92" y="628"/>
                  </a:lnTo>
                  <a:lnTo>
                    <a:pt x="157" y="693"/>
                  </a:lnTo>
                  <a:lnTo>
                    <a:pt x="222" y="733"/>
                  </a:lnTo>
                  <a:lnTo>
                    <a:pt x="314" y="772"/>
                  </a:lnTo>
                  <a:lnTo>
                    <a:pt x="405" y="798"/>
                  </a:lnTo>
                  <a:lnTo>
                    <a:pt x="510" y="811"/>
                  </a:lnTo>
                  <a:lnTo>
                    <a:pt x="615" y="798"/>
                  </a:lnTo>
                  <a:lnTo>
                    <a:pt x="706" y="772"/>
                  </a:lnTo>
                  <a:lnTo>
                    <a:pt x="785" y="733"/>
                  </a:lnTo>
                  <a:lnTo>
                    <a:pt x="863" y="693"/>
                  </a:lnTo>
                  <a:lnTo>
                    <a:pt x="928" y="628"/>
                  </a:lnTo>
                  <a:lnTo>
                    <a:pt x="968" y="563"/>
                  </a:lnTo>
                  <a:lnTo>
                    <a:pt x="994" y="484"/>
                  </a:lnTo>
                  <a:lnTo>
                    <a:pt x="1007" y="406"/>
                  </a:lnTo>
                  <a:lnTo>
                    <a:pt x="994" y="327"/>
                  </a:lnTo>
                  <a:lnTo>
                    <a:pt x="968" y="249"/>
                  </a:lnTo>
                  <a:lnTo>
                    <a:pt x="928" y="183"/>
                  </a:lnTo>
                  <a:lnTo>
                    <a:pt x="863" y="118"/>
                  </a:lnTo>
                  <a:lnTo>
                    <a:pt x="785" y="79"/>
                  </a:lnTo>
                  <a:lnTo>
                    <a:pt x="706" y="40"/>
                  </a:lnTo>
                  <a:lnTo>
                    <a:pt x="615" y="13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794;p38">
              <a:extLst>
                <a:ext uri="{FF2B5EF4-FFF2-40B4-BE49-F238E27FC236}">
                  <a16:creationId xmlns:a16="http://schemas.microsoft.com/office/drawing/2014/main" id="{B70DDFC9-6995-60F6-85CA-9A97D7AA32A2}"/>
                </a:ext>
              </a:extLst>
            </p:cNvPr>
            <p:cNvSpPr/>
            <p:nvPr/>
          </p:nvSpPr>
          <p:spPr>
            <a:xfrm>
              <a:off x="4789350" y="2109900"/>
              <a:ext cx="15050" cy="24850"/>
            </a:xfrm>
            <a:custGeom>
              <a:avLst/>
              <a:gdLst/>
              <a:ahLst/>
              <a:cxnLst/>
              <a:rect l="l" t="t" r="r" b="b"/>
              <a:pathLst>
                <a:path w="602" h="994" extrusionOk="0">
                  <a:moveTo>
                    <a:pt x="236" y="0"/>
                  </a:moveTo>
                  <a:lnTo>
                    <a:pt x="184" y="39"/>
                  </a:lnTo>
                  <a:lnTo>
                    <a:pt x="131" y="78"/>
                  </a:lnTo>
                  <a:lnTo>
                    <a:pt x="79" y="144"/>
                  </a:lnTo>
                  <a:lnTo>
                    <a:pt x="53" y="222"/>
                  </a:lnTo>
                  <a:lnTo>
                    <a:pt x="14" y="301"/>
                  </a:lnTo>
                  <a:lnTo>
                    <a:pt x="0" y="392"/>
                  </a:lnTo>
                  <a:lnTo>
                    <a:pt x="0" y="497"/>
                  </a:lnTo>
                  <a:lnTo>
                    <a:pt x="0" y="602"/>
                  </a:lnTo>
                  <a:lnTo>
                    <a:pt x="14" y="693"/>
                  </a:lnTo>
                  <a:lnTo>
                    <a:pt x="53" y="785"/>
                  </a:lnTo>
                  <a:lnTo>
                    <a:pt x="79" y="850"/>
                  </a:lnTo>
                  <a:lnTo>
                    <a:pt x="131" y="915"/>
                  </a:lnTo>
                  <a:lnTo>
                    <a:pt x="184" y="955"/>
                  </a:lnTo>
                  <a:lnTo>
                    <a:pt x="236" y="994"/>
                  </a:lnTo>
                  <a:lnTo>
                    <a:pt x="354" y="994"/>
                  </a:lnTo>
                  <a:lnTo>
                    <a:pt x="419" y="955"/>
                  </a:lnTo>
                  <a:lnTo>
                    <a:pt x="471" y="915"/>
                  </a:lnTo>
                  <a:lnTo>
                    <a:pt x="510" y="850"/>
                  </a:lnTo>
                  <a:lnTo>
                    <a:pt x="550" y="785"/>
                  </a:lnTo>
                  <a:lnTo>
                    <a:pt x="576" y="693"/>
                  </a:lnTo>
                  <a:lnTo>
                    <a:pt x="589" y="602"/>
                  </a:lnTo>
                  <a:lnTo>
                    <a:pt x="602" y="497"/>
                  </a:lnTo>
                  <a:lnTo>
                    <a:pt x="589" y="392"/>
                  </a:lnTo>
                  <a:lnTo>
                    <a:pt x="576" y="301"/>
                  </a:lnTo>
                  <a:lnTo>
                    <a:pt x="550" y="222"/>
                  </a:lnTo>
                  <a:lnTo>
                    <a:pt x="510" y="144"/>
                  </a:lnTo>
                  <a:lnTo>
                    <a:pt x="471" y="78"/>
                  </a:lnTo>
                  <a:lnTo>
                    <a:pt x="419" y="39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95;p38">
              <a:extLst>
                <a:ext uri="{FF2B5EF4-FFF2-40B4-BE49-F238E27FC236}">
                  <a16:creationId xmlns:a16="http://schemas.microsoft.com/office/drawing/2014/main" id="{DEBDCEDB-A259-C72C-E115-E8559B8B39F4}"/>
                </a:ext>
              </a:extLst>
            </p:cNvPr>
            <p:cNvSpPr/>
            <p:nvPr/>
          </p:nvSpPr>
          <p:spPr>
            <a:xfrm>
              <a:off x="4698800" y="2149775"/>
              <a:ext cx="20300" cy="5250"/>
            </a:xfrm>
            <a:custGeom>
              <a:avLst/>
              <a:gdLst/>
              <a:ahLst/>
              <a:cxnLst/>
              <a:rect l="l" t="t" r="r" b="b"/>
              <a:pathLst>
                <a:path w="812" h="210" extrusionOk="0">
                  <a:moveTo>
                    <a:pt x="406" y="0"/>
                  </a:moveTo>
                  <a:lnTo>
                    <a:pt x="249" y="13"/>
                  </a:lnTo>
                  <a:lnTo>
                    <a:pt x="118" y="39"/>
                  </a:lnTo>
                  <a:lnTo>
                    <a:pt x="40" y="66"/>
                  </a:lnTo>
                  <a:lnTo>
                    <a:pt x="14" y="92"/>
                  </a:lnTo>
                  <a:lnTo>
                    <a:pt x="1" y="105"/>
                  </a:lnTo>
                  <a:lnTo>
                    <a:pt x="14" y="131"/>
                  </a:lnTo>
                  <a:lnTo>
                    <a:pt x="40" y="144"/>
                  </a:lnTo>
                  <a:lnTo>
                    <a:pt x="118" y="183"/>
                  </a:lnTo>
                  <a:lnTo>
                    <a:pt x="249" y="196"/>
                  </a:lnTo>
                  <a:lnTo>
                    <a:pt x="406" y="209"/>
                  </a:lnTo>
                  <a:lnTo>
                    <a:pt x="563" y="196"/>
                  </a:lnTo>
                  <a:lnTo>
                    <a:pt x="694" y="183"/>
                  </a:lnTo>
                  <a:lnTo>
                    <a:pt x="772" y="144"/>
                  </a:lnTo>
                  <a:lnTo>
                    <a:pt x="798" y="131"/>
                  </a:lnTo>
                  <a:lnTo>
                    <a:pt x="811" y="105"/>
                  </a:lnTo>
                  <a:lnTo>
                    <a:pt x="798" y="92"/>
                  </a:lnTo>
                  <a:lnTo>
                    <a:pt x="772" y="66"/>
                  </a:lnTo>
                  <a:lnTo>
                    <a:pt x="694" y="39"/>
                  </a:lnTo>
                  <a:lnTo>
                    <a:pt x="563" y="13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796;p38">
              <a:extLst>
                <a:ext uri="{FF2B5EF4-FFF2-40B4-BE49-F238E27FC236}">
                  <a16:creationId xmlns:a16="http://schemas.microsoft.com/office/drawing/2014/main" id="{5DD760F7-0F04-28E6-A996-8374477E05E4}"/>
                </a:ext>
              </a:extLst>
            </p:cNvPr>
            <p:cNvSpPr/>
            <p:nvPr/>
          </p:nvSpPr>
          <p:spPr>
            <a:xfrm>
              <a:off x="4814200" y="2014425"/>
              <a:ext cx="30100" cy="25200"/>
            </a:xfrm>
            <a:custGeom>
              <a:avLst/>
              <a:gdLst/>
              <a:ahLst/>
              <a:cxnLst/>
              <a:rect l="l" t="t" r="r" b="b"/>
              <a:pathLst>
                <a:path w="1204" h="1008" extrusionOk="0">
                  <a:moveTo>
                    <a:pt x="602" y="1"/>
                  </a:moveTo>
                  <a:lnTo>
                    <a:pt x="484" y="14"/>
                  </a:lnTo>
                  <a:lnTo>
                    <a:pt x="379" y="40"/>
                  </a:lnTo>
                  <a:lnTo>
                    <a:pt x="275" y="92"/>
                  </a:lnTo>
                  <a:lnTo>
                    <a:pt x="183" y="145"/>
                  </a:lnTo>
                  <a:lnTo>
                    <a:pt x="105" y="223"/>
                  </a:lnTo>
                  <a:lnTo>
                    <a:pt x="53" y="315"/>
                  </a:lnTo>
                  <a:lnTo>
                    <a:pt x="13" y="406"/>
                  </a:lnTo>
                  <a:lnTo>
                    <a:pt x="0" y="511"/>
                  </a:lnTo>
                  <a:lnTo>
                    <a:pt x="13" y="602"/>
                  </a:lnTo>
                  <a:lnTo>
                    <a:pt x="53" y="694"/>
                  </a:lnTo>
                  <a:lnTo>
                    <a:pt x="105" y="785"/>
                  </a:lnTo>
                  <a:lnTo>
                    <a:pt x="183" y="864"/>
                  </a:lnTo>
                  <a:lnTo>
                    <a:pt x="275" y="916"/>
                  </a:lnTo>
                  <a:lnTo>
                    <a:pt x="379" y="969"/>
                  </a:lnTo>
                  <a:lnTo>
                    <a:pt x="484" y="995"/>
                  </a:lnTo>
                  <a:lnTo>
                    <a:pt x="602" y="1008"/>
                  </a:lnTo>
                  <a:lnTo>
                    <a:pt x="732" y="995"/>
                  </a:lnTo>
                  <a:lnTo>
                    <a:pt x="837" y="969"/>
                  </a:lnTo>
                  <a:lnTo>
                    <a:pt x="942" y="916"/>
                  </a:lnTo>
                  <a:lnTo>
                    <a:pt x="1033" y="864"/>
                  </a:lnTo>
                  <a:lnTo>
                    <a:pt x="1112" y="785"/>
                  </a:lnTo>
                  <a:lnTo>
                    <a:pt x="1164" y="694"/>
                  </a:lnTo>
                  <a:lnTo>
                    <a:pt x="1203" y="602"/>
                  </a:lnTo>
                  <a:lnTo>
                    <a:pt x="1203" y="511"/>
                  </a:lnTo>
                  <a:lnTo>
                    <a:pt x="1203" y="406"/>
                  </a:lnTo>
                  <a:lnTo>
                    <a:pt x="1164" y="315"/>
                  </a:lnTo>
                  <a:lnTo>
                    <a:pt x="1112" y="223"/>
                  </a:lnTo>
                  <a:lnTo>
                    <a:pt x="1033" y="145"/>
                  </a:lnTo>
                  <a:lnTo>
                    <a:pt x="942" y="92"/>
                  </a:lnTo>
                  <a:lnTo>
                    <a:pt x="837" y="40"/>
                  </a:lnTo>
                  <a:lnTo>
                    <a:pt x="732" y="1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797;p38">
              <a:extLst>
                <a:ext uri="{FF2B5EF4-FFF2-40B4-BE49-F238E27FC236}">
                  <a16:creationId xmlns:a16="http://schemas.microsoft.com/office/drawing/2014/main" id="{2DEF2525-A9D9-16BE-5869-5D221F4D384B}"/>
                </a:ext>
              </a:extLst>
            </p:cNvPr>
            <p:cNvSpPr/>
            <p:nvPr/>
          </p:nvSpPr>
          <p:spPr>
            <a:xfrm>
              <a:off x="4698800" y="1989275"/>
              <a:ext cx="15400" cy="25175"/>
            </a:xfrm>
            <a:custGeom>
              <a:avLst/>
              <a:gdLst/>
              <a:ahLst/>
              <a:cxnLst/>
              <a:rect l="l" t="t" r="r" b="b"/>
              <a:pathLst>
                <a:path w="616" h="1007" extrusionOk="0">
                  <a:moveTo>
                    <a:pt x="314" y="0"/>
                  </a:moveTo>
                  <a:lnTo>
                    <a:pt x="249" y="13"/>
                  </a:lnTo>
                  <a:lnTo>
                    <a:pt x="197" y="39"/>
                  </a:lnTo>
                  <a:lnTo>
                    <a:pt x="144" y="92"/>
                  </a:lnTo>
                  <a:lnTo>
                    <a:pt x="92" y="157"/>
                  </a:lnTo>
                  <a:lnTo>
                    <a:pt x="53" y="222"/>
                  </a:lnTo>
                  <a:lnTo>
                    <a:pt x="27" y="314"/>
                  </a:lnTo>
                  <a:lnTo>
                    <a:pt x="14" y="405"/>
                  </a:lnTo>
                  <a:lnTo>
                    <a:pt x="1" y="510"/>
                  </a:lnTo>
                  <a:lnTo>
                    <a:pt x="14" y="615"/>
                  </a:lnTo>
                  <a:lnTo>
                    <a:pt x="27" y="706"/>
                  </a:lnTo>
                  <a:lnTo>
                    <a:pt x="53" y="785"/>
                  </a:lnTo>
                  <a:lnTo>
                    <a:pt x="92" y="863"/>
                  </a:lnTo>
                  <a:lnTo>
                    <a:pt x="144" y="929"/>
                  </a:lnTo>
                  <a:lnTo>
                    <a:pt x="197" y="968"/>
                  </a:lnTo>
                  <a:lnTo>
                    <a:pt x="249" y="994"/>
                  </a:lnTo>
                  <a:lnTo>
                    <a:pt x="314" y="1007"/>
                  </a:lnTo>
                  <a:lnTo>
                    <a:pt x="367" y="994"/>
                  </a:lnTo>
                  <a:lnTo>
                    <a:pt x="419" y="968"/>
                  </a:lnTo>
                  <a:lnTo>
                    <a:pt x="471" y="929"/>
                  </a:lnTo>
                  <a:lnTo>
                    <a:pt x="524" y="863"/>
                  </a:lnTo>
                  <a:lnTo>
                    <a:pt x="563" y="785"/>
                  </a:lnTo>
                  <a:lnTo>
                    <a:pt x="589" y="706"/>
                  </a:lnTo>
                  <a:lnTo>
                    <a:pt x="602" y="615"/>
                  </a:lnTo>
                  <a:lnTo>
                    <a:pt x="615" y="510"/>
                  </a:lnTo>
                  <a:lnTo>
                    <a:pt x="602" y="405"/>
                  </a:lnTo>
                  <a:lnTo>
                    <a:pt x="589" y="314"/>
                  </a:lnTo>
                  <a:lnTo>
                    <a:pt x="563" y="222"/>
                  </a:lnTo>
                  <a:lnTo>
                    <a:pt x="524" y="157"/>
                  </a:lnTo>
                  <a:lnTo>
                    <a:pt x="471" y="92"/>
                  </a:lnTo>
                  <a:lnTo>
                    <a:pt x="419" y="39"/>
                  </a:lnTo>
                  <a:lnTo>
                    <a:pt x="367" y="13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98;p38">
              <a:extLst>
                <a:ext uri="{FF2B5EF4-FFF2-40B4-BE49-F238E27FC236}">
                  <a16:creationId xmlns:a16="http://schemas.microsoft.com/office/drawing/2014/main" id="{16ED0D43-78F0-F009-83FC-B1B002260D4B}"/>
                </a:ext>
              </a:extLst>
            </p:cNvPr>
            <p:cNvSpPr/>
            <p:nvPr/>
          </p:nvSpPr>
          <p:spPr>
            <a:xfrm>
              <a:off x="1716250" y="3796650"/>
              <a:ext cx="1671750" cy="1513850"/>
            </a:xfrm>
            <a:custGeom>
              <a:avLst/>
              <a:gdLst/>
              <a:ahLst/>
              <a:cxnLst/>
              <a:rect l="l" t="t" r="r" b="b"/>
              <a:pathLst>
                <a:path w="66870" h="60554" extrusionOk="0">
                  <a:moveTo>
                    <a:pt x="41777" y="0"/>
                  </a:moveTo>
                  <a:lnTo>
                    <a:pt x="41516" y="13"/>
                  </a:lnTo>
                  <a:lnTo>
                    <a:pt x="41267" y="40"/>
                  </a:lnTo>
                  <a:lnTo>
                    <a:pt x="41019" y="105"/>
                  </a:lnTo>
                  <a:lnTo>
                    <a:pt x="40771" y="183"/>
                  </a:lnTo>
                  <a:lnTo>
                    <a:pt x="40548" y="301"/>
                  </a:lnTo>
                  <a:lnTo>
                    <a:pt x="40313" y="432"/>
                  </a:lnTo>
                  <a:lnTo>
                    <a:pt x="40104" y="602"/>
                  </a:lnTo>
                  <a:lnTo>
                    <a:pt x="39999" y="693"/>
                  </a:lnTo>
                  <a:lnTo>
                    <a:pt x="39908" y="798"/>
                  </a:lnTo>
                  <a:lnTo>
                    <a:pt x="39816" y="903"/>
                  </a:lnTo>
                  <a:lnTo>
                    <a:pt x="39725" y="1020"/>
                  </a:lnTo>
                  <a:lnTo>
                    <a:pt x="39633" y="1138"/>
                  </a:lnTo>
                  <a:lnTo>
                    <a:pt x="39555" y="1282"/>
                  </a:lnTo>
                  <a:lnTo>
                    <a:pt x="39476" y="1412"/>
                  </a:lnTo>
                  <a:lnTo>
                    <a:pt x="39411" y="1569"/>
                  </a:lnTo>
                  <a:lnTo>
                    <a:pt x="39136" y="2145"/>
                  </a:lnTo>
                  <a:lnTo>
                    <a:pt x="38848" y="2694"/>
                  </a:lnTo>
                  <a:lnTo>
                    <a:pt x="38535" y="3243"/>
                  </a:lnTo>
                  <a:lnTo>
                    <a:pt x="38221" y="3766"/>
                  </a:lnTo>
                  <a:lnTo>
                    <a:pt x="37881" y="4276"/>
                  </a:lnTo>
                  <a:lnTo>
                    <a:pt x="37528" y="4773"/>
                  </a:lnTo>
                  <a:lnTo>
                    <a:pt x="37162" y="5244"/>
                  </a:lnTo>
                  <a:lnTo>
                    <a:pt x="36782" y="5714"/>
                  </a:lnTo>
                  <a:lnTo>
                    <a:pt x="36390" y="6159"/>
                  </a:lnTo>
                  <a:lnTo>
                    <a:pt x="35972" y="6603"/>
                  </a:lnTo>
                  <a:lnTo>
                    <a:pt x="35553" y="7022"/>
                  </a:lnTo>
                  <a:lnTo>
                    <a:pt x="35122" y="7427"/>
                  </a:lnTo>
                  <a:lnTo>
                    <a:pt x="34677" y="7833"/>
                  </a:lnTo>
                  <a:lnTo>
                    <a:pt x="34220" y="8212"/>
                  </a:lnTo>
                  <a:lnTo>
                    <a:pt x="33749" y="8591"/>
                  </a:lnTo>
                  <a:lnTo>
                    <a:pt x="33278" y="8957"/>
                  </a:lnTo>
                  <a:lnTo>
                    <a:pt x="32794" y="9310"/>
                  </a:lnTo>
                  <a:lnTo>
                    <a:pt x="32298" y="9650"/>
                  </a:lnTo>
                  <a:lnTo>
                    <a:pt x="31788" y="9977"/>
                  </a:lnTo>
                  <a:lnTo>
                    <a:pt x="31265" y="10304"/>
                  </a:lnTo>
                  <a:lnTo>
                    <a:pt x="30742" y="10618"/>
                  </a:lnTo>
                  <a:lnTo>
                    <a:pt x="30219" y="10932"/>
                  </a:lnTo>
                  <a:lnTo>
                    <a:pt x="29682" y="11232"/>
                  </a:lnTo>
                  <a:lnTo>
                    <a:pt x="29133" y="11520"/>
                  </a:lnTo>
                  <a:lnTo>
                    <a:pt x="28584" y="11808"/>
                  </a:lnTo>
                  <a:lnTo>
                    <a:pt x="28022" y="12082"/>
                  </a:lnTo>
                  <a:lnTo>
                    <a:pt x="26884" y="12631"/>
                  </a:lnTo>
                  <a:lnTo>
                    <a:pt x="25734" y="13154"/>
                  </a:lnTo>
                  <a:lnTo>
                    <a:pt x="24570" y="13664"/>
                  </a:lnTo>
                  <a:lnTo>
                    <a:pt x="23393" y="14161"/>
                  </a:lnTo>
                  <a:lnTo>
                    <a:pt x="22203" y="14645"/>
                  </a:lnTo>
                  <a:lnTo>
                    <a:pt x="19823" y="15613"/>
                  </a:lnTo>
                  <a:lnTo>
                    <a:pt x="18634" y="16096"/>
                  </a:lnTo>
                  <a:lnTo>
                    <a:pt x="17457" y="16593"/>
                  </a:lnTo>
                  <a:lnTo>
                    <a:pt x="16280" y="17103"/>
                  </a:lnTo>
                  <a:lnTo>
                    <a:pt x="15116" y="17626"/>
                  </a:lnTo>
                  <a:lnTo>
                    <a:pt x="13979" y="18162"/>
                  </a:lnTo>
                  <a:lnTo>
                    <a:pt x="13416" y="18437"/>
                  </a:lnTo>
                  <a:lnTo>
                    <a:pt x="12854" y="18712"/>
                  </a:lnTo>
                  <a:lnTo>
                    <a:pt x="12305" y="19012"/>
                  </a:lnTo>
                  <a:lnTo>
                    <a:pt x="11756" y="19300"/>
                  </a:lnTo>
                  <a:lnTo>
                    <a:pt x="11220" y="19601"/>
                  </a:lnTo>
                  <a:lnTo>
                    <a:pt x="10684" y="19914"/>
                  </a:lnTo>
                  <a:lnTo>
                    <a:pt x="10161" y="20241"/>
                  </a:lnTo>
                  <a:lnTo>
                    <a:pt x="9651" y="20568"/>
                  </a:lnTo>
                  <a:lnTo>
                    <a:pt x="9141" y="20908"/>
                  </a:lnTo>
                  <a:lnTo>
                    <a:pt x="8644" y="21248"/>
                  </a:lnTo>
                  <a:lnTo>
                    <a:pt x="8160" y="21614"/>
                  </a:lnTo>
                  <a:lnTo>
                    <a:pt x="7689" y="21980"/>
                  </a:lnTo>
                  <a:lnTo>
                    <a:pt x="7219" y="22360"/>
                  </a:lnTo>
                  <a:lnTo>
                    <a:pt x="6761" y="22752"/>
                  </a:lnTo>
                  <a:lnTo>
                    <a:pt x="6421" y="23053"/>
                  </a:lnTo>
                  <a:lnTo>
                    <a:pt x="6081" y="23380"/>
                  </a:lnTo>
                  <a:lnTo>
                    <a:pt x="5767" y="23693"/>
                  </a:lnTo>
                  <a:lnTo>
                    <a:pt x="5440" y="24033"/>
                  </a:lnTo>
                  <a:lnTo>
                    <a:pt x="5140" y="24360"/>
                  </a:lnTo>
                  <a:lnTo>
                    <a:pt x="4839" y="24713"/>
                  </a:lnTo>
                  <a:lnTo>
                    <a:pt x="4551" y="25053"/>
                  </a:lnTo>
                  <a:lnTo>
                    <a:pt x="4264" y="25419"/>
                  </a:lnTo>
                  <a:lnTo>
                    <a:pt x="3989" y="25772"/>
                  </a:lnTo>
                  <a:lnTo>
                    <a:pt x="3727" y="26138"/>
                  </a:lnTo>
                  <a:lnTo>
                    <a:pt x="3466" y="26518"/>
                  </a:lnTo>
                  <a:lnTo>
                    <a:pt x="3217" y="26897"/>
                  </a:lnTo>
                  <a:lnTo>
                    <a:pt x="2982" y="27276"/>
                  </a:lnTo>
                  <a:lnTo>
                    <a:pt x="2760" y="27668"/>
                  </a:lnTo>
                  <a:lnTo>
                    <a:pt x="2538" y="28061"/>
                  </a:lnTo>
                  <a:lnTo>
                    <a:pt x="2328" y="28453"/>
                  </a:lnTo>
                  <a:lnTo>
                    <a:pt x="2119" y="28858"/>
                  </a:lnTo>
                  <a:lnTo>
                    <a:pt x="1923" y="29264"/>
                  </a:lnTo>
                  <a:lnTo>
                    <a:pt x="1740" y="29669"/>
                  </a:lnTo>
                  <a:lnTo>
                    <a:pt x="1570" y="30087"/>
                  </a:lnTo>
                  <a:lnTo>
                    <a:pt x="1400" y="30506"/>
                  </a:lnTo>
                  <a:lnTo>
                    <a:pt x="1243" y="30924"/>
                  </a:lnTo>
                  <a:lnTo>
                    <a:pt x="1099" y="31343"/>
                  </a:lnTo>
                  <a:lnTo>
                    <a:pt x="955" y="31774"/>
                  </a:lnTo>
                  <a:lnTo>
                    <a:pt x="825" y="32192"/>
                  </a:lnTo>
                  <a:lnTo>
                    <a:pt x="707" y="32624"/>
                  </a:lnTo>
                  <a:lnTo>
                    <a:pt x="602" y="33069"/>
                  </a:lnTo>
                  <a:lnTo>
                    <a:pt x="498" y="33500"/>
                  </a:lnTo>
                  <a:lnTo>
                    <a:pt x="406" y="33932"/>
                  </a:lnTo>
                  <a:lnTo>
                    <a:pt x="315" y="34376"/>
                  </a:lnTo>
                  <a:lnTo>
                    <a:pt x="249" y="34821"/>
                  </a:lnTo>
                  <a:lnTo>
                    <a:pt x="184" y="35252"/>
                  </a:lnTo>
                  <a:lnTo>
                    <a:pt x="132" y="35697"/>
                  </a:lnTo>
                  <a:lnTo>
                    <a:pt x="79" y="36141"/>
                  </a:lnTo>
                  <a:lnTo>
                    <a:pt x="53" y="36586"/>
                  </a:lnTo>
                  <a:lnTo>
                    <a:pt x="27" y="37030"/>
                  </a:lnTo>
                  <a:lnTo>
                    <a:pt x="14" y="37475"/>
                  </a:lnTo>
                  <a:lnTo>
                    <a:pt x="1" y="37920"/>
                  </a:lnTo>
                  <a:lnTo>
                    <a:pt x="1" y="38364"/>
                  </a:lnTo>
                  <a:lnTo>
                    <a:pt x="14" y="38809"/>
                  </a:lnTo>
                  <a:lnTo>
                    <a:pt x="40" y="39266"/>
                  </a:lnTo>
                  <a:lnTo>
                    <a:pt x="79" y="39711"/>
                  </a:lnTo>
                  <a:lnTo>
                    <a:pt x="119" y="40142"/>
                  </a:lnTo>
                  <a:lnTo>
                    <a:pt x="171" y="40587"/>
                  </a:lnTo>
                  <a:lnTo>
                    <a:pt x="236" y="41032"/>
                  </a:lnTo>
                  <a:lnTo>
                    <a:pt x="302" y="41476"/>
                  </a:lnTo>
                  <a:lnTo>
                    <a:pt x="393" y="41908"/>
                  </a:lnTo>
                  <a:lnTo>
                    <a:pt x="485" y="42352"/>
                  </a:lnTo>
                  <a:lnTo>
                    <a:pt x="589" y="42784"/>
                  </a:lnTo>
                  <a:lnTo>
                    <a:pt x="694" y="43215"/>
                  </a:lnTo>
                  <a:lnTo>
                    <a:pt x="825" y="43647"/>
                  </a:lnTo>
                  <a:lnTo>
                    <a:pt x="955" y="44065"/>
                  </a:lnTo>
                  <a:lnTo>
                    <a:pt x="1099" y="44497"/>
                  </a:lnTo>
                  <a:lnTo>
                    <a:pt x="1243" y="44915"/>
                  </a:lnTo>
                  <a:lnTo>
                    <a:pt x="1413" y="45333"/>
                  </a:lnTo>
                  <a:lnTo>
                    <a:pt x="1583" y="45752"/>
                  </a:lnTo>
                  <a:lnTo>
                    <a:pt x="1766" y="46157"/>
                  </a:lnTo>
                  <a:lnTo>
                    <a:pt x="1962" y="46563"/>
                  </a:lnTo>
                  <a:lnTo>
                    <a:pt x="2171" y="46968"/>
                  </a:lnTo>
                  <a:lnTo>
                    <a:pt x="2381" y="47373"/>
                  </a:lnTo>
                  <a:lnTo>
                    <a:pt x="2616" y="47766"/>
                  </a:lnTo>
                  <a:lnTo>
                    <a:pt x="2851" y="48158"/>
                  </a:lnTo>
                  <a:lnTo>
                    <a:pt x="3100" y="48537"/>
                  </a:lnTo>
                  <a:lnTo>
                    <a:pt x="3348" y="48929"/>
                  </a:lnTo>
                  <a:lnTo>
                    <a:pt x="3636" y="49322"/>
                  </a:lnTo>
                  <a:lnTo>
                    <a:pt x="3937" y="49714"/>
                  </a:lnTo>
                  <a:lnTo>
                    <a:pt x="4250" y="50093"/>
                  </a:lnTo>
                  <a:lnTo>
                    <a:pt x="4564" y="50472"/>
                  </a:lnTo>
                  <a:lnTo>
                    <a:pt x="4891" y="50838"/>
                  </a:lnTo>
                  <a:lnTo>
                    <a:pt x="5231" y="51191"/>
                  </a:lnTo>
                  <a:lnTo>
                    <a:pt x="5584" y="51531"/>
                  </a:lnTo>
                  <a:lnTo>
                    <a:pt x="5937" y="51871"/>
                  </a:lnTo>
                  <a:lnTo>
                    <a:pt x="6303" y="52198"/>
                  </a:lnTo>
                  <a:lnTo>
                    <a:pt x="6669" y="52512"/>
                  </a:lnTo>
                  <a:lnTo>
                    <a:pt x="7049" y="52813"/>
                  </a:lnTo>
                  <a:lnTo>
                    <a:pt x="7441" y="53113"/>
                  </a:lnTo>
                  <a:lnTo>
                    <a:pt x="7833" y="53414"/>
                  </a:lnTo>
                  <a:lnTo>
                    <a:pt x="8238" y="53689"/>
                  </a:lnTo>
                  <a:lnTo>
                    <a:pt x="8657" y="53976"/>
                  </a:lnTo>
                  <a:lnTo>
                    <a:pt x="9075" y="54238"/>
                  </a:lnTo>
                  <a:lnTo>
                    <a:pt x="9494" y="54499"/>
                  </a:lnTo>
                  <a:lnTo>
                    <a:pt x="9925" y="54748"/>
                  </a:lnTo>
                  <a:lnTo>
                    <a:pt x="10357" y="54996"/>
                  </a:lnTo>
                  <a:lnTo>
                    <a:pt x="10801" y="55232"/>
                  </a:lnTo>
                  <a:lnTo>
                    <a:pt x="11259" y="55454"/>
                  </a:lnTo>
                  <a:lnTo>
                    <a:pt x="11704" y="55676"/>
                  </a:lnTo>
                  <a:lnTo>
                    <a:pt x="12161" y="55899"/>
                  </a:lnTo>
                  <a:lnTo>
                    <a:pt x="12632" y="56108"/>
                  </a:lnTo>
                  <a:lnTo>
                    <a:pt x="13103" y="56304"/>
                  </a:lnTo>
                  <a:lnTo>
                    <a:pt x="13573" y="56500"/>
                  </a:lnTo>
                  <a:lnTo>
                    <a:pt x="14528" y="56866"/>
                  </a:lnTo>
                  <a:lnTo>
                    <a:pt x="15509" y="57219"/>
                  </a:lnTo>
                  <a:lnTo>
                    <a:pt x="16489" y="57533"/>
                  </a:lnTo>
                  <a:lnTo>
                    <a:pt x="17483" y="57834"/>
                  </a:lnTo>
                  <a:lnTo>
                    <a:pt x="18490" y="58108"/>
                  </a:lnTo>
                  <a:lnTo>
                    <a:pt x="19497" y="58357"/>
                  </a:lnTo>
                  <a:lnTo>
                    <a:pt x="20516" y="58592"/>
                  </a:lnTo>
                  <a:lnTo>
                    <a:pt x="21536" y="58814"/>
                  </a:lnTo>
                  <a:lnTo>
                    <a:pt x="22556" y="59011"/>
                  </a:lnTo>
                  <a:lnTo>
                    <a:pt x="23563" y="59181"/>
                  </a:lnTo>
                  <a:lnTo>
                    <a:pt x="24583" y="59351"/>
                  </a:lnTo>
                  <a:lnTo>
                    <a:pt x="25590" y="59494"/>
                  </a:lnTo>
                  <a:lnTo>
                    <a:pt x="26584" y="59638"/>
                  </a:lnTo>
                  <a:lnTo>
                    <a:pt x="27577" y="59756"/>
                  </a:lnTo>
                  <a:lnTo>
                    <a:pt x="28558" y="59874"/>
                  </a:lnTo>
                  <a:lnTo>
                    <a:pt x="29512" y="59965"/>
                  </a:lnTo>
                  <a:lnTo>
                    <a:pt x="30467" y="60057"/>
                  </a:lnTo>
                  <a:lnTo>
                    <a:pt x="32298" y="60214"/>
                  </a:lnTo>
                  <a:lnTo>
                    <a:pt x="33317" y="60292"/>
                  </a:lnTo>
                  <a:lnTo>
                    <a:pt x="34350" y="60357"/>
                  </a:lnTo>
                  <a:lnTo>
                    <a:pt x="35370" y="60423"/>
                  </a:lnTo>
                  <a:lnTo>
                    <a:pt x="36403" y="60462"/>
                  </a:lnTo>
                  <a:lnTo>
                    <a:pt x="37423" y="60501"/>
                  </a:lnTo>
                  <a:lnTo>
                    <a:pt x="38456" y="60527"/>
                  </a:lnTo>
                  <a:lnTo>
                    <a:pt x="39489" y="60540"/>
                  </a:lnTo>
                  <a:lnTo>
                    <a:pt x="40522" y="60554"/>
                  </a:lnTo>
                  <a:lnTo>
                    <a:pt x="41568" y="60554"/>
                  </a:lnTo>
                  <a:lnTo>
                    <a:pt x="42601" y="60527"/>
                  </a:lnTo>
                  <a:lnTo>
                    <a:pt x="43634" y="60514"/>
                  </a:lnTo>
                  <a:lnTo>
                    <a:pt x="44667" y="60475"/>
                  </a:lnTo>
                  <a:lnTo>
                    <a:pt x="45713" y="60423"/>
                  </a:lnTo>
                  <a:lnTo>
                    <a:pt x="46746" y="60370"/>
                  </a:lnTo>
                  <a:lnTo>
                    <a:pt x="47779" y="60305"/>
                  </a:lnTo>
                  <a:lnTo>
                    <a:pt x="48812" y="60227"/>
                  </a:lnTo>
                  <a:lnTo>
                    <a:pt x="49845" y="60135"/>
                  </a:lnTo>
                  <a:lnTo>
                    <a:pt x="50891" y="60030"/>
                  </a:lnTo>
                  <a:lnTo>
                    <a:pt x="51911" y="59926"/>
                  </a:lnTo>
                  <a:lnTo>
                    <a:pt x="52944" y="59808"/>
                  </a:lnTo>
                  <a:lnTo>
                    <a:pt x="53977" y="59664"/>
                  </a:lnTo>
                  <a:lnTo>
                    <a:pt x="54997" y="59521"/>
                  </a:lnTo>
                  <a:lnTo>
                    <a:pt x="56030" y="59377"/>
                  </a:lnTo>
                  <a:lnTo>
                    <a:pt x="57050" y="59207"/>
                  </a:lnTo>
                  <a:lnTo>
                    <a:pt x="58070" y="59024"/>
                  </a:lnTo>
                  <a:lnTo>
                    <a:pt x="59076" y="58841"/>
                  </a:lnTo>
                  <a:lnTo>
                    <a:pt x="60096" y="58631"/>
                  </a:lnTo>
                  <a:lnTo>
                    <a:pt x="61103" y="58422"/>
                  </a:lnTo>
                  <a:lnTo>
                    <a:pt x="62097" y="58200"/>
                  </a:lnTo>
                  <a:lnTo>
                    <a:pt x="63104" y="57965"/>
                  </a:lnTo>
                  <a:lnTo>
                    <a:pt x="64097" y="57716"/>
                  </a:lnTo>
                  <a:lnTo>
                    <a:pt x="65091" y="57455"/>
                  </a:lnTo>
                  <a:lnTo>
                    <a:pt x="65248" y="57415"/>
                  </a:lnTo>
                  <a:lnTo>
                    <a:pt x="65392" y="57363"/>
                  </a:lnTo>
                  <a:lnTo>
                    <a:pt x="65536" y="57298"/>
                  </a:lnTo>
                  <a:lnTo>
                    <a:pt x="65666" y="57232"/>
                  </a:lnTo>
                  <a:lnTo>
                    <a:pt x="65797" y="57167"/>
                  </a:lnTo>
                  <a:lnTo>
                    <a:pt x="65915" y="57088"/>
                  </a:lnTo>
                  <a:lnTo>
                    <a:pt x="66020" y="57010"/>
                  </a:lnTo>
                  <a:lnTo>
                    <a:pt x="66124" y="56932"/>
                  </a:lnTo>
                  <a:lnTo>
                    <a:pt x="66229" y="56840"/>
                  </a:lnTo>
                  <a:lnTo>
                    <a:pt x="66320" y="56749"/>
                  </a:lnTo>
                  <a:lnTo>
                    <a:pt x="66477" y="56565"/>
                  </a:lnTo>
                  <a:lnTo>
                    <a:pt x="66608" y="56356"/>
                  </a:lnTo>
                  <a:lnTo>
                    <a:pt x="66713" y="56134"/>
                  </a:lnTo>
                  <a:lnTo>
                    <a:pt x="66791" y="55899"/>
                  </a:lnTo>
                  <a:lnTo>
                    <a:pt x="66843" y="55663"/>
                  </a:lnTo>
                  <a:lnTo>
                    <a:pt x="66869" y="55428"/>
                  </a:lnTo>
                  <a:lnTo>
                    <a:pt x="66869" y="55179"/>
                  </a:lnTo>
                  <a:lnTo>
                    <a:pt x="66856" y="54931"/>
                  </a:lnTo>
                  <a:lnTo>
                    <a:pt x="66817" y="54683"/>
                  </a:lnTo>
                  <a:lnTo>
                    <a:pt x="66752" y="54434"/>
                  </a:lnTo>
                  <a:lnTo>
                    <a:pt x="66660" y="54186"/>
                  </a:lnTo>
                  <a:lnTo>
                    <a:pt x="66569" y="53950"/>
                  </a:lnTo>
                  <a:lnTo>
                    <a:pt x="66438" y="53715"/>
                  </a:lnTo>
                  <a:lnTo>
                    <a:pt x="66294" y="53493"/>
                  </a:lnTo>
                  <a:lnTo>
                    <a:pt x="66137" y="53283"/>
                  </a:lnTo>
                  <a:lnTo>
                    <a:pt x="65967" y="53087"/>
                  </a:lnTo>
                  <a:lnTo>
                    <a:pt x="65771" y="52904"/>
                  </a:lnTo>
                  <a:lnTo>
                    <a:pt x="65562" y="52734"/>
                  </a:lnTo>
                  <a:lnTo>
                    <a:pt x="65340" y="52590"/>
                  </a:lnTo>
                  <a:lnTo>
                    <a:pt x="65104" y="52460"/>
                  </a:lnTo>
                  <a:lnTo>
                    <a:pt x="64856" y="52355"/>
                  </a:lnTo>
                  <a:lnTo>
                    <a:pt x="64594" y="52277"/>
                  </a:lnTo>
                  <a:lnTo>
                    <a:pt x="64320" y="52224"/>
                  </a:lnTo>
                  <a:lnTo>
                    <a:pt x="64032" y="52185"/>
                  </a:lnTo>
                  <a:lnTo>
                    <a:pt x="63731" y="52198"/>
                  </a:lnTo>
                  <a:lnTo>
                    <a:pt x="63574" y="52211"/>
                  </a:lnTo>
                  <a:lnTo>
                    <a:pt x="63431" y="52224"/>
                  </a:lnTo>
                  <a:lnTo>
                    <a:pt x="63274" y="52264"/>
                  </a:lnTo>
                  <a:lnTo>
                    <a:pt x="63104" y="52303"/>
                  </a:lnTo>
                  <a:lnTo>
                    <a:pt x="61652" y="52669"/>
                  </a:lnTo>
                  <a:lnTo>
                    <a:pt x="60096" y="53048"/>
                  </a:lnTo>
                  <a:lnTo>
                    <a:pt x="58475" y="53401"/>
                  </a:lnTo>
                  <a:lnTo>
                    <a:pt x="56788" y="53741"/>
                  </a:lnTo>
                  <a:lnTo>
                    <a:pt x="55023" y="54068"/>
                  </a:lnTo>
                  <a:lnTo>
                    <a:pt x="54121" y="54225"/>
                  </a:lnTo>
                  <a:lnTo>
                    <a:pt x="53205" y="54369"/>
                  </a:lnTo>
                  <a:lnTo>
                    <a:pt x="52277" y="54513"/>
                  </a:lnTo>
                  <a:lnTo>
                    <a:pt x="51336" y="54643"/>
                  </a:lnTo>
                  <a:lnTo>
                    <a:pt x="50381" y="54774"/>
                  </a:lnTo>
                  <a:lnTo>
                    <a:pt x="49427" y="54905"/>
                  </a:lnTo>
                  <a:lnTo>
                    <a:pt x="48459" y="55009"/>
                  </a:lnTo>
                  <a:lnTo>
                    <a:pt x="47478" y="55114"/>
                  </a:lnTo>
                  <a:lnTo>
                    <a:pt x="46485" y="55219"/>
                  </a:lnTo>
                  <a:lnTo>
                    <a:pt x="45491" y="55310"/>
                  </a:lnTo>
                  <a:lnTo>
                    <a:pt x="44484" y="55389"/>
                  </a:lnTo>
                  <a:lnTo>
                    <a:pt x="43477" y="55454"/>
                  </a:lnTo>
                  <a:lnTo>
                    <a:pt x="42470" y="55519"/>
                  </a:lnTo>
                  <a:lnTo>
                    <a:pt x="41450" y="55572"/>
                  </a:lnTo>
                  <a:lnTo>
                    <a:pt x="40431" y="55611"/>
                  </a:lnTo>
                  <a:lnTo>
                    <a:pt x="39411" y="55637"/>
                  </a:lnTo>
                  <a:lnTo>
                    <a:pt x="38391" y="55650"/>
                  </a:lnTo>
                  <a:lnTo>
                    <a:pt x="36351" y="55650"/>
                  </a:lnTo>
                  <a:lnTo>
                    <a:pt x="35331" y="55624"/>
                  </a:lnTo>
                  <a:lnTo>
                    <a:pt x="34311" y="55598"/>
                  </a:lnTo>
                  <a:lnTo>
                    <a:pt x="33291" y="55546"/>
                  </a:lnTo>
                  <a:lnTo>
                    <a:pt x="32284" y="55480"/>
                  </a:lnTo>
                  <a:lnTo>
                    <a:pt x="31265" y="55415"/>
                  </a:lnTo>
                  <a:lnTo>
                    <a:pt x="30271" y="55323"/>
                  </a:lnTo>
                  <a:lnTo>
                    <a:pt x="29264" y="55219"/>
                  </a:lnTo>
                  <a:lnTo>
                    <a:pt x="28270" y="55101"/>
                  </a:lnTo>
                  <a:lnTo>
                    <a:pt x="27290" y="54957"/>
                  </a:lnTo>
                  <a:lnTo>
                    <a:pt x="26322" y="54800"/>
                  </a:lnTo>
                  <a:lnTo>
                    <a:pt x="25354" y="54643"/>
                  </a:lnTo>
                  <a:lnTo>
                    <a:pt x="24400" y="54447"/>
                  </a:lnTo>
                  <a:lnTo>
                    <a:pt x="23445" y="54251"/>
                  </a:lnTo>
                  <a:lnTo>
                    <a:pt x="22517" y="54029"/>
                  </a:lnTo>
                  <a:lnTo>
                    <a:pt x="21602" y="53793"/>
                  </a:lnTo>
                  <a:lnTo>
                    <a:pt x="20686" y="53532"/>
                  </a:lnTo>
                  <a:lnTo>
                    <a:pt x="19797" y="53257"/>
                  </a:lnTo>
                  <a:lnTo>
                    <a:pt x="18921" y="52957"/>
                  </a:lnTo>
                  <a:lnTo>
                    <a:pt x="18058" y="52643"/>
                  </a:lnTo>
                  <a:lnTo>
                    <a:pt x="17208" y="52303"/>
                  </a:lnTo>
                  <a:lnTo>
                    <a:pt x="16385" y="51950"/>
                  </a:lnTo>
                  <a:lnTo>
                    <a:pt x="15574" y="51571"/>
                  </a:lnTo>
                  <a:lnTo>
                    <a:pt x="14776" y="51165"/>
                  </a:lnTo>
                  <a:lnTo>
                    <a:pt x="14005" y="50747"/>
                  </a:lnTo>
                  <a:lnTo>
                    <a:pt x="13260" y="50302"/>
                  </a:lnTo>
                  <a:lnTo>
                    <a:pt x="12527" y="49845"/>
                  </a:lnTo>
                  <a:lnTo>
                    <a:pt x="12174" y="49596"/>
                  </a:lnTo>
                  <a:lnTo>
                    <a:pt x="11821" y="49361"/>
                  </a:lnTo>
                  <a:lnTo>
                    <a:pt x="11468" y="49099"/>
                  </a:lnTo>
                  <a:lnTo>
                    <a:pt x="11128" y="48838"/>
                  </a:lnTo>
                  <a:lnTo>
                    <a:pt x="10801" y="48576"/>
                  </a:lnTo>
                  <a:lnTo>
                    <a:pt x="10474" y="48315"/>
                  </a:lnTo>
                  <a:lnTo>
                    <a:pt x="10148" y="48027"/>
                  </a:lnTo>
                  <a:lnTo>
                    <a:pt x="9834" y="47752"/>
                  </a:lnTo>
                  <a:lnTo>
                    <a:pt x="9533" y="47465"/>
                  </a:lnTo>
                  <a:lnTo>
                    <a:pt x="9232" y="47164"/>
                  </a:lnTo>
                  <a:lnTo>
                    <a:pt x="8931" y="46863"/>
                  </a:lnTo>
                  <a:lnTo>
                    <a:pt x="8644" y="46563"/>
                  </a:lnTo>
                  <a:lnTo>
                    <a:pt x="8369" y="46249"/>
                  </a:lnTo>
                  <a:lnTo>
                    <a:pt x="8095" y="45922"/>
                  </a:lnTo>
                  <a:lnTo>
                    <a:pt x="7820" y="45595"/>
                  </a:lnTo>
                  <a:lnTo>
                    <a:pt x="7559" y="45268"/>
                  </a:lnTo>
                  <a:lnTo>
                    <a:pt x="7310" y="44928"/>
                  </a:lnTo>
                  <a:lnTo>
                    <a:pt x="7062" y="44588"/>
                  </a:lnTo>
                  <a:lnTo>
                    <a:pt x="6696" y="44026"/>
                  </a:lnTo>
                  <a:lnTo>
                    <a:pt x="6356" y="43477"/>
                  </a:lnTo>
                  <a:lnTo>
                    <a:pt x="6055" y="42928"/>
                  </a:lnTo>
                  <a:lnTo>
                    <a:pt x="5793" y="42378"/>
                  </a:lnTo>
                  <a:lnTo>
                    <a:pt x="5558" y="41842"/>
                  </a:lnTo>
                  <a:lnTo>
                    <a:pt x="5349" y="41306"/>
                  </a:lnTo>
                  <a:lnTo>
                    <a:pt x="5179" y="40770"/>
                  </a:lnTo>
                  <a:lnTo>
                    <a:pt x="5035" y="40247"/>
                  </a:lnTo>
                  <a:lnTo>
                    <a:pt x="4930" y="39724"/>
                  </a:lnTo>
                  <a:lnTo>
                    <a:pt x="4839" y="39201"/>
                  </a:lnTo>
                  <a:lnTo>
                    <a:pt x="4787" y="38691"/>
                  </a:lnTo>
                  <a:lnTo>
                    <a:pt x="4760" y="38181"/>
                  </a:lnTo>
                  <a:lnTo>
                    <a:pt x="4760" y="37671"/>
                  </a:lnTo>
                  <a:lnTo>
                    <a:pt x="4787" y="37174"/>
                  </a:lnTo>
                  <a:lnTo>
                    <a:pt x="4839" y="36677"/>
                  </a:lnTo>
                  <a:lnTo>
                    <a:pt x="4917" y="36181"/>
                  </a:lnTo>
                  <a:lnTo>
                    <a:pt x="5022" y="35697"/>
                  </a:lnTo>
                  <a:lnTo>
                    <a:pt x="5140" y="35213"/>
                  </a:lnTo>
                  <a:lnTo>
                    <a:pt x="5283" y="34729"/>
                  </a:lnTo>
                  <a:lnTo>
                    <a:pt x="5453" y="34258"/>
                  </a:lnTo>
                  <a:lnTo>
                    <a:pt x="5636" y="33788"/>
                  </a:lnTo>
                  <a:lnTo>
                    <a:pt x="5846" y="33330"/>
                  </a:lnTo>
                  <a:lnTo>
                    <a:pt x="6081" y="32872"/>
                  </a:lnTo>
                  <a:lnTo>
                    <a:pt x="6329" y="32428"/>
                  </a:lnTo>
                  <a:lnTo>
                    <a:pt x="6591" y="31970"/>
                  </a:lnTo>
                  <a:lnTo>
                    <a:pt x="6879" y="31539"/>
                  </a:lnTo>
                  <a:lnTo>
                    <a:pt x="7179" y="31107"/>
                  </a:lnTo>
                  <a:lnTo>
                    <a:pt x="7493" y="30676"/>
                  </a:lnTo>
                  <a:lnTo>
                    <a:pt x="7820" y="30244"/>
                  </a:lnTo>
                  <a:lnTo>
                    <a:pt x="8173" y="29826"/>
                  </a:lnTo>
                  <a:lnTo>
                    <a:pt x="8526" y="29420"/>
                  </a:lnTo>
                  <a:lnTo>
                    <a:pt x="8905" y="29015"/>
                  </a:lnTo>
                  <a:lnTo>
                    <a:pt x="9285" y="28610"/>
                  </a:lnTo>
                  <a:lnTo>
                    <a:pt x="9690" y="28217"/>
                  </a:lnTo>
                  <a:lnTo>
                    <a:pt x="10095" y="27838"/>
                  </a:lnTo>
                  <a:lnTo>
                    <a:pt x="10514" y="27446"/>
                  </a:lnTo>
                  <a:lnTo>
                    <a:pt x="10945" y="27080"/>
                  </a:lnTo>
                  <a:lnTo>
                    <a:pt x="11377" y="26714"/>
                  </a:lnTo>
                  <a:lnTo>
                    <a:pt x="11821" y="26348"/>
                  </a:lnTo>
                  <a:lnTo>
                    <a:pt x="12279" y="25995"/>
                  </a:lnTo>
                  <a:lnTo>
                    <a:pt x="12736" y="25642"/>
                  </a:lnTo>
                  <a:lnTo>
                    <a:pt x="13207" y="25302"/>
                  </a:lnTo>
                  <a:lnTo>
                    <a:pt x="13678" y="24975"/>
                  </a:lnTo>
                  <a:lnTo>
                    <a:pt x="14149" y="24648"/>
                  </a:lnTo>
                  <a:lnTo>
                    <a:pt x="15103" y="24007"/>
                  </a:lnTo>
                  <a:lnTo>
                    <a:pt x="16084" y="23406"/>
                  </a:lnTo>
                  <a:lnTo>
                    <a:pt x="17051" y="22830"/>
                  </a:lnTo>
                  <a:lnTo>
                    <a:pt x="18032" y="22281"/>
                  </a:lnTo>
                  <a:lnTo>
                    <a:pt x="19000" y="21771"/>
                  </a:lnTo>
                  <a:lnTo>
                    <a:pt x="19941" y="21287"/>
                  </a:lnTo>
                  <a:lnTo>
                    <a:pt x="20883" y="20830"/>
                  </a:lnTo>
                  <a:lnTo>
                    <a:pt x="21785" y="20411"/>
                  </a:lnTo>
                  <a:lnTo>
                    <a:pt x="22661" y="20032"/>
                  </a:lnTo>
                  <a:lnTo>
                    <a:pt x="23511" y="19679"/>
                  </a:lnTo>
                  <a:lnTo>
                    <a:pt x="25093" y="19025"/>
                  </a:lnTo>
                  <a:lnTo>
                    <a:pt x="26688" y="18372"/>
                  </a:lnTo>
                  <a:lnTo>
                    <a:pt x="28257" y="17692"/>
                  </a:lnTo>
                  <a:lnTo>
                    <a:pt x="29029" y="17352"/>
                  </a:lnTo>
                  <a:lnTo>
                    <a:pt x="29800" y="16999"/>
                  </a:lnTo>
                  <a:lnTo>
                    <a:pt x="30559" y="16632"/>
                  </a:lnTo>
                  <a:lnTo>
                    <a:pt x="31317" y="16266"/>
                  </a:lnTo>
                  <a:lnTo>
                    <a:pt x="32075" y="15887"/>
                  </a:lnTo>
                  <a:lnTo>
                    <a:pt x="32808" y="15495"/>
                  </a:lnTo>
                  <a:lnTo>
                    <a:pt x="33540" y="15090"/>
                  </a:lnTo>
                  <a:lnTo>
                    <a:pt x="34259" y="14671"/>
                  </a:lnTo>
                  <a:lnTo>
                    <a:pt x="34965" y="14240"/>
                  </a:lnTo>
                  <a:lnTo>
                    <a:pt x="35658" y="13795"/>
                  </a:lnTo>
                  <a:lnTo>
                    <a:pt x="36338" y="13337"/>
                  </a:lnTo>
                  <a:lnTo>
                    <a:pt x="37005" y="12854"/>
                  </a:lnTo>
                  <a:lnTo>
                    <a:pt x="37659" y="12370"/>
                  </a:lnTo>
                  <a:lnTo>
                    <a:pt x="38286" y="11847"/>
                  </a:lnTo>
                  <a:lnTo>
                    <a:pt x="38914" y="11324"/>
                  </a:lnTo>
                  <a:lnTo>
                    <a:pt x="39515" y="10762"/>
                  </a:lnTo>
                  <a:lnTo>
                    <a:pt x="40104" y="10186"/>
                  </a:lnTo>
                  <a:lnTo>
                    <a:pt x="40666" y="9585"/>
                  </a:lnTo>
                  <a:lnTo>
                    <a:pt x="41215" y="8970"/>
                  </a:lnTo>
                  <a:lnTo>
                    <a:pt x="41477" y="8643"/>
                  </a:lnTo>
                  <a:lnTo>
                    <a:pt x="41738" y="8329"/>
                  </a:lnTo>
                  <a:lnTo>
                    <a:pt x="42000" y="7989"/>
                  </a:lnTo>
                  <a:lnTo>
                    <a:pt x="42248" y="7650"/>
                  </a:lnTo>
                  <a:lnTo>
                    <a:pt x="42483" y="7310"/>
                  </a:lnTo>
                  <a:lnTo>
                    <a:pt x="42732" y="6957"/>
                  </a:lnTo>
                  <a:lnTo>
                    <a:pt x="42954" y="6590"/>
                  </a:lnTo>
                  <a:lnTo>
                    <a:pt x="43190" y="6224"/>
                  </a:lnTo>
                  <a:lnTo>
                    <a:pt x="43412" y="5858"/>
                  </a:lnTo>
                  <a:lnTo>
                    <a:pt x="43621" y="5479"/>
                  </a:lnTo>
                  <a:lnTo>
                    <a:pt x="43830" y="5087"/>
                  </a:lnTo>
                  <a:lnTo>
                    <a:pt x="44039" y="4694"/>
                  </a:lnTo>
                  <a:lnTo>
                    <a:pt x="44236" y="4289"/>
                  </a:lnTo>
                  <a:lnTo>
                    <a:pt x="44419" y="3884"/>
                  </a:lnTo>
                  <a:lnTo>
                    <a:pt x="44484" y="3727"/>
                  </a:lnTo>
                  <a:lnTo>
                    <a:pt x="44536" y="3583"/>
                  </a:lnTo>
                  <a:lnTo>
                    <a:pt x="44589" y="3426"/>
                  </a:lnTo>
                  <a:lnTo>
                    <a:pt x="44628" y="3282"/>
                  </a:lnTo>
                  <a:lnTo>
                    <a:pt x="44654" y="3138"/>
                  </a:lnTo>
                  <a:lnTo>
                    <a:pt x="44667" y="2995"/>
                  </a:lnTo>
                  <a:lnTo>
                    <a:pt x="44693" y="2707"/>
                  </a:lnTo>
                  <a:lnTo>
                    <a:pt x="44680" y="2445"/>
                  </a:lnTo>
                  <a:lnTo>
                    <a:pt x="44628" y="2184"/>
                  </a:lnTo>
                  <a:lnTo>
                    <a:pt x="44562" y="1935"/>
                  </a:lnTo>
                  <a:lnTo>
                    <a:pt x="44471" y="1687"/>
                  </a:lnTo>
                  <a:lnTo>
                    <a:pt x="44340" y="1465"/>
                  </a:lnTo>
                  <a:lnTo>
                    <a:pt x="44209" y="1256"/>
                  </a:lnTo>
                  <a:lnTo>
                    <a:pt x="44053" y="1046"/>
                  </a:lnTo>
                  <a:lnTo>
                    <a:pt x="43869" y="863"/>
                  </a:lnTo>
                  <a:lnTo>
                    <a:pt x="43673" y="693"/>
                  </a:lnTo>
                  <a:lnTo>
                    <a:pt x="43464" y="536"/>
                  </a:lnTo>
                  <a:lnTo>
                    <a:pt x="43242" y="406"/>
                  </a:lnTo>
                  <a:lnTo>
                    <a:pt x="43020" y="288"/>
                  </a:lnTo>
                  <a:lnTo>
                    <a:pt x="42771" y="183"/>
                  </a:lnTo>
                  <a:lnTo>
                    <a:pt x="42536" y="105"/>
                  </a:lnTo>
                  <a:lnTo>
                    <a:pt x="42287" y="53"/>
                  </a:lnTo>
                  <a:lnTo>
                    <a:pt x="42026" y="13"/>
                  </a:lnTo>
                  <a:lnTo>
                    <a:pt x="41777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99;p38">
              <a:extLst>
                <a:ext uri="{FF2B5EF4-FFF2-40B4-BE49-F238E27FC236}">
                  <a16:creationId xmlns:a16="http://schemas.microsoft.com/office/drawing/2014/main" id="{BBED15EE-C233-B10A-9C11-31A2C6ADACD6}"/>
                </a:ext>
              </a:extLst>
            </p:cNvPr>
            <p:cNvSpPr/>
            <p:nvPr/>
          </p:nvSpPr>
          <p:spPr>
            <a:xfrm>
              <a:off x="2007850" y="2780675"/>
              <a:ext cx="1559925" cy="2232025"/>
            </a:xfrm>
            <a:custGeom>
              <a:avLst/>
              <a:gdLst/>
              <a:ahLst/>
              <a:cxnLst/>
              <a:rect l="l" t="t" r="r" b="b"/>
              <a:pathLst>
                <a:path w="62397" h="89281" extrusionOk="0">
                  <a:moveTo>
                    <a:pt x="34245" y="0"/>
                  </a:moveTo>
                  <a:lnTo>
                    <a:pt x="33670" y="13"/>
                  </a:lnTo>
                  <a:lnTo>
                    <a:pt x="33095" y="39"/>
                  </a:lnTo>
                  <a:lnTo>
                    <a:pt x="32519" y="92"/>
                  </a:lnTo>
                  <a:lnTo>
                    <a:pt x="31944" y="170"/>
                  </a:lnTo>
                  <a:lnTo>
                    <a:pt x="31369" y="262"/>
                  </a:lnTo>
                  <a:lnTo>
                    <a:pt x="30793" y="379"/>
                  </a:lnTo>
                  <a:lnTo>
                    <a:pt x="30231" y="510"/>
                  </a:lnTo>
                  <a:lnTo>
                    <a:pt x="29656" y="654"/>
                  </a:lnTo>
                  <a:lnTo>
                    <a:pt x="29080" y="837"/>
                  </a:lnTo>
                  <a:lnTo>
                    <a:pt x="28518" y="1020"/>
                  </a:lnTo>
                  <a:lnTo>
                    <a:pt x="27956" y="1229"/>
                  </a:lnTo>
                  <a:lnTo>
                    <a:pt x="27381" y="1465"/>
                  </a:lnTo>
                  <a:lnTo>
                    <a:pt x="26818" y="1713"/>
                  </a:lnTo>
                  <a:lnTo>
                    <a:pt x="26256" y="1988"/>
                  </a:lnTo>
                  <a:lnTo>
                    <a:pt x="25694" y="2275"/>
                  </a:lnTo>
                  <a:lnTo>
                    <a:pt x="25145" y="2589"/>
                  </a:lnTo>
                  <a:lnTo>
                    <a:pt x="24582" y="2916"/>
                  </a:lnTo>
                  <a:lnTo>
                    <a:pt x="24033" y="3256"/>
                  </a:lnTo>
                  <a:lnTo>
                    <a:pt x="23484" y="3622"/>
                  </a:lnTo>
                  <a:lnTo>
                    <a:pt x="22935" y="4014"/>
                  </a:lnTo>
                  <a:lnTo>
                    <a:pt x="22399" y="4420"/>
                  </a:lnTo>
                  <a:lnTo>
                    <a:pt x="21850" y="4851"/>
                  </a:lnTo>
                  <a:lnTo>
                    <a:pt x="21314" y="5296"/>
                  </a:lnTo>
                  <a:lnTo>
                    <a:pt x="20777" y="5754"/>
                  </a:lnTo>
                  <a:lnTo>
                    <a:pt x="20241" y="6237"/>
                  </a:lnTo>
                  <a:lnTo>
                    <a:pt x="19718" y="6734"/>
                  </a:lnTo>
                  <a:lnTo>
                    <a:pt x="19195" y="7257"/>
                  </a:lnTo>
                  <a:lnTo>
                    <a:pt x="18672" y="7793"/>
                  </a:lnTo>
                  <a:lnTo>
                    <a:pt x="18162" y="8356"/>
                  </a:lnTo>
                  <a:lnTo>
                    <a:pt x="17652" y="8931"/>
                  </a:lnTo>
                  <a:lnTo>
                    <a:pt x="17142" y="9519"/>
                  </a:lnTo>
                  <a:lnTo>
                    <a:pt x="16646" y="10134"/>
                  </a:lnTo>
                  <a:lnTo>
                    <a:pt x="16149" y="10775"/>
                  </a:lnTo>
                  <a:lnTo>
                    <a:pt x="15599" y="11494"/>
                  </a:lnTo>
                  <a:lnTo>
                    <a:pt x="15063" y="12213"/>
                  </a:lnTo>
                  <a:lnTo>
                    <a:pt x="14540" y="12945"/>
                  </a:lnTo>
                  <a:lnTo>
                    <a:pt x="14030" y="13690"/>
                  </a:lnTo>
                  <a:lnTo>
                    <a:pt x="13520" y="14449"/>
                  </a:lnTo>
                  <a:lnTo>
                    <a:pt x="13024" y="15220"/>
                  </a:lnTo>
                  <a:lnTo>
                    <a:pt x="12540" y="15992"/>
                  </a:lnTo>
                  <a:lnTo>
                    <a:pt x="12056" y="16776"/>
                  </a:lnTo>
                  <a:lnTo>
                    <a:pt x="11585" y="17561"/>
                  </a:lnTo>
                  <a:lnTo>
                    <a:pt x="11128" y="18358"/>
                  </a:lnTo>
                  <a:lnTo>
                    <a:pt x="10670" y="19169"/>
                  </a:lnTo>
                  <a:lnTo>
                    <a:pt x="10225" y="19993"/>
                  </a:lnTo>
                  <a:lnTo>
                    <a:pt x="9794" y="20817"/>
                  </a:lnTo>
                  <a:lnTo>
                    <a:pt x="9375" y="21640"/>
                  </a:lnTo>
                  <a:lnTo>
                    <a:pt x="8957" y="22477"/>
                  </a:lnTo>
                  <a:lnTo>
                    <a:pt x="8552" y="23327"/>
                  </a:lnTo>
                  <a:lnTo>
                    <a:pt x="8146" y="24177"/>
                  </a:lnTo>
                  <a:lnTo>
                    <a:pt x="7767" y="25040"/>
                  </a:lnTo>
                  <a:lnTo>
                    <a:pt x="7388" y="25903"/>
                  </a:lnTo>
                  <a:lnTo>
                    <a:pt x="7022" y="26779"/>
                  </a:lnTo>
                  <a:lnTo>
                    <a:pt x="6656" y="27655"/>
                  </a:lnTo>
                  <a:lnTo>
                    <a:pt x="6303" y="28531"/>
                  </a:lnTo>
                  <a:lnTo>
                    <a:pt x="5963" y="29420"/>
                  </a:lnTo>
                  <a:lnTo>
                    <a:pt x="5636" y="30310"/>
                  </a:lnTo>
                  <a:lnTo>
                    <a:pt x="5309" y="31212"/>
                  </a:lnTo>
                  <a:lnTo>
                    <a:pt x="4995" y="32114"/>
                  </a:lnTo>
                  <a:lnTo>
                    <a:pt x="4694" y="33016"/>
                  </a:lnTo>
                  <a:lnTo>
                    <a:pt x="4394" y="33918"/>
                  </a:lnTo>
                  <a:lnTo>
                    <a:pt x="4119" y="34834"/>
                  </a:lnTo>
                  <a:lnTo>
                    <a:pt x="3845" y="35749"/>
                  </a:lnTo>
                  <a:lnTo>
                    <a:pt x="3570" y="36677"/>
                  </a:lnTo>
                  <a:lnTo>
                    <a:pt x="3321" y="37593"/>
                  </a:lnTo>
                  <a:lnTo>
                    <a:pt x="3073" y="38521"/>
                  </a:lnTo>
                  <a:lnTo>
                    <a:pt x="2825" y="39449"/>
                  </a:lnTo>
                  <a:lnTo>
                    <a:pt x="2602" y="40378"/>
                  </a:lnTo>
                  <a:lnTo>
                    <a:pt x="2380" y="41306"/>
                  </a:lnTo>
                  <a:lnTo>
                    <a:pt x="2171" y="42248"/>
                  </a:lnTo>
                  <a:lnTo>
                    <a:pt x="1975" y="43176"/>
                  </a:lnTo>
                  <a:lnTo>
                    <a:pt x="1779" y="44117"/>
                  </a:lnTo>
                  <a:lnTo>
                    <a:pt x="1609" y="45059"/>
                  </a:lnTo>
                  <a:lnTo>
                    <a:pt x="1439" y="45987"/>
                  </a:lnTo>
                  <a:lnTo>
                    <a:pt x="1269" y="46929"/>
                  </a:lnTo>
                  <a:lnTo>
                    <a:pt x="1125" y="47870"/>
                  </a:lnTo>
                  <a:lnTo>
                    <a:pt x="981" y="48812"/>
                  </a:lnTo>
                  <a:lnTo>
                    <a:pt x="850" y="49753"/>
                  </a:lnTo>
                  <a:lnTo>
                    <a:pt x="719" y="50681"/>
                  </a:lnTo>
                  <a:lnTo>
                    <a:pt x="615" y="51623"/>
                  </a:lnTo>
                  <a:lnTo>
                    <a:pt x="510" y="52564"/>
                  </a:lnTo>
                  <a:lnTo>
                    <a:pt x="406" y="53493"/>
                  </a:lnTo>
                  <a:lnTo>
                    <a:pt x="327" y="54434"/>
                  </a:lnTo>
                  <a:lnTo>
                    <a:pt x="249" y="55362"/>
                  </a:lnTo>
                  <a:lnTo>
                    <a:pt x="183" y="56291"/>
                  </a:lnTo>
                  <a:lnTo>
                    <a:pt x="131" y="57219"/>
                  </a:lnTo>
                  <a:lnTo>
                    <a:pt x="92" y="58148"/>
                  </a:lnTo>
                  <a:lnTo>
                    <a:pt x="53" y="59076"/>
                  </a:lnTo>
                  <a:lnTo>
                    <a:pt x="26" y="59991"/>
                  </a:lnTo>
                  <a:lnTo>
                    <a:pt x="13" y="60907"/>
                  </a:lnTo>
                  <a:lnTo>
                    <a:pt x="0" y="61822"/>
                  </a:lnTo>
                  <a:lnTo>
                    <a:pt x="13" y="62724"/>
                  </a:lnTo>
                  <a:lnTo>
                    <a:pt x="26" y="63639"/>
                  </a:lnTo>
                  <a:lnTo>
                    <a:pt x="40" y="64542"/>
                  </a:lnTo>
                  <a:lnTo>
                    <a:pt x="79" y="65431"/>
                  </a:lnTo>
                  <a:lnTo>
                    <a:pt x="118" y="66320"/>
                  </a:lnTo>
                  <a:lnTo>
                    <a:pt x="170" y="67209"/>
                  </a:lnTo>
                  <a:lnTo>
                    <a:pt x="223" y="67824"/>
                  </a:lnTo>
                  <a:lnTo>
                    <a:pt x="275" y="68451"/>
                  </a:lnTo>
                  <a:lnTo>
                    <a:pt x="340" y="69066"/>
                  </a:lnTo>
                  <a:lnTo>
                    <a:pt x="419" y="69680"/>
                  </a:lnTo>
                  <a:lnTo>
                    <a:pt x="497" y="70295"/>
                  </a:lnTo>
                  <a:lnTo>
                    <a:pt x="602" y="70922"/>
                  </a:lnTo>
                  <a:lnTo>
                    <a:pt x="706" y="71537"/>
                  </a:lnTo>
                  <a:lnTo>
                    <a:pt x="824" y="72138"/>
                  </a:lnTo>
                  <a:lnTo>
                    <a:pt x="955" y="72753"/>
                  </a:lnTo>
                  <a:lnTo>
                    <a:pt x="1086" y="73368"/>
                  </a:lnTo>
                  <a:lnTo>
                    <a:pt x="1242" y="73969"/>
                  </a:lnTo>
                  <a:lnTo>
                    <a:pt x="1412" y="74571"/>
                  </a:lnTo>
                  <a:lnTo>
                    <a:pt x="1596" y="75159"/>
                  </a:lnTo>
                  <a:lnTo>
                    <a:pt x="1779" y="75747"/>
                  </a:lnTo>
                  <a:lnTo>
                    <a:pt x="1988" y="76336"/>
                  </a:lnTo>
                  <a:lnTo>
                    <a:pt x="2210" y="76911"/>
                  </a:lnTo>
                  <a:lnTo>
                    <a:pt x="2445" y="77486"/>
                  </a:lnTo>
                  <a:lnTo>
                    <a:pt x="2694" y="78049"/>
                  </a:lnTo>
                  <a:lnTo>
                    <a:pt x="2955" y="78611"/>
                  </a:lnTo>
                  <a:lnTo>
                    <a:pt x="3230" y="79160"/>
                  </a:lnTo>
                  <a:lnTo>
                    <a:pt x="3531" y="79696"/>
                  </a:lnTo>
                  <a:lnTo>
                    <a:pt x="3831" y="80219"/>
                  </a:lnTo>
                  <a:lnTo>
                    <a:pt x="4158" y="80742"/>
                  </a:lnTo>
                  <a:lnTo>
                    <a:pt x="4498" y="81252"/>
                  </a:lnTo>
                  <a:lnTo>
                    <a:pt x="4851" y="81762"/>
                  </a:lnTo>
                  <a:lnTo>
                    <a:pt x="5231" y="82246"/>
                  </a:lnTo>
                  <a:lnTo>
                    <a:pt x="5623" y="82717"/>
                  </a:lnTo>
                  <a:lnTo>
                    <a:pt x="6028" y="83187"/>
                  </a:lnTo>
                  <a:lnTo>
                    <a:pt x="6460" y="83645"/>
                  </a:lnTo>
                  <a:lnTo>
                    <a:pt x="6904" y="84077"/>
                  </a:lnTo>
                  <a:lnTo>
                    <a:pt x="7362" y="84508"/>
                  </a:lnTo>
                  <a:lnTo>
                    <a:pt x="7846" y="84913"/>
                  </a:lnTo>
                  <a:lnTo>
                    <a:pt x="8264" y="85253"/>
                  </a:lnTo>
                  <a:lnTo>
                    <a:pt x="8709" y="85567"/>
                  </a:lnTo>
                  <a:lnTo>
                    <a:pt x="9153" y="85868"/>
                  </a:lnTo>
                  <a:lnTo>
                    <a:pt x="9598" y="86156"/>
                  </a:lnTo>
                  <a:lnTo>
                    <a:pt x="10068" y="86430"/>
                  </a:lnTo>
                  <a:lnTo>
                    <a:pt x="10552" y="86692"/>
                  </a:lnTo>
                  <a:lnTo>
                    <a:pt x="11036" y="86927"/>
                  </a:lnTo>
                  <a:lnTo>
                    <a:pt x="11520" y="87162"/>
                  </a:lnTo>
                  <a:lnTo>
                    <a:pt x="12030" y="87372"/>
                  </a:lnTo>
                  <a:lnTo>
                    <a:pt x="12540" y="87581"/>
                  </a:lnTo>
                  <a:lnTo>
                    <a:pt x="13063" y="87764"/>
                  </a:lnTo>
                  <a:lnTo>
                    <a:pt x="13586" y="87947"/>
                  </a:lnTo>
                  <a:lnTo>
                    <a:pt x="14122" y="88104"/>
                  </a:lnTo>
                  <a:lnTo>
                    <a:pt x="14671" y="88261"/>
                  </a:lnTo>
                  <a:lnTo>
                    <a:pt x="15220" y="88391"/>
                  </a:lnTo>
                  <a:lnTo>
                    <a:pt x="15783" y="88522"/>
                  </a:lnTo>
                  <a:lnTo>
                    <a:pt x="16345" y="88640"/>
                  </a:lnTo>
                  <a:lnTo>
                    <a:pt x="16907" y="88745"/>
                  </a:lnTo>
                  <a:lnTo>
                    <a:pt x="17482" y="88836"/>
                  </a:lnTo>
                  <a:lnTo>
                    <a:pt x="18058" y="88914"/>
                  </a:lnTo>
                  <a:lnTo>
                    <a:pt x="18646" y="88993"/>
                  </a:lnTo>
                  <a:lnTo>
                    <a:pt x="19234" y="89058"/>
                  </a:lnTo>
                  <a:lnTo>
                    <a:pt x="19836" y="89111"/>
                  </a:lnTo>
                  <a:lnTo>
                    <a:pt x="20424" y="89163"/>
                  </a:lnTo>
                  <a:lnTo>
                    <a:pt x="21026" y="89202"/>
                  </a:lnTo>
                  <a:lnTo>
                    <a:pt x="21640" y="89228"/>
                  </a:lnTo>
                  <a:lnTo>
                    <a:pt x="22856" y="89268"/>
                  </a:lnTo>
                  <a:lnTo>
                    <a:pt x="24086" y="89281"/>
                  </a:lnTo>
                  <a:lnTo>
                    <a:pt x="25328" y="89268"/>
                  </a:lnTo>
                  <a:lnTo>
                    <a:pt x="26570" y="89228"/>
                  </a:lnTo>
                  <a:lnTo>
                    <a:pt x="27812" y="89163"/>
                  </a:lnTo>
                  <a:lnTo>
                    <a:pt x="29054" y="89084"/>
                  </a:lnTo>
                  <a:lnTo>
                    <a:pt x="30283" y="88993"/>
                  </a:lnTo>
                  <a:lnTo>
                    <a:pt x="31526" y="88888"/>
                  </a:lnTo>
                  <a:lnTo>
                    <a:pt x="32755" y="88784"/>
                  </a:lnTo>
                  <a:lnTo>
                    <a:pt x="35161" y="88535"/>
                  </a:lnTo>
                  <a:lnTo>
                    <a:pt x="37514" y="88287"/>
                  </a:lnTo>
                  <a:lnTo>
                    <a:pt x="39789" y="88052"/>
                  </a:lnTo>
                  <a:lnTo>
                    <a:pt x="40888" y="87947"/>
                  </a:lnTo>
                  <a:lnTo>
                    <a:pt x="41947" y="87855"/>
                  </a:lnTo>
                  <a:lnTo>
                    <a:pt x="42993" y="87777"/>
                  </a:lnTo>
                  <a:lnTo>
                    <a:pt x="43987" y="87725"/>
                  </a:lnTo>
                  <a:lnTo>
                    <a:pt x="44536" y="87685"/>
                  </a:lnTo>
                  <a:lnTo>
                    <a:pt x="45085" y="87646"/>
                  </a:lnTo>
                  <a:lnTo>
                    <a:pt x="45608" y="87594"/>
                  </a:lnTo>
                  <a:lnTo>
                    <a:pt x="46131" y="87542"/>
                  </a:lnTo>
                  <a:lnTo>
                    <a:pt x="46641" y="87476"/>
                  </a:lnTo>
                  <a:lnTo>
                    <a:pt x="47138" y="87411"/>
                  </a:lnTo>
                  <a:lnTo>
                    <a:pt x="47622" y="87332"/>
                  </a:lnTo>
                  <a:lnTo>
                    <a:pt x="48092" y="87241"/>
                  </a:lnTo>
                  <a:lnTo>
                    <a:pt x="48550" y="87149"/>
                  </a:lnTo>
                  <a:lnTo>
                    <a:pt x="49008" y="87045"/>
                  </a:lnTo>
                  <a:lnTo>
                    <a:pt x="49452" y="86927"/>
                  </a:lnTo>
                  <a:lnTo>
                    <a:pt x="49884" y="86809"/>
                  </a:lnTo>
                  <a:lnTo>
                    <a:pt x="50315" y="86679"/>
                  </a:lnTo>
                  <a:lnTo>
                    <a:pt x="50720" y="86535"/>
                  </a:lnTo>
                  <a:lnTo>
                    <a:pt x="51126" y="86391"/>
                  </a:lnTo>
                  <a:lnTo>
                    <a:pt x="51518" y="86247"/>
                  </a:lnTo>
                  <a:lnTo>
                    <a:pt x="51910" y="86077"/>
                  </a:lnTo>
                  <a:lnTo>
                    <a:pt x="52290" y="85920"/>
                  </a:lnTo>
                  <a:lnTo>
                    <a:pt x="52656" y="85737"/>
                  </a:lnTo>
                  <a:lnTo>
                    <a:pt x="53009" y="85554"/>
                  </a:lnTo>
                  <a:lnTo>
                    <a:pt x="53362" y="85358"/>
                  </a:lnTo>
                  <a:lnTo>
                    <a:pt x="53702" y="85162"/>
                  </a:lnTo>
                  <a:lnTo>
                    <a:pt x="54029" y="84953"/>
                  </a:lnTo>
                  <a:lnTo>
                    <a:pt x="54356" y="84730"/>
                  </a:lnTo>
                  <a:lnTo>
                    <a:pt x="54669" y="84508"/>
                  </a:lnTo>
                  <a:lnTo>
                    <a:pt x="54970" y="84273"/>
                  </a:lnTo>
                  <a:lnTo>
                    <a:pt x="55271" y="84037"/>
                  </a:lnTo>
                  <a:lnTo>
                    <a:pt x="55558" y="83789"/>
                  </a:lnTo>
                  <a:lnTo>
                    <a:pt x="55846" y="83527"/>
                  </a:lnTo>
                  <a:lnTo>
                    <a:pt x="56121" y="83266"/>
                  </a:lnTo>
                  <a:lnTo>
                    <a:pt x="56382" y="82991"/>
                  </a:lnTo>
                  <a:lnTo>
                    <a:pt x="56644" y="82717"/>
                  </a:lnTo>
                  <a:lnTo>
                    <a:pt x="56892" y="82429"/>
                  </a:lnTo>
                  <a:lnTo>
                    <a:pt x="57141" y="82128"/>
                  </a:lnTo>
                  <a:lnTo>
                    <a:pt x="57376" y="81828"/>
                  </a:lnTo>
                  <a:lnTo>
                    <a:pt x="57611" y="81514"/>
                  </a:lnTo>
                  <a:lnTo>
                    <a:pt x="57834" y="81187"/>
                  </a:lnTo>
                  <a:lnTo>
                    <a:pt x="58056" y="80860"/>
                  </a:lnTo>
                  <a:lnTo>
                    <a:pt x="58265" y="80520"/>
                  </a:lnTo>
                  <a:lnTo>
                    <a:pt x="58474" y="80180"/>
                  </a:lnTo>
                  <a:lnTo>
                    <a:pt x="58670" y="79827"/>
                  </a:lnTo>
                  <a:lnTo>
                    <a:pt x="58867" y="79474"/>
                  </a:lnTo>
                  <a:lnTo>
                    <a:pt x="59050" y="79095"/>
                  </a:lnTo>
                  <a:lnTo>
                    <a:pt x="59233" y="78729"/>
                  </a:lnTo>
                  <a:lnTo>
                    <a:pt x="59403" y="78336"/>
                  </a:lnTo>
                  <a:lnTo>
                    <a:pt x="59573" y="77944"/>
                  </a:lnTo>
                  <a:lnTo>
                    <a:pt x="59743" y="77552"/>
                  </a:lnTo>
                  <a:lnTo>
                    <a:pt x="59900" y="77146"/>
                  </a:lnTo>
                  <a:lnTo>
                    <a:pt x="60200" y="76297"/>
                  </a:lnTo>
                  <a:lnTo>
                    <a:pt x="60488" y="75434"/>
                  </a:lnTo>
                  <a:lnTo>
                    <a:pt x="60749" y="74531"/>
                  </a:lnTo>
                  <a:lnTo>
                    <a:pt x="60998" y="73590"/>
                  </a:lnTo>
                  <a:lnTo>
                    <a:pt x="61233" y="72622"/>
                  </a:lnTo>
                  <a:lnTo>
                    <a:pt x="61442" y="71629"/>
                  </a:lnTo>
                  <a:lnTo>
                    <a:pt x="61652" y="70596"/>
                  </a:lnTo>
                  <a:lnTo>
                    <a:pt x="61835" y="69536"/>
                  </a:lnTo>
                  <a:lnTo>
                    <a:pt x="61992" y="68608"/>
                  </a:lnTo>
                  <a:lnTo>
                    <a:pt x="62109" y="67640"/>
                  </a:lnTo>
                  <a:lnTo>
                    <a:pt x="62214" y="66647"/>
                  </a:lnTo>
                  <a:lnTo>
                    <a:pt x="62292" y="65627"/>
                  </a:lnTo>
                  <a:lnTo>
                    <a:pt x="62345" y="64594"/>
                  </a:lnTo>
                  <a:lnTo>
                    <a:pt x="62384" y="63522"/>
                  </a:lnTo>
                  <a:lnTo>
                    <a:pt x="62397" y="62436"/>
                  </a:lnTo>
                  <a:lnTo>
                    <a:pt x="62397" y="61325"/>
                  </a:lnTo>
                  <a:lnTo>
                    <a:pt x="62384" y="60200"/>
                  </a:lnTo>
                  <a:lnTo>
                    <a:pt x="62345" y="59063"/>
                  </a:lnTo>
                  <a:lnTo>
                    <a:pt x="62292" y="57899"/>
                  </a:lnTo>
                  <a:lnTo>
                    <a:pt x="62227" y="56722"/>
                  </a:lnTo>
                  <a:lnTo>
                    <a:pt x="62135" y="55532"/>
                  </a:lnTo>
                  <a:lnTo>
                    <a:pt x="62031" y="54329"/>
                  </a:lnTo>
                  <a:lnTo>
                    <a:pt x="61913" y="53127"/>
                  </a:lnTo>
                  <a:lnTo>
                    <a:pt x="61782" y="51897"/>
                  </a:lnTo>
                  <a:lnTo>
                    <a:pt x="61652" y="50668"/>
                  </a:lnTo>
                  <a:lnTo>
                    <a:pt x="61495" y="49439"/>
                  </a:lnTo>
                  <a:lnTo>
                    <a:pt x="61325" y="48197"/>
                  </a:lnTo>
                  <a:lnTo>
                    <a:pt x="61142" y="46955"/>
                  </a:lnTo>
                  <a:lnTo>
                    <a:pt x="60946" y="45700"/>
                  </a:lnTo>
                  <a:lnTo>
                    <a:pt x="60749" y="44457"/>
                  </a:lnTo>
                  <a:lnTo>
                    <a:pt x="60540" y="43215"/>
                  </a:lnTo>
                  <a:lnTo>
                    <a:pt x="60318" y="41960"/>
                  </a:lnTo>
                  <a:lnTo>
                    <a:pt x="60096" y="40718"/>
                  </a:lnTo>
                  <a:lnTo>
                    <a:pt x="59860" y="39489"/>
                  </a:lnTo>
                  <a:lnTo>
                    <a:pt x="59612" y="38260"/>
                  </a:lnTo>
                  <a:lnTo>
                    <a:pt x="59363" y="37030"/>
                  </a:lnTo>
                  <a:lnTo>
                    <a:pt x="58854" y="34611"/>
                  </a:lnTo>
                  <a:lnTo>
                    <a:pt x="58317" y="32245"/>
                  </a:lnTo>
                  <a:lnTo>
                    <a:pt x="57768" y="29930"/>
                  </a:lnTo>
                  <a:lnTo>
                    <a:pt x="57219" y="27681"/>
                  </a:lnTo>
                  <a:lnTo>
                    <a:pt x="56657" y="25524"/>
                  </a:lnTo>
                  <a:lnTo>
                    <a:pt x="56095" y="23445"/>
                  </a:lnTo>
                  <a:lnTo>
                    <a:pt x="55545" y="21483"/>
                  </a:lnTo>
                  <a:lnTo>
                    <a:pt x="55009" y="19627"/>
                  </a:lnTo>
                  <a:lnTo>
                    <a:pt x="54486" y="17888"/>
                  </a:lnTo>
                  <a:lnTo>
                    <a:pt x="53976" y="16292"/>
                  </a:lnTo>
                  <a:lnTo>
                    <a:pt x="53506" y="14854"/>
                  </a:lnTo>
                  <a:lnTo>
                    <a:pt x="53061" y="13560"/>
                  </a:lnTo>
                  <a:lnTo>
                    <a:pt x="52643" y="12448"/>
                  </a:lnTo>
                  <a:lnTo>
                    <a:pt x="52276" y="11507"/>
                  </a:lnTo>
                  <a:lnTo>
                    <a:pt x="52107" y="11115"/>
                  </a:lnTo>
                  <a:lnTo>
                    <a:pt x="51950" y="10761"/>
                  </a:lnTo>
                  <a:lnTo>
                    <a:pt x="51806" y="10474"/>
                  </a:lnTo>
                  <a:lnTo>
                    <a:pt x="51675" y="10225"/>
                  </a:lnTo>
                  <a:lnTo>
                    <a:pt x="51570" y="10029"/>
                  </a:lnTo>
                  <a:lnTo>
                    <a:pt x="51466" y="9898"/>
                  </a:lnTo>
                  <a:lnTo>
                    <a:pt x="51414" y="9846"/>
                  </a:lnTo>
                  <a:lnTo>
                    <a:pt x="51374" y="9820"/>
                  </a:lnTo>
                  <a:lnTo>
                    <a:pt x="51335" y="9794"/>
                  </a:lnTo>
                  <a:lnTo>
                    <a:pt x="51309" y="9794"/>
                  </a:lnTo>
                  <a:lnTo>
                    <a:pt x="50799" y="9166"/>
                  </a:lnTo>
                  <a:lnTo>
                    <a:pt x="50289" y="8552"/>
                  </a:lnTo>
                  <a:lnTo>
                    <a:pt x="49779" y="7963"/>
                  </a:lnTo>
                  <a:lnTo>
                    <a:pt x="49269" y="7401"/>
                  </a:lnTo>
                  <a:lnTo>
                    <a:pt x="48746" y="6852"/>
                  </a:lnTo>
                  <a:lnTo>
                    <a:pt x="48210" y="6329"/>
                  </a:lnTo>
                  <a:lnTo>
                    <a:pt x="47687" y="5832"/>
                  </a:lnTo>
                  <a:lnTo>
                    <a:pt x="47151" y="5348"/>
                  </a:lnTo>
                  <a:lnTo>
                    <a:pt x="46615" y="4877"/>
                  </a:lnTo>
                  <a:lnTo>
                    <a:pt x="46079" y="4446"/>
                  </a:lnTo>
                  <a:lnTo>
                    <a:pt x="45529" y="4028"/>
                  </a:lnTo>
                  <a:lnTo>
                    <a:pt x="44993" y="3622"/>
                  </a:lnTo>
                  <a:lnTo>
                    <a:pt x="44444" y="3256"/>
                  </a:lnTo>
                  <a:lnTo>
                    <a:pt x="43882" y="2890"/>
                  </a:lnTo>
                  <a:lnTo>
                    <a:pt x="43333" y="2563"/>
                  </a:lnTo>
                  <a:lnTo>
                    <a:pt x="42771" y="2249"/>
                  </a:lnTo>
                  <a:lnTo>
                    <a:pt x="42221" y="1948"/>
                  </a:lnTo>
                  <a:lnTo>
                    <a:pt x="41659" y="1674"/>
                  </a:lnTo>
                  <a:lnTo>
                    <a:pt x="41097" y="1425"/>
                  </a:lnTo>
                  <a:lnTo>
                    <a:pt x="40535" y="1190"/>
                  </a:lnTo>
                  <a:lnTo>
                    <a:pt x="39959" y="981"/>
                  </a:lnTo>
                  <a:lnTo>
                    <a:pt x="39397" y="798"/>
                  </a:lnTo>
                  <a:lnTo>
                    <a:pt x="38822" y="628"/>
                  </a:lnTo>
                  <a:lnTo>
                    <a:pt x="38259" y="471"/>
                  </a:lnTo>
                  <a:lnTo>
                    <a:pt x="37684" y="340"/>
                  </a:lnTo>
                  <a:lnTo>
                    <a:pt x="37109" y="236"/>
                  </a:lnTo>
                  <a:lnTo>
                    <a:pt x="36533" y="144"/>
                  </a:lnTo>
                  <a:lnTo>
                    <a:pt x="35971" y="79"/>
                  </a:lnTo>
                  <a:lnTo>
                    <a:pt x="35396" y="26"/>
                  </a:lnTo>
                  <a:lnTo>
                    <a:pt x="34821" y="0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800;p38">
              <a:extLst>
                <a:ext uri="{FF2B5EF4-FFF2-40B4-BE49-F238E27FC236}">
                  <a16:creationId xmlns:a16="http://schemas.microsoft.com/office/drawing/2014/main" id="{7DCDC15C-1CB6-C91F-5E13-6CB72D63B1DC}"/>
                </a:ext>
              </a:extLst>
            </p:cNvPr>
            <p:cNvSpPr/>
            <p:nvPr/>
          </p:nvSpPr>
          <p:spPr>
            <a:xfrm>
              <a:off x="2007850" y="2781000"/>
              <a:ext cx="879675" cy="2231700"/>
            </a:xfrm>
            <a:custGeom>
              <a:avLst/>
              <a:gdLst/>
              <a:ahLst/>
              <a:cxnLst/>
              <a:rect l="l" t="t" r="r" b="b"/>
              <a:pathLst>
                <a:path w="35187" h="89268" extrusionOk="0">
                  <a:moveTo>
                    <a:pt x="33945" y="0"/>
                  </a:moveTo>
                  <a:lnTo>
                    <a:pt x="33330" y="26"/>
                  </a:lnTo>
                  <a:lnTo>
                    <a:pt x="32702" y="79"/>
                  </a:lnTo>
                  <a:lnTo>
                    <a:pt x="32088" y="144"/>
                  </a:lnTo>
                  <a:lnTo>
                    <a:pt x="31460" y="236"/>
                  </a:lnTo>
                  <a:lnTo>
                    <a:pt x="30846" y="366"/>
                  </a:lnTo>
                  <a:lnTo>
                    <a:pt x="30218" y="497"/>
                  </a:lnTo>
                  <a:lnTo>
                    <a:pt x="29603" y="667"/>
                  </a:lnTo>
                  <a:lnTo>
                    <a:pt x="28989" y="863"/>
                  </a:lnTo>
                  <a:lnTo>
                    <a:pt x="28374" y="1073"/>
                  </a:lnTo>
                  <a:lnTo>
                    <a:pt x="27760" y="1308"/>
                  </a:lnTo>
                  <a:lnTo>
                    <a:pt x="27145" y="1556"/>
                  </a:lnTo>
                  <a:lnTo>
                    <a:pt x="26531" y="1844"/>
                  </a:lnTo>
                  <a:lnTo>
                    <a:pt x="25929" y="2145"/>
                  </a:lnTo>
                  <a:lnTo>
                    <a:pt x="25328" y="2472"/>
                  </a:lnTo>
                  <a:lnTo>
                    <a:pt x="24726" y="2825"/>
                  </a:lnTo>
                  <a:lnTo>
                    <a:pt x="24125" y="3191"/>
                  </a:lnTo>
                  <a:lnTo>
                    <a:pt x="23523" y="3583"/>
                  </a:lnTo>
                  <a:lnTo>
                    <a:pt x="22935" y="4001"/>
                  </a:lnTo>
                  <a:lnTo>
                    <a:pt x="22346" y="4446"/>
                  </a:lnTo>
                  <a:lnTo>
                    <a:pt x="21758" y="4904"/>
                  </a:lnTo>
                  <a:lnTo>
                    <a:pt x="21183" y="5387"/>
                  </a:lnTo>
                  <a:lnTo>
                    <a:pt x="20594" y="5897"/>
                  </a:lnTo>
                  <a:lnTo>
                    <a:pt x="20032" y="6434"/>
                  </a:lnTo>
                  <a:lnTo>
                    <a:pt x="19457" y="6983"/>
                  </a:lnTo>
                  <a:lnTo>
                    <a:pt x="18895" y="7558"/>
                  </a:lnTo>
                  <a:lnTo>
                    <a:pt x="18332" y="8159"/>
                  </a:lnTo>
                  <a:lnTo>
                    <a:pt x="17783" y="8774"/>
                  </a:lnTo>
                  <a:lnTo>
                    <a:pt x="17221" y="9415"/>
                  </a:lnTo>
                  <a:lnTo>
                    <a:pt x="16685" y="10069"/>
                  </a:lnTo>
                  <a:lnTo>
                    <a:pt x="16149" y="10762"/>
                  </a:lnTo>
                  <a:lnTo>
                    <a:pt x="15599" y="11481"/>
                  </a:lnTo>
                  <a:lnTo>
                    <a:pt x="15063" y="12200"/>
                  </a:lnTo>
                  <a:lnTo>
                    <a:pt x="14540" y="12932"/>
                  </a:lnTo>
                  <a:lnTo>
                    <a:pt x="14030" y="13677"/>
                  </a:lnTo>
                  <a:lnTo>
                    <a:pt x="13520" y="14436"/>
                  </a:lnTo>
                  <a:lnTo>
                    <a:pt x="13024" y="15207"/>
                  </a:lnTo>
                  <a:lnTo>
                    <a:pt x="12540" y="15979"/>
                  </a:lnTo>
                  <a:lnTo>
                    <a:pt x="12056" y="16763"/>
                  </a:lnTo>
                  <a:lnTo>
                    <a:pt x="11585" y="17548"/>
                  </a:lnTo>
                  <a:lnTo>
                    <a:pt x="11128" y="18345"/>
                  </a:lnTo>
                  <a:lnTo>
                    <a:pt x="10670" y="19156"/>
                  </a:lnTo>
                  <a:lnTo>
                    <a:pt x="10225" y="19980"/>
                  </a:lnTo>
                  <a:lnTo>
                    <a:pt x="9794" y="20804"/>
                  </a:lnTo>
                  <a:lnTo>
                    <a:pt x="9375" y="21627"/>
                  </a:lnTo>
                  <a:lnTo>
                    <a:pt x="8957" y="22464"/>
                  </a:lnTo>
                  <a:lnTo>
                    <a:pt x="8552" y="23314"/>
                  </a:lnTo>
                  <a:lnTo>
                    <a:pt x="8146" y="24164"/>
                  </a:lnTo>
                  <a:lnTo>
                    <a:pt x="7767" y="25027"/>
                  </a:lnTo>
                  <a:lnTo>
                    <a:pt x="7388" y="25890"/>
                  </a:lnTo>
                  <a:lnTo>
                    <a:pt x="7022" y="26766"/>
                  </a:lnTo>
                  <a:lnTo>
                    <a:pt x="6656" y="27642"/>
                  </a:lnTo>
                  <a:lnTo>
                    <a:pt x="6303" y="28518"/>
                  </a:lnTo>
                  <a:lnTo>
                    <a:pt x="5963" y="29407"/>
                  </a:lnTo>
                  <a:lnTo>
                    <a:pt x="5636" y="30297"/>
                  </a:lnTo>
                  <a:lnTo>
                    <a:pt x="5309" y="31199"/>
                  </a:lnTo>
                  <a:lnTo>
                    <a:pt x="4995" y="32101"/>
                  </a:lnTo>
                  <a:lnTo>
                    <a:pt x="4694" y="33003"/>
                  </a:lnTo>
                  <a:lnTo>
                    <a:pt x="4394" y="33905"/>
                  </a:lnTo>
                  <a:lnTo>
                    <a:pt x="4119" y="34821"/>
                  </a:lnTo>
                  <a:lnTo>
                    <a:pt x="3845" y="35736"/>
                  </a:lnTo>
                  <a:lnTo>
                    <a:pt x="3570" y="36664"/>
                  </a:lnTo>
                  <a:lnTo>
                    <a:pt x="3321" y="37580"/>
                  </a:lnTo>
                  <a:lnTo>
                    <a:pt x="3073" y="38508"/>
                  </a:lnTo>
                  <a:lnTo>
                    <a:pt x="2825" y="39436"/>
                  </a:lnTo>
                  <a:lnTo>
                    <a:pt x="2602" y="40365"/>
                  </a:lnTo>
                  <a:lnTo>
                    <a:pt x="2380" y="41293"/>
                  </a:lnTo>
                  <a:lnTo>
                    <a:pt x="2171" y="42235"/>
                  </a:lnTo>
                  <a:lnTo>
                    <a:pt x="1975" y="43163"/>
                  </a:lnTo>
                  <a:lnTo>
                    <a:pt x="1779" y="44104"/>
                  </a:lnTo>
                  <a:lnTo>
                    <a:pt x="1609" y="45046"/>
                  </a:lnTo>
                  <a:lnTo>
                    <a:pt x="1439" y="45974"/>
                  </a:lnTo>
                  <a:lnTo>
                    <a:pt x="1269" y="46916"/>
                  </a:lnTo>
                  <a:lnTo>
                    <a:pt x="1125" y="47857"/>
                  </a:lnTo>
                  <a:lnTo>
                    <a:pt x="981" y="48799"/>
                  </a:lnTo>
                  <a:lnTo>
                    <a:pt x="850" y="49740"/>
                  </a:lnTo>
                  <a:lnTo>
                    <a:pt x="719" y="50668"/>
                  </a:lnTo>
                  <a:lnTo>
                    <a:pt x="615" y="51610"/>
                  </a:lnTo>
                  <a:lnTo>
                    <a:pt x="510" y="52551"/>
                  </a:lnTo>
                  <a:lnTo>
                    <a:pt x="406" y="53480"/>
                  </a:lnTo>
                  <a:lnTo>
                    <a:pt x="327" y="54421"/>
                  </a:lnTo>
                  <a:lnTo>
                    <a:pt x="249" y="55349"/>
                  </a:lnTo>
                  <a:lnTo>
                    <a:pt x="183" y="56278"/>
                  </a:lnTo>
                  <a:lnTo>
                    <a:pt x="131" y="57206"/>
                  </a:lnTo>
                  <a:lnTo>
                    <a:pt x="92" y="58135"/>
                  </a:lnTo>
                  <a:lnTo>
                    <a:pt x="53" y="59063"/>
                  </a:lnTo>
                  <a:lnTo>
                    <a:pt x="26" y="59978"/>
                  </a:lnTo>
                  <a:lnTo>
                    <a:pt x="13" y="60894"/>
                  </a:lnTo>
                  <a:lnTo>
                    <a:pt x="0" y="61809"/>
                  </a:lnTo>
                  <a:lnTo>
                    <a:pt x="13" y="62711"/>
                  </a:lnTo>
                  <a:lnTo>
                    <a:pt x="26" y="63626"/>
                  </a:lnTo>
                  <a:lnTo>
                    <a:pt x="40" y="64529"/>
                  </a:lnTo>
                  <a:lnTo>
                    <a:pt x="79" y="65418"/>
                  </a:lnTo>
                  <a:lnTo>
                    <a:pt x="118" y="66307"/>
                  </a:lnTo>
                  <a:lnTo>
                    <a:pt x="170" y="67196"/>
                  </a:lnTo>
                  <a:lnTo>
                    <a:pt x="223" y="67811"/>
                  </a:lnTo>
                  <a:lnTo>
                    <a:pt x="275" y="68438"/>
                  </a:lnTo>
                  <a:lnTo>
                    <a:pt x="340" y="69053"/>
                  </a:lnTo>
                  <a:lnTo>
                    <a:pt x="419" y="69667"/>
                  </a:lnTo>
                  <a:lnTo>
                    <a:pt x="497" y="70282"/>
                  </a:lnTo>
                  <a:lnTo>
                    <a:pt x="602" y="70909"/>
                  </a:lnTo>
                  <a:lnTo>
                    <a:pt x="706" y="71524"/>
                  </a:lnTo>
                  <a:lnTo>
                    <a:pt x="824" y="72125"/>
                  </a:lnTo>
                  <a:lnTo>
                    <a:pt x="955" y="72740"/>
                  </a:lnTo>
                  <a:lnTo>
                    <a:pt x="1086" y="73355"/>
                  </a:lnTo>
                  <a:lnTo>
                    <a:pt x="1242" y="73956"/>
                  </a:lnTo>
                  <a:lnTo>
                    <a:pt x="1412" y="74558"/>
                  </a:lnTo>
                  <a:lnTo>
                    <a:pt x="1596" y="75146"/>
                  </a:lnTo>
                  <a:lnTo>
                    <a:pt x="1779" y="75734"/>
                  </a:lnTo>
                  <a:lnTo>
                    <a:pt x="1988" y="76323"/>
                  </a:lnTo>
                  <a:lnTo>
                    <a:pt x="2210" y="76898"/>
                  </a:lnTo>
                  <a:lnTo>
                    <a:pt x="2445" y="77473"/>
                  </a:lnTo>
                  <a:lnTo>
                    <a:pt x="2694" y="78036"/>
                  </a:lnTo>
                  <a:lnTo>
                    <a:pt x="2955" y="78598"/>
                  </a:lnTo>
                  <a:lnTo>
                    <a:pt x="3230" y="79147"/>
                  </a:lnTo>
                  <a:lnTo>
                    <a:pt x="3531" y="79683"/>
                  </a:lnTo>
                  <a:lnTo>
                    <a:pt x="3831" y="80206"/>
                  </a:lnTo>
                  <a:lnTo>
                    <a:pt x="4158" y="80729"/>
                  </a:lnTo>
                  <a:lnTo>
                    <a:pt x="4498" y="81239"/>
                  </a:lnTo>
                  <a:lnTo>
                    <a:pt x="4851" y="81749"/>
                  </a:lnTo>
                  <a:lnTo>
                    <a:pt x="5231" y="82233"/>
                  </a:lnTo>
                  <a:lnTo>
                    <a:pt x="5623" y="82704"/>
                  </a:lnTo>
                  <a:lnTo>
                    <a:pt x="6028" y="83174"/>
                  </a:lnTo>
                  <a:lnTo>
                    <a:pt x="6460" y="83632"/>
                  </a:lnTo>
                  <a:lnTo>
                    <a:pt x="6904" y="84064"/>
                  </a:lnTo>
                  <a:lnTo>
                    <a:pt x="7362" y="84495"/>
                  </a:lnTo>
                  <a:lnTo>
                    <a:pt x="7846" y="84900"/>
                  </a:lnTo>
                  <a:lnTo>
                    <a:pt x="8316" y="85266"/>
                  </a:lnTo>
                  <a:lnTo>
                    <a:pt x="8787" y="85620"/>
                  </a:lnTo>
                  <a:lnTo>
                    <a:pt x="9284" y="85946"/>
                  </a:lnTo>
                  <a:lnTo>
                    <a:pt x="9794" y="86260"/>
                  </a:lnTo>
                  <a:lnTo>
                    <a:pt x="10304" y="86548"/>
                  </a:lnTo>
                  <a:lnTo>
                    <a:pt x="10840" y="86822"/>
                  </a:lnTo>
                  <a:lnTo>
                    <a:pt x="11376" y="87084"/>
                  </a:lnTo>
                  <a:lnTo>
                    <a:pt x="11925" y="87319"/>
                  </a:lnTo>
                  <a:lnTo>
                    <a:pt x="12487" y="87542"/>
                  </a:lnTo>
                  <a:lnTo>
                    <a:pt x="13063" y="87751"/>
                  </a:lnTo>
                  <a:lnTo>
                    <a:pt x="13638" y="87947"/>
                  </a:lnTo>
                  <a:lnTo>
                    <a:pt x="14240" y="88117"/>
                  </a:lnTo>
                  <a:lnTo>
                    <a:pt x="14841" y="88287"/>
                  </a:lnTo>
                  <a:lnTo>
                    <a:pt x="15443" y="88431"/>
                  </a:lnTo>
                  <a:lnTo>
                    <a:pt x="16057" y="88562"/>
                  </a:lnTo>
                  <a:lnTo>
                    <a:pt x="16685" y="88692"/>
                  </a:lnTo>
                  <a:lnTo>
                    <a:pt x="17312" y="88797"/>
                  </a:lnTo>
                  <a:lnTo>
                    <a:pt x="17953" y="88888"/>
                  </a:lnTo>
                  <a:lnTo>
                    <a:pt x="18594" y="88980"/>
                  </a:lnTo>
                  <a:lnTo>
                    <a:pt x="19234" y="89045"/>
                  </a:lnTo>
                  <a:lnTo>
                    <a:pt x="19888" y="89111"/>
                  </a:lnTo>
                  <a:lnTo>
                    <a:pt x="20555" y="89163"/>
                  </a:lnTo>
                  <a:lnTo>
                    <a:pt x="21209" y="89202"/>
                  </a:lnTo>
                  <a:lnTo>
                    <a:pt x="21889" y="89228"/>
                  </a:lnTo>
                  <a:lnTo>
                    <a:pt x="22556" y="89255"/>
                  </a:lnTo>
                  <a:lnTo>
                    <a:pt x="23223" y="89268"/>
                  </a:lnTo>
                  <a:lnTo>
                    <a:pt x="24582" y="89268"/>
                  </a:lnTo>
                  <a:lnTo>
                    <a:pt x="25942" y="89228"/>
                  </a:lnTo>
                  <a:lnTo>
                    <a:pt x="27315" y="89176"/>
                  </a:lnTo>
                  <a:lnTo>
                    <a:pt x="26125" y="89176"/>
                  </a:lnTo>
                  <a:lnTo>
                    <a:pt x="24962" y="89150"/>
                  </a:lnTo>
                  <a:lnTo>
                    <a:pt x="23798" y="89098"/>
                  </a:lnTo>
                  <a:lnTo>
                    <a:pt x="23223" y="89058"/>
                  </a:lnTo>
                  <a:lnTo>
                    <a:pt x="22647" y="89019"/>
                  </a:lnTo>
                  <a:lnTo>
                    <a:pt x="22072" y="88967"/>
                  </a:lnTo>
                  <a:lnTo>
                    <a:pt x="21510" y="88901"/>
                  </a:lnTo>
                  <a:lnTo>
                    <a:pt x="20947" y="88836"/>
                  </a:lnTo>
                  <a:lnTo>
                    <a:pt x="20385" y="88745"/>
                  </a:lnTo>
                  <a:lnTo>
                    <a:pt x="19836" y="88666"/>
                  </a:lnTo>
                  <a:lnTo>
                    <a:pt x="19287" y="88562"/>
                  </a:lnTo>
                  <a:lnTo>
                    <a:pt x="18751" y="88457"/>
                  </a:lnTo>
                  <a:lnTo>
                    <a:pt x="18215" y="88339"/>
                  </a:lnTo>
                  <a:lnTo>
                    <a:pt x="17692" y="88208"/>
                  </a:lnTo>
                  <a:lnTo>
                    <a:pt x="17169" y="88065"/>
                  </a:lnTo>
                  <a:lnTo>
                    <a:pt x="16646" y="87921"/>
                  </a:lnTo>
                  <a:lnTo>
                    <a:pt x="16136" y="87751"/>
                  </a:lnTo>
                  <a:lnTo>
                    <a:pt x="15639" y="87581"/>
                  </a:lnTo>
                  <a:lnTo>
                    <a:pt x="15142" y="87398"/>
                  </a:lnTo>
                  <a:lnTo>
                    <a:pt x="14645" y="87202"/>
                  </a:lnTo>
                  <a:lnTo>
                    <a:pt x="14174" y="86992"/>
                  </a:lnTo>
                  <a:lnTo>
                    <a:pt x="13704" y="86770"/>
                  </a:lnTo>
                  <a:lnTo>
                    <a:pt x="13233" y="86535"/>
                  </a:lnTo>
                  <a:lnTo>
                    <a:pt x="12775" y="86273"/>
                  </a:lnTo>
                  <a:lnTo>
                    <a:pt x="12331" y="86012"/>
                  </a:lnTo>
                  <a:lnTo>
                    <a:pt x="11899" y="85737"/>
                  </a:lnTo>
                  <a:lnTo>
                    <a:pt x="11468" y="85450"/>
                  </a:lnTo>
                  <a:lnTo>
                    <a:pt x="11062" y="85136"/>
                  </a:lnTo>
                  <a:lnTo>
                    <a:pt x="10657" y="84822"/>
                  </a:lnTo>
                  <a:lnTo>
                    <a:pt x="10173" y="84403"/>
                  </a:lnTo>
                  <a:lnTo>
                    <a:pt x="9702" y="83985"/>
                  </a:lnTo>
                  <a:lnTo>
                    <a:pt x="9271" y="83540"/>
                  </a:lnTo>
                  <a:lnTo>
                    <a:pt x="8839" y="83083"/>
                  </a:lnTo>
                  <a:lnTo>
                    <a:pt x="8434" y="82625"/>
                  </a:lnTo>
                  <a:lnTo>
                    <a:pt x="8042" y="82141"/>
                  </a:lnTo>
                  <a:lnTo>
                    <a:pt x="7663" y="81658"/>
                  </a:lnTo>
                  <a:lnTo>
                    <a:pt x="7310" y="81161"/>
                  </a:lnTo>
                  <a:lnTo>
                    <a:pt x="6970" y="80651"/>
                  </a:lnTo>
                  <a:lnTo>
                    <a:pt x="6643" y="80128"/>
                  </a:lnTo>
                  <a:lnTo>
                    <a:pt x="6329" y="79592"/>
                  </a:lnTo>
                  <a:lnTo>
                    <a:pt x="6041" y="79056"/>
                  </a:lnTo>
                  <a:lnTo>
                    <a:pt x="5767" y="78506"/>
                  </a:lnTo>
                  <a:lnTo>
                    <a:pt x="5505" y="77944"/>
                  </a:lnTo>
                  <a:lnTo>
                    <a:pt x="5257" y="77382"/>
                  </a:lnTo>
                  <a:lnTo>
                    <a:pt x="5021" y="76820"/>
                  </a:lnTo>
                  <a:lnTo>
                    <a:pt x="4799" y="76231"/>
                  </a:lnTo>
                  <a:lnTo>
                    <a:pt x="4590" y="75656"/>
                  </a:lnTo>
                  <a:lnTo>
                    <a:pt x="4394" y="75067"/>
                  </a:lnTo>
                  <a:lnTo>
                    <a:pt x="4224" y="74466"/>
                  </a:lnTo>
                  <a:lnTo>
                    <a:pt x="4054" y="73865"/>
                  </a:lnTo>
                  <a:lnTo>
                    <a:pt x="3897" y="73263"/>
                  </a:lnTo>
                  <a:lnTo>
                    <a:pt x="3753" y="72662"/>
                  </a:lnTo>
                  <a:lnTo>
                    <a:pt x="3622" y="72047"/>
                  </a:lnTo>
                  <a:lnTo>
                    <a:pt x="3505" y="71432"/>
                  </a:lnTo>
                  <a:lnTo>
                    <a:pt x="3400" y="70818"/>
                  </a:lnTo>
                  <a:lnTo>
                    <a:pt x="3308" y="70203"/>
                  </a:lnTo>
                  <a:lnTo>
                    <a:pt x="3217" y="69589"/>
                  </a:lnTo>
                  <a:lnTo>
                    <a:pt x="3152" y="68961"/>
                  </a:lnTo>
                  <a:lnTo>
                    <a:pt x="3086" y="68347"/>
                  </a:lnTo>
                  <a:lnTo>
                    <a:pt x="3034" y="67732"/>
                  </a:lnTo>
                  <a:lnTo>
                    <a:pt x="2982" y="67118"/>
                  </a:lnTo>
                  <a:lnTo>
                    <a:pt x="2929" y="66228"/>
                  </a:lnTo>
                  <a:lnTo>
                    <a:pt x="2890" y="65339"/>
                  </a:lnTo>
                  <a:lnTo>
                    <a:pt x="2851" y="64437"/>
                  </a:lnTo>
                  <a:lnTo>
                    <a:pt x="2825" y="63535"/>
                  </a:lnTo>
                  <a:lnTo>
                    <a:pt x="2812" y="62633"/>
                  </a:lnTo>
                  <a:lnTo>
                    <a:pt x="2812" y="61717"/>
                  </a:lnTo>
                  <a:lnTo>
                    <a:pt x="2825" y="60815"/>
                  </a:lnTo>
                  <a:lnTo>
                    <a:pt x="2838" y="59887"/>
                  </a:lnTo>
                  <a:lnTo>
                    <a:pt x="2864" y="58971"/>
                  </a:lnTo>
                  <a:lnTo>
                    <a:pt x="2890" y="58043"/>
                  </a:lnTo>
                  <a:lnTo>
                    <a:pt x="2942" y="57128"/>
                  </a:lnTo>
                  <a:lnTo>
                    <a:pt x="2995" y="56199"/>
                  </a:lnTo>
                  <a:lnTo>
                    <a:pt x="3060" y="55271"/>
                  </a:lnTo>
                  <a:lnTo>
                    <a:pt x="3138" y="54330"/>
                  </a:lnTo>
                  <a:lnTo>
                    <a:pt x="3217" y="53401"/>
                  </a:lnTo>
                  <a:lnTo>
                    <a:pt x="3308" y="52460"/>
                  </a:lnTo>
                  <a:lnTo>
                    <a:pt x="3413" y="51531"/>
                  </a:lnTo>
                  <a:lnTo>
                    <a:pt x="3531" y="50590"/>
                  </a:lnTo>
                  <a:lnTo>
                    <a:pt x="3648" y="49648"/>
                  </a:lnTo>
                  <a:lnTo>
                    <a:pt x="3779" y="48707"/>
                  </a:lnTo>
                  <a:lnTo>
                    <a:pt x="3923" y="47779"/>
                  </a:lnTo>
                  <a:lnTo>
                    <a:pt x="4080" y="46837"/>
                  </a:lnTo>
                  <a:lnTo>
                    <a:pt x="4237" y="45896"/>
                  </a:lnTo>
                  <a:lnTo>
                    <a:pt x="4407" y="44954"/>
                  </a:lnTo>
                  <a:lnTo>
                    <a:pt x="4590" y="44013"/>
                  </a:lnTo>
                  <a:lnTo>
                    <a:pt x="4786" y="43085"/>
                  </a:lnTo>
                  <a:lnTo>
                    <a:pt x="4982" y="42143"/>
                  </a:lnTo>
                  <a:lnTo>
                    <a:pt x="5191" y="41215"/>
                  </a:lnTo>
                  <a:lnTo>
                    <a:pt x="5414" y="40286"/>
                  </a:lnTo>
                  <a:lnTo>
                    <a:pt x="5636" y="39345"/>
                  </a:lnTo>
                  <a:lnTo>
                    <a:pt x="5871" y="38417"/>
                  </a:lnTo>
                  <a:lnTo>
                    <a:pt x="6120" y="37501"/>
                  </a:lnTo>
                  <a:lnTo>
                    <a:pt x="6381" y="36573"/>
                  </a:lnTo>
                  <a:lnTo>
                    <a:pt x="6643" y="35658"/>
                  </a:lnTo>
                  <a:lnTo>
                    <a:pt x="6917" y="34742"/>
                  </a:lnTo>
                  <a:lnTo>
                    <a:pt x="7205" y="33827"/>
                  </a:lnTo>
                  <a:lnTo>
                    <a:pt x="7506" y="32912"/>
                  </a:lnTo>
                  <a:lnTo>
                    <a:pt x="7806" y="32009"/>
                  </a:lnTo>
                  <a:lnTo>
                    <a:pt x="8120" y="31107"/>
                  </a:lnTo>
                  <a:lnTo>
                    <a:pt x="8434" y="30205"/>
                  </a:lnTo>
                  <a:lnTo>
                    <a:pt x="8774" y="29316"/>
                  </a:lnTo>
                  <a:lnTo>
                    <a:pt x="9114" y="28427"/>
                  </a:lnTo>
                  <a:lnTo>
                    <a:pt x="9467" y="27551"/>
                  </a:lnTo>
                  <a:lnTo>
                    <a:pt x="9820" y="26675"/>
                  </a:lnTo>
                  <a:lnTo>
                    <a:pt x="10199" y="25799"/>
                  </a:lnTo>
                  <a:lnTo>
                    <a:pt x="10565" y="24936"/>
                  </a:lnTo>
                  <a:lnTo>
                    <a:pt x="10958" y="24086"/>
                  </a:lnTo>
                  <a:lnTo>
                    <a:pt x="11350" y="23223"/>
                  </a:lnTo>
                  <a:lnTo>
                    <a:pt x="11755" y="22386"/>
                  </a:lnTo>
                  <a:lnTo>
                    <a:pt x="12174" y="21549"/>
                  </a:lnTo>
                  <a:lnTo>
                    <a:pt x="12605" y="20712"/>
                  </a:lnTo>
                  <a:lnTo>
                    <a:pt x="13037" y="19888"/>
                  </a:lnTo>
                  <a:lnTo>
                    <a:pt x="13481" y="19078"/>
                  </a:lnTo>
                  <a:lnTo>
                    <a:pt x="13926" y="18267"/>
                  </a:lnTo>
                  <a:lnTo>
                    <a:pt x="14397" y="17469"/>
                  </a:lnTo>
                  <a:lnTo>
                    <a:pt x="14867" y="16672"/>
                  </a:lnTo>
                  <a:lnTo>
                    <a:pt x="15338" y="15887"/>
                  </a:lnTo>
                  <a:lnTo>
                    <a:pt x="15835" y="15116"/>
                  </a:lnTo>
                  <a:lnTo>
                    <a:pt x="16332" y="14357"/>
                  </a:lnTo>
                  <a:lnTo>
                    <a:pt x="16829" y="13599"/>
                  </a:lnTo>
                  <a:lnTo>
                    <a:pt x="17352" y="12854"/>
                  </a:lnTo>
                  <a:lnTo>
                    <a:pt x="17875" y="12121"/>
                  </a:lnTo>
                  <a:lnTo>
                    <a:pt x="18411" y="11389"/>
                  </a:lnTo>
                  <a:lnTo>
                    <a:pt x="18947" y="10670"/>
                  </a:lnTo>
                  <a:lnTo>
                    <a:pt x="19418" y="10082"/>
                  </a:lnTo>
                  <a:lnTo>
                    <a:pt x="19875" y="9506"/>
                  </a:lnTo>
                  <a:lnTo>
                    <a:pt x="20346" y="8957"/>
                  </a:lnTo>
                  <a:lnTo>
                    <a:pt x="20830" y="8408"/>
                  </a:lnTo>
                  <a:lnTo>
                    <a:pt x="21300" y="7885"/>
                  </a:lnTo>
                  <a:lnTo>
                    <a:pt x="21784" y="7375"/>
                  </a:lnTo>
                  <a:lnTo>
                    <a:pt x="22268" y="6891"/>
                  </a:lnTo>
                  <a:lnTo>
                    <a:pt x="22765" y="6420"/>
                  </a:lnTo>
                  <a:lnTo>
                    <a:pt x="23249" y="5950"/>
                  </a:lnTo>
                  <a:lnTo>
                    <a:pt x="23746" y="5518"/>
                  </a:lnTo>
                  <a:lnTo>
                    <a:pt x="24242" y="5087"/>
                  </a:lnTo>
                  <a:lnTo>
                    <a:pt x="24752" y="4681"/>
                  </a:lnTo>
                  <a:lnTo>
                    <a:pt x="25249" y="4289"/>
                  </a:lnTo>
                  <a:lnTo>
                    <a:pt x="25759" y="3910"/>
                  </a:lnTo>
                  <a:lnTo>
                    <a:pt x="26269" y="3544"/>
                  </a:lnTo>
                  <a:lnTo>
                    <a:pt x="26779" y="3204"/>
                  </a:lnTo>
                  <a:lnTo>
                    <a:pt x="27289" y="2877"/>
                  </a:lnTo>
                  <a:lnTo>
                    <a:pt x="27812" y="2576"/>
                  </a:lnTo>
                  <a:lnTo>
                    <a:pt x="28322" y="2275"/>
                  </a:lnTo>
                  <a:lnTo>
                    <a:pt x="28845" y="2001"/>
                  </a:lnTo>
                  <a:lnTo>
                    <a:pt x="29368" y="1739"/>
                  </a:lnTo>
                  <a:lnTo>
                    <a:pt x="29891" y="1504"/>
                  </a:lnTo>
                  <a:lnTo>
                    <a:pt x="30414" y="1282"/>
                  </a:lnTo>
                  <a:lnTo>
                    <a:pt x="30937" y="1073"/>
                  </a:lnTo>
                  <a:lnTo>
                    <a:pt x="31473" y="876"/>
                  </a:lnTo>
                  <a:lnTo>
                    <a:pt x="31996" y="706"/>
                  </a:lnTo>
                  <a:lnTo>
                    <a:pt x="32532" y="549"/>
                  </a:lnTo>
                  <a:lnTo>
                    <a:pt x="33055" y="406"/>
                  </a:lnTo>
                  <a:lnTo>
                    <a:pt x="33591" y="288"/>
                  </a:lnTo>
                  <a:lnTo>
                    <a:pt x="34128" y="170"/>
                  </a:lnTo>
                  <a:lnTo>
                    <a:pt x="34664" y="92"/>
                  </a:lnTo>
                  <a:lnTo>
                    <a:pt x="35187" y="13"/>
                  </a:lnTo>
                  <a:lnTo>
                    <a:pt x="3457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801;p38">
              <a:extLst>
                <a:ext uri="{FF2B5EF4-FFF2-40B4-BE49-F238E27FC236}">
                  <a16:creationId xmlns:a16="http://schemas.microsoft.com/office/drawing/2014/main" id="{E20D9FC6-A285-1AE7-0516-046444B78D85}"/>
                </a:ext>
              </a:extLst>
            </p:cNvPr>
            <p:cNvSpPr/>
            <p:nvPr/>
          </p:nvSpPr>
          <p:spPr>
            <a:xfrm>
              <a:off x="1924500" y="1438775"/>
              <a:ext cx="632550" cy="729650"/>
            </a:xfrm>
            <a:custGeom>
              <a:avLst/>
              <a:gdLst/>
              <a:ahLst/>
              <a:cxnLst/>
              <a:rect l="l" t="t" r="r" b="b"/>
              <a:pathLst>
                <a:path w="25302" h="29186" extrusionOk="0">
                  <a:moveTo>
                    <a:pt x="4668" y="1"/>
                  </a:moveTo>
                  <a:lnTo>
                    <a:pt x="4498" y="14"/>
                  </a:lnTo>
                  <a:lnTo>
                    <a:pt x="4341" y="40"/>
                  </a:lnTo>
                  <a:lnTo>
                    <a:pt x="4197" y="92"/>
                  </a:lnTo>
                  <a:lnTo>
                    <a:pt x="4040" y="171"/>
                  </a:lnTo>
                  <a:lnTo>
                    <a:pt x="3870" y="288"/>
                  </a:lnTo>
                  <a:lnTo>
                    <a:pt x="3713" y="419"/>
                  </a:lnTo>
                  <a:lnTo>
                    <a:pt x="3544" y="576"/>
                  </a:lnTo>
                  <a:lnTo>
                    <a:pt x="3387" y="759"/>
                  </a:lnTo>
                  <a:lnTo>
                    <a:pt x="3243" y="955"/>
                  </a:lnTo>
                  <a:lnTo>
                    <a:pt x="3086" y="1178"/>
                  </a:lnTo>
                  <a:lnTo>
                    <a:pt x="2942" y="1413"/>
                  </a:lnTo>
                  <a:lnTo>
                    <a:pt x="2785" y="1674"/>
                  </a:lnTo>
                  <a:lnTo>
                    <a:pt x="2641" y="1949"/>
                  </a:lnTo>
                  <a:lnTo>
                    <a:pt x="2511" y="2250"/>
                  </a:lnTo>
                  <a:lnTo>
                    <a:pt x="2367" y="2564"/>
                  </a:lnTo>
                  <a:lnTo>
                    <a:pt x="2236" y="2890"/>
                  </a:lnTo>
                  <a:lnTo>
                    <a:pt x="2105" y="3244"/>
                  </a:lnTo>
                  <a:lnTo>
                    <a:pt x="1974" y="3610"/>
                  </a:lnTo>
                  <a:lnTo>
                    <a:pt x="1857" y="3989"/>
                  </a:lnTo>
                  <a:lnTo>
                    <a:pt x="1608" y="4786"/>
                  </a:lnTo>
                  <a:lnTo>
                    <a:pt x="1386" y="5636"/>
                  </a:lnTo>
                  <a:lnTo>
                    <a:pt x="1177" y="6526"/>
                  </a:lnTo>
                  <a:lnTo>
                    <a:pt x="981" y="7467"/>
                  </a:lnTo>
                  <a:lnTo>
                    <a:pt x="811" y="8448"/>
                  </a:lnTo>
                  <a:lnTo>
                    <a:pt x="641" y="9454"/>
                  </a:lnTo>
                  <a:lnTo>
                    <a:pt x="497" y="10474"/>
                  </a:lnTo>
                  <a:lnTo>
                    <a:pt x="366" y="11533"/>
                  </a:lnTo>
                  <a:lnTo>
                    <a:pt x="262" y="12606"/>
                  </a:lnTo>
                  <a:lnTo>
                    <a:pt x="170" y="13678"/>
                  </a:lnTo>
                  <a:lnTo>
                    <a:pt x="105" y="14763"/>
                  </a:lnTo>
                  <a:lnTo>
                    <a:pt x="52" y="15848"/>
                  </a:lnTo>
                  <a:lnTo>
                    <a:pt x="13" y="16934"/>
                  </a:lnTo>
                  <a:lnTo>
                    <a:pt x="0" y="17993"/>
                  </a:lnTo>
                  <a:lnTo>
                    <a:pt x="13" y="19052"/>
                  </a:lnTo>
                  <a:lnTo>
                    <a:pt x="39" y="20085"/>
                  </a:lnTo>
                  <a:lnTo>
                    <a:pt x="92" y="21092"/>
                  </a:lnTo>
                  <a:lnTo>
                    <a:pt x="170" y="22072"/>
                  </a:lnTo>
                  <a:lnTo>
                    <a:pt x="275" y="23001"/>
                  </a:lnTo>
                  <a:lnTo>
                    <a:pt x="392" y="23903"/>
                  </a:lnTo>
                  <a:lnTo>
                    <a:pt x="471" y="24335"/>
                  </a:lnTo>
                  <a:lnTo>
                    <a:pt x="549" y="24753"/>
                  </a:lnTo>
                  <a:lnTo>
                    <a:pt x="628" y="25158"/>
                  </a:lnTo>
                  <a:lnTo>
                    <a:pt x="719" y="25551"/>
                  </a:lnTo>
                  <a:lnTo>
                    <a:pt x="824" y="25930"/>
                  </a:lnTo>
                  <a:lnTo>
                    <a:pt x="915" y="26296"/>
                  </a:lnTo>
                  <a:lnTo>
                    <a:pt x="1033" y="26649"/>
                  </a:lnTo>
                  <a:lnTo>
                    <a:pt x="1151" y="26976"/>
                  </a:lnTo>
                  <a:lnTo>
                    <a:pt x="1216" y="27133"/>
                  </a:lnTo>
                  <a:lnTo>
                    <a:pt x="1281" y="27290"/>
                  </a:lnTo>
                  <a:lnTo>
                    <a:pt x="1360" y="27433"/>
                  </a:lnTo>
                  <a:lnTo>
                    <a:pt x="1451" y="27577"/>
                  </a:lnTo>
                  <a:lnTo>
                    <a:pt x="1543" y="27708"/>
                  </a:lnTo>
                  <a:lnTo>
                    <a:pt x="1648" y="27839"/>
                  </a:lnTo>
                  <a:lnTo>
                    <a:pt x="1752" y="27956"/>
                  </a:lnTo>
                  <a:lnTo>
                    <a:pt x="1870" y="28074"/>
                  </a:lnTo>
                  <a:lnTo>
                    <a:pt x="1988" y="28179"/>
                  </a:lnTo>
                  <a:lnTo>
                    <a:pt x="2118" y="28283"/>
                  </a:lnTo>
                  <a:lnTo>
                    <a:pt x="2249" y="28375"/>
                  </a:lnTo>
                  <a:lnTo>
                    <a:pt x="2393" y="28466"/>
                  </a:lnTo>
                  <a:lnTo>
                    <a:pt x="2537" y="28558"/>
                  </a:lnTo>
                  <a:lnTo>
                    <a:pt x="2694" y="28636"/>
                  </a:lnTo>
                  <a:lnTo>
                    <a:pt x="3020" y="28780"/>
                  </a:lnTo>
                  <a:lnTo>
                    <a:pt x="3360" y="28898"/>
                  </a:lnTo>
                  <a:lnTo>
                    <a:pt x="3727" y="29003"/>
                  </a:lnTo>
                  <a:lnTo>
                    <a:pt x="4119" y="29081"/>
                  </a:lnTo>
                  <a:lnTo>
                    <a:pt x="4524" y="29133"/>
                  </a:lnTo>
                  <a:lnTo>
                    <a:pt x="4956" y="29173"/>
                  </a:lnTo>
                  <a:lnTo>
                    <a:pt x="5400" y="29186"/>
                  </a:lnTo>
                  <a:lnTo>
                    <a:pt x="5858" y="29186"/>
                  </a:lnTo>
                  <a:lnTo>
                    <a:pt x="6329" y="29173"/>
                  </a:lnTo>
                  <a:lnTo>
                    <a:pt x="6812" y="29133"/>
                  </a:lnTo>
                  <a:lnTo>
                    <a:pt x="7309" y="29081"/>
                  </a:lnTo>
                  <a:lnTo>
                    <a:pt x="7832" y="29003"/>
                  </a:lnTo>
                  <a:lnTo>
                    <a:pt x="8355" y="28911"/>
                  </a:lnTo>
                  <a:lnTo>
                    <a:pt x="8878" y="28806"/>
                  </a:lnTo>
                  <a:lnTo>
                    <a:pt x="9428" y="28689"/>
                  </a:lnTo>
                  <a:lnTo>
                    <a:pt x="9964" y="28558"/>
                  </a:lnTo>
                  <a:lnTo>
                    <a:pt x="10526" y="28401"/>
                  </a:lnTo>
                  <a:lnTo>
                    <a:pt x="11088" y="28244"/>
                  </a:lnTo>
                  <a:lnTo>
                    <a:pt x="11650" y="28061"/>
                  </a:lnTo>
                  <a:lnTo>
                    <a:pt x="12213" y="27878"/>
                  </a:lnTo>
                  <a:lnTo>
                    <a:pt x="12775" y="27669"/>
                  </a:lnTo>
                  <a:lnTo>
                    <a:pt x="13350" y="27460"/>
                  </a:lnTo>
                  <a:lnTo>
                    <a:pt x="13912" y="27224"/>
                  </a:lnTo>
                  <a:lnTo>
                    <a:pt x="14475" y="26989"/>
                  </a:lnTo>
                  <a:lnTo>
                    <a:pt x="15037" y="26740"/>
                  </a:lnTo>
                  <a:lnTo>
                    <a:pt x="15599" y="26479"/>
                  </a:lnTo>
                  <a:lnTo>
                    <a:pt x="16161" y="26217"/>
                  </a:lnTo>
                  <a:lnTo>
                    <a:pt x="16711" y="25943"/>
                  </a:lnTo>
                  <a:lnTo>
                    <a:pt x="17247" y="25655"/>
                  </a:lnTo>
                  <a:lnTo>
                    <a:pt x="17783" y="25354"/>
                  </a:lnTo>
                  <a:lnTo>
                    <a:pt x="18306" y="25054"/>
                  </a:lnTo>
                  <a:lnTo>
                    <a:pt x="18816" y="24753"/>
                  </a:lnTo>
                  <a:lnTo>
                    <a:pt x="19326" y="24426"/>
                  </a:lnTo>
                  <a:lnTo>
                    <a:pt x="19810" y="24112"/>
                  </a:lnTo>
                  <a:lnTo>
                    <a:pt x="20293" y="23785"/>
                  </a:lnTo>
                  <a:lnTo>
                    <a:pt x="20751" y="23445"/>
                  </a:lnTo>
                  <a:lnTo>
                    <a:pt x="21196" y="23118"/>
                  </a:lnTo>
                  <a:lnTo>
                    <a:pt x="21627" y="22765"/>
                  </a:lnTo>
                  <a:lnTo>
                    <a:pt x="22032" y="22425"/>
                  </a:lnTo>
                  <a:lnTo>
                    <a:pt x="22425" y="22072"/>
                  </a:lnTo>
                  <a:lnTo>
                    <a:pt x="22804" y="21732"/>
                  </a:lnTo>
                  <a:lnTo>
                    <a:pt x="23157" y="21379"/>
                  </a:lnTo>
                  <a:lnTo>
                    <a:pt x="23484" y="21013"/>
                  </a:lnTo>
                  <a:lnTo>
                    <a:pt x="23785" y="20660"/>
                  </a:lnTo>
                  <a:lnTo>
                    <a:pt x="24059" y="20307"/>
                  </a:lnTo>
                  <a:lnTo>
                    <a:pt x="24321" y="19954"/>
                  </a:lnTo>
                  <a:lnTo>
                    <a:pt x="24543" y="19588"/>
                  </a:lnTo>
                  <a:lnTo>
                    <a:pt x="24752" y="19235"/>
                  </a:lnTo>
                  <a:lnTo>
                    <a:pt x="24922" y="18882"/>
                  </a:lnTo>
                  <a:lnTo>
                    <a:pt x="25053" y="18529"/>
                  </a:lnTo>
                  <a:lnTo>
                    <a:pt x="25171" y="18176"/>
                  </a:lnTo>
                  <a:lnTo>
                    <a:pt x="25210" y="18006"/>
                  </a:lnTo>
                  <a:lnTo>
                    <a:pt x="25249" y="17836"/>
                  </a:lnTo>
                  <a:lnTo>
                    <a:pt x="25275" y="17653"/>
                  </a:lnTo>
                  <a:lnTo>
                    <a:pt x="25288" y="17483"/>
                  </a:lnTo>
                  <a:lnTo>
                    <a:pt x="25301" y="17313"/>
                  </a:lnTo>
                  <a:lnTo>
                    <a:pt x="25301" y="17143"/>
                  </a:lnTo>
                  <a:lnTo>
                    <a:pt x="25288" y="16973"/>
                  </a:lnTo>
                  <a:lnTo>
                    <a:pt x="25275" y="16816"/>
                  </a:lnTo>
                  <a:lnTo>
                    <a:pt x="25249" y="16646"/>
                  </a:lnTo>
                  <a:lnTo>
                    <a:pt x="25210" y="16476"/>
                  </a:lnTo>
                  <a:lnTo>
                    <a:pt x="25171" y="16319"/>
                  </a:lnTo>
                  <a:lnTo>
                    <a:pt x="25105" y="16149"/>
                  </a:lnTo>
                  <a:lnTo>
                    <a:pt x="24974" y="15822"/>
                  </a:lnTo>
                  <a:lnTo>
                    <a:pt x="24831" y="15495"/>
                  </a:lnTo>
                  <a:lnTo>
                    <a:pt x="24661" y="15155"/>
                  </a:lnTo>
                  <a:lnTo>
                    <a:pt x="24478" y="14815"/>
                  </a:lnTo>
                  <a:lnTo>
                    <a:pt x="24281" y="14476"/>
                  </a:lnTo>
                  <a:lnTo>
                    <a:pt x="24072" y="14136"/>
                  </a:lnTo>
                  <a:lnTo>
                    <a:pt x="23837" y="13782"/>
                  </a:lnTo>
                  <a:lnTo>
                    <a:pt x="23588" y="13429"/>
                  </a:lnTo>
                  <a:lnTo>
                    <a:pt x="23327" y="13076"/>
                  </a:lnTo>
                  <a:lnTo>
                    <a:pt x="23052" y="12723"/>
                  </a:lnTo>
                  <a:lnTo>
                    <a:pt x="22765" y="12357"/>
                  </a:lnTo>
                  <a:lnTo>
                    <a:pt x="22464" y="12004"/>
                  </a:lnTo>
                  <a:lnTo>
                    <a:pt x="22150" y="11638"/>
                  </a:lnTo>
                  <a:lnTo>
                    <a:pt x="21836" y="11285"/>
                  </a:lnTo>
                  <a:lnTo>
                    <a:pt x="21156" y="10566"/>
                  </a:lnTo>
                  <a:lnTo>
                    <a:pt x="20437" y="9834"/>
                  </a:lnTo>
                  <a:lnTo>
                    <a:pt x="19679" y="9128"/>
                  </a:lnTo>
                  <a:lnTo>
                    <a:pt x="18907" y="8421"/>
                  </a:lnTo>
                  <a:lnTo>
                    <a:pt x="18097" y="7715"/>
                  </a:lnTo>
                  <a:lnTo>
                    <a:pt x="17273" y="7035"/>
                  </a:lnTo>
                  <a:lnTo>
                    <a:pt x="16436" y="6356"/>
                  </a:lnTo>
                  <a:lnTo>
                    <a:pt x="15586" y="5715"/>
                  </a:lnTo>
                  <a:lnTo>
                    <a:pt x="14723" y="5074"/>
                  </a:lnTo>
                  <a:lnTo>
                    <a:pt x="13873" y="4473"/>
                  </a:lnTo>
                  <a:lnTo>
                    <a:pt x="13023" y="3897"/>
                  </a:lnTo>
                  <a:lnTo>
                    <a:pt x="12186" y="3335"/>
                  </a:lnTo>
                  <a:lnTo>
                    <a:pt x="11350" y="2825"/>
                  </a:lnTo>
                  <a:lnTo>
                    <a:pt x="10539" y="2341"/>
                  </a:lnTo>
                  <a:lnTo>
                    <a:pt x="9754" y="1884"/>
                  </a:lnTo>
                  <a:lnTo>
                    <a:pt x="8996" y="1478"/>
                  </a:lnTo>
                  <a:lnTo>
                    <a:pt x="8264" y="1125"/>
                  </a:lnTo>
                  <a:lnTo>
                    <a:pt x="7584" y="798"/>
                  </a:lnTo>
                  <a:lnTo>
                    <a:pt x="6930" y="537"/>
                  </a:lnTo>
                  <a:lnTo>
                    <a:pt x="6629" y="419"/>
                  </a:lnTo>
                  <a:lnTo>
                    <a:pt x="6329" y="315"/>
                  </a:lnTo>
                  <a:lnTo>
                    <a:pt x="6054" y="223"/>
                  </a:lnTo>
                  <a:lnTo>
                    <a:pt x="5779" y="145"/>
                  </a:lnTo>
                  <a:lnTo>
                    <a:pt x="5531" y="92"/>
                  </a:lnTo>
                  <a:lnTo>
                    <a:pt x="5296" y="40"/>
                  </a:lnTo>
                  <a:lnTo>
                    <a:pt x="5073" y="14"/>
                  </a:lnTo>
                  <a:lnTo>
                    <a:pt x="4864" y="1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802;p38">
              <a:extLst>
                <a:ext uri="{FF2B5EF4-FFF2-40B4-BE49-F238E27FC236}">
                  <a16:creationId xmlns:a16="http://schemas.microsoft.com/office/drawing/2014/main" id="{F2E7C6EE-150E-B089-E26C-0E38E366104E}"/>
                </a:ext>
              </a:extLst>
            </p:cNvPr>
            <p:cNvSpPr/>
            <p:nvPr/>
          </p:nvSpPr>
          <p:spPr>
            <a:xfrm>
              <a:off x="1949325" y="1452175"/>
              <a:ext cx="607725" cy="716250"/>
            </a:xfrm>
            <a:custGeom>
              <a:avLst/>
              <a:gdLst/>
              <a:ahLst/>
              <a:cxnLst/>
              <a:rect l="l" t="t" r="r" b="b"/>
              <a:pathLst>
                <a:path w="24309" h="28650" extrusionOk="0">
                  <a:moveTo>
                    <a:pt x="5937" y="1"/>
                  </a:moveTo>
                  <a:lnTo>
                    <a:pt x="6434" y="354"/>
                  </a:lnTo>
                  <a:lnTo>
                    <a:pt x="6931" y="720"/>
                  </a:lnTo>
                  <a:lnTo>
                    <a:pt x="7428" y="1112"/>
                  </a:lnTo>
                  <a:lnTo>
                    <a:pt x="7938" y="1518"/>
                  </a:lnTo>
                  <a:lnTo>
                    <a:pt x="8461" y="1936"/>
                  </a:lnTo>
                  <a:lnTo>
                    <a:pt x="8971" y="2354"/>
                  </a:lnTo>
                  <a:lnTo>
                    <a:pt x="9481" y="2799"/>
                  </a:lnTo>
                  <a:lnTo>
                    <a:pt x="10004" y="3244"/>
                  </a:lnTo>
                  <a:lnTo>
                    <a:pt x="10514" y="3714"/>
                  </a:lnTo>
                  <a:lnTo>
                    <a:pt x="11023" y="4185"/>
                  </a:lnTo>
                  <a:lnTo>
                    <a:pt x="11533" y="4656"/>
                  </a:lnTo>
                  <a:lnTo>
                    <a:pt x="12043" y="5140"/>
                  </a:lnTo>
                  <a:lnTo>
                    <a:pt x="12527" y="5636"/>
                  </a:lnTo>
                  <a:lnTo>
                    <a:pt x="13024" y="6133"/>
                  </a:lnTo>
                  <a:lnTo>
                    <a:pt x="13495" y="6630"/>
                  </a:lnTo>
                  <a:lnTo>
                    <a:pt x="13965" y="7140"/>
                  </a:lnTo>
                  <a:lnTo>
                    <a:pt x="14423" y="7650"/>
                  </a:lnTo>
                  <a:lnTo>
                    <a:pt x="14868" y="8147"/>
                  </a:lnTo>
                  <a:lnTo>
                    <a:pt x="15299" y="8670"/>
                  </a:lnTo>
                  <a:lnTo>
                    <a:pt x="15718" y="9180"/>
                  </a:lnTo>
                  <a:lnTo>
                    <a:pt x="16110" y="9677"/>
                  </a:lnTo>
                  <a:lnTo>
                    <a:pt x="16489" y="10187"/>
                  </a:lnTo>
                  <a:lnTo>
                    <a:pt x="16855" y="10697"/>
                  </a:lnTo>
                  <a:lnTo>
                    <a:pt x="17195" y="11194"/>
                  </a:lnTo>
                  <a:lnTo>
                    <a:pt x="17509" y="11690"/>
                  </a:lnTo>
                  <a:lnTo>
                    <a:pt x="17810" y="12187"/>
                  </a:lnTo>
                  <a:lnTo>
                    <a:pt x="18071" y="12671"/>
                  </a:lnTo>
                  <a:lnTo>
                    <a:pt x="18320" y="13142"/>
                  </a:lnTo>
                  <a:lnTo>
                    <a:pt x="18542" y="13613"/>
                  </a:lnTo>
                  <a:lnTo>
                    <a:pt x="18725" y="14070"/>
                  </a:lnTo>
                  <a:lnTo>
                    <a:pt x="18895" y="14528"/>
                  </a:lnTo>
                  <a:lnTo>
                    <a:pt x="19026" y="14959"/>
                  </a:lnTo>
                  <a:lnTo>
                    <a:pt x="19078" y="15208"/>
                  </a:lnTo>
                  <a:lnTo>
                    <a:pt x="19104" y="15443"/>
                  </a:lnTo>
                  <a:lnTo>
                    <a:pt x="19117" y="15692"/>
                  </a:lnTo>
                  <a:lnTo>
                    <a:pt x="19117" y="15927"/>
                  </a:lnTo>
                  <a:lnTo>
                    <a:pt x="19091" y="16175"/>
                  </a:lnTo>
                  <a:lnTo>
                    <a:pt x="19052" y="16424"/>
                  </a:lnTo>
                  <a:lnTo>
                    <a:pt x="18987" y="16659"/>
                  </a:lnTo>
                  <a:lnTo>
                    <a:pt x="18908" y="16908"/>
                  </a:lnTo>
                  <a:lnTo>
                    <a:pt x="18817" y="17156"/>
                  </a:lnTo>
                  <a:lnTo>
                    <a:pt x="18699" y="17391"/>
                  </a:lnTo>
                  <a:lnTo>
                    <a:pt x="18568" y="17640"/>
                  </a:lnTo>
                  <a:lnTo>
                    <a:pt x="18424" y="17875"/>
                  </a:lnTo>
                  <a:lnTo>
                    <a:pt x="18267" y="18124"/>
                  </a:lnTo>
                  <a:lnTo>
                    <a:pt x="18097" y="18359"/>
                  </a:lnTo>
                  <a:lnTo>
                    <a:pt x="17901" y="18594"/>
                  </a:lnTo>
                  <a:lnTo>
                    <a:pt x="17705" y="18843"/>
                  </a:lnTo>
                  <a:lnTo>
                    <a:pt x="17483" y="19078"/>
                  </a:lnTo>
                  <a:lnTo>
                    <a:pt x="17261" y="19314"/>
                  </a:lnTo>
                  <a:lnTo>
                    <a:pt x="17012" y="19549"/>
                  </a:lnTo>
                  <a:lnTo>
                    <a:pt x="16764" y="19784"/>
                  </a:lnTo>
                  <a:lnTo>
                    <a:pt x="16489" y="20007"/>
                  </a:lnTo>
                  <a:lnTo>
                    <a:pt x="16214" y="20242"/>
                  </a:lnTo>
                  <a:lnTo>
                    <a:pt x="15927" y="20464"/>
                  </a:lnTo>
                  <a:lnTo>
                    <a:pt x="15626" y="20687"/>
                  </a:lnTo>
                  <a:lnTo>
                    <a:pt x="14998" y="21131"/>
                  </a:lnTo>
                  <a:lnTo>
                    <a:pt x="14332" y="21550"/>
                  </a:lnTo>
                  <a:lnTo>
                    <a:pt x="13626" y="21968"/>
                  </a:lnTo>
                  <a:lnTo>
                    <a:pt x="12906" y="22373"/>
                  </a:lnTo>
                  <a:lnTo>
                    <a:pt x="12148" y="22766"/>
                  </a:lnTo>
                  <a:lnTo>
                    <a:pt x="11363" y="23132"/>
                  </a:lnTo>
                  <a:lnTo>
                    <a:pt x="10566" y="23485"/>
                  </a:lnTo>
                  <a:lnTo>
                    <a:pt x="9755" y="23825"/>
                  </a:lnTo>
                  <a:lnTo>
                    <a:pt x="8931" y="24138"/>
                  </a:lnTo>
                  <a:lnTo>
                    <a:pt x="8095" y="24439"/>
                  </a:lnTo>
                  <a:lnTo>
                    <a:pt x="7245" y="24714"/>
                  </a:lnTo>
                  <a:lnTo>
                    <a:pt x="6408" y="24962"/>
                  </a:lnTo>
                  <a:lnTo>
                    <a:pt x="5571" y="25185"/>
                  </a:lnTo>
                  <a:lnTo>
                    <a:pt x="4721" y="25394"/>
                  </a:lnTo>
                  <a:lnTo>
                    <a:pt x="3897" y="25564"/>
                  </a:lnTo>
                  <a:lnTo>
                    <a:pt x="3087" y="25708"/>
                  </a:lnTo>
                  <a:lnTo>
                    <a:pt x="2276" y="25825"/>
                  </a:lnTo>
                  <a:lnTo>
                    <a:pt x="1504" y="25917"/>
                  </a:lnTo>
                  <a:lnTo>
                    <a:pt x="733" y="25969"/>
                  </a:lnTo>
                  <a:lnTo>
                    <a:pt x="367" y="25982"/>
                  </a:lnTo>
                  <a:lnTo>
                    <a:pt x="1" y="25982"/>
                  </a:lnTo>
                  <a:lnTo>
                    <a:pt x="158" y="26440"/>
                  </a:lnTo>
                  <a:lnTo>
                    <a:pt x="223" y="26597"/>
                  </a:lnTo>
                  <a:lnTo>
                    <a:pt x="288" y="26754"/>
                  </a:lnTo>
                  <a:lnTo>
                    <a:pt x="367" y="26897"/>
                  </a:lnTo>
                  <a:lnTo>
                    <a:pt x="458" y="27041"/>
                  </a:lnTo>
                  <a:lnTo>
                    <a:pt x="550" y="27172"/>
                  </a:lnTo>
                  <a:lnTo>
                    <a:pt x="655" y="27303"/>
                  </a:lnTo>
                  <a:lnTo>
                    <a:pt x="759" y="27420"/>
                  </a:lnTo>
                  <a:lnTo>
                    <a:pt x="877" y="27538"/>
                  </a:lnTo>
                  <a:lnTo>
                    <a:pt x="995" y="27643"/>
                  </a:lnTo>
                  <a:lnTo>
                    <a:pt x="1125" y="27747"/>
                  </a:lnTo>
                  <a:lnTo>
                    <a:pt x="1256" y="27839"/>
                  </a:lnTo>
                  <a:lnTo>
                    <a:pt x="1400" y="27930"/>
                  </a:lnTo>
                  <a:lnTo>
                    <a:pt x="1544" y="28022"/>
                  </a:lnTo>
                  <a:lnTo>
                    <a:pt x="1701" y="28100"/>
                  </a:lnTo>
                  <a:lnTo>
                    <a:pt x="2027" y="28244"/>
                  </a:lnTo>
                  <a:lnTo>
                    <a:pt x="2367" y="28362"/>
                  </a:lnTo>
                  <a:lnTo>
                    <a:pt x="2734" y="28467"/>
                  </a:lnTo>
                  <a:lnTo>
                    <a:pt x="3126" y="28545"/>
                  </a:lnTo>
                  <a:lnTo>
                    <a:pt x="3531" y="28597"/>
                  </a:lnTo>
                  <a:lnTo>
                    <a:pt x="3963" y="28637"/>
                  </a:lnTo>
                  <a:lnTo>
                    <a:pt x="4407" y="28650"/>
                  </a:lnTo>
                  <a:lnTo>
                    <a:pt x="4865" y="28650"/>
                  </a:lnTo>
                  <a:lnTo>
                    <a:pt x="5336" y="28637"/>
                  </a:lnTo>
                  <a:lnTo>
                    <a:pt x="5819" y="28597"/>
                  </a:lnTo>
                  <a:lnTo>
                    <a:pt x="6316" y="28545"/>
                  </a:lnTo>
                  <a:lnTo>
                    <a:pt x="6839" y="28467"/>
                  </a:lnTo>
                  <a:lnTo>
                    <a:pt x="7362" y="28375"/>
                  </a:lnTo>
                  <a:lnTo>
                    <a:pt x="7885" y="28270"/>
                  </a:lnTo>
                  <a:lnTo>
                    <a:pt x="8435" y="28153"/>
                  </a:lnTo>
                  <a:lnTo>
                    <a:pt x="8971" y="28022"/>
                  </a:lnTo>
                  <a:lnTo>
                    <a:pt x="9533" y="27865"/>
                  </a:lnTo>
                  <a:lnTo>
                    <a:pt x="10095" y="27708"/>
                  </a:lnTo>
                  <a:lnTo>
                    <a:pt x="10657" y="27525"/>
                  </a:lnTo>
                  <a:lnTo>
                    <a:pt x="11220" y="27342"/>
                  </a:lnTo>
                  <a:lnTo>
                    <a:pt x="11782" y="27133"/>
                  </a:lnTo>
                  <a:lnTo>
                    <a:pt x="12357" y="26924"/>
                  </a:lnTo>
                  <a:lnTo>
                    <a:pt x="12919" y="26688"/>
                  </a:lnTo>
                  <a:lnTo>
                    <a:pt x="13482" y="26453"/>
                  </a:lnTo>
                  <a:lnTo>
                    <a:pt x="14044" y="26204"/>
                  </a:lnTo>
                  <a:lnTo>
                    <a:pt x="14606" y="25943"/>
                  </a:lnTo>
                  <a:lnTo>
                    <a:pt x="15168" y="25681"/>
                  </a:lnTo>
                  <a:lnTo>
                    <a:pt x="15718" y="25407"/>
                  </a:lnTo>
                  <a:lnTo>
                    <a:pt x="16254" y="25119"/>
                  </a:lnTo>
                  <a:lnTo>
                    <a:pt x="16790" y="24818"/>
                  </a:lnTo>
                  <a:lnTo>
                    <a:pt x="17313" y="24518"/>
                  </a:lnTo>
                  <a:lnTo>
                    <a:pt x="17823" y="24217"/>
                  </a:lnTo>
                  <a:lnTo>
                    <a:pt x="18333" y="23890"/>
                  </a:lnTo>
                  <a:lnTo>
                    <a:pt x="18817" y="23576"/>
                  </a:lnTo>
                  <a:lnTo>
                    <a:pt x="19300" y="23249"/>
                  </a:lnTo>
                  <a:lnTo>
                    <a:pt x="19758" y="22909"/>
                  </a:lnTo>
                  <a:lnTo>
                    <a:pt x="20203" y="22582"/>
                  </a:lnTo>
                  <a:lnTo>
                    <a:pt x="20634" y="22229"/>
                  </a:lnTo>
                  <a:lnTo>
                    <a:pt x="21039" y="21889"/>
                  </a:lnTo>
                  <a:lnTo>
                    <a:pt x="21432" y="21536"/>
                  </a:lnTo>
                  <a:lnTo>
                    <a:pt x="21811" y="21196"/>
                  </a:lnTo>
                  <a:lnTo>
                    <a:pt x="22164" y="20843"/>
                  </a:lnTo>
                  <a:lnTo>
                    <a:pt x="22491" y="20477"/>
                  </a:lnTo>
                  <a:lnTo>
                    <a:pt x="22792" y="20124"/>
                  </a:lnTo>
                  <a:lnTo>
                    <a:pt x="23066" y="19771"/>
                  </a:lnTo>
                  <a:lnTo>
                    <a:pt x="23328" y="19418"/>
                  </a:lnTo>
                  <a:lnTo>
                    <a:pt x="23550" y="19052"/>
                  </a:lnTo>
                  <a:lnTo>
                    <a:pt x="23759" y="18699"/>
                  </a:lnTo>
                  <a:lnTo>
                    <a:pt x="23929" y="18346"/>
                  </a:lnTo>
                  <a:lnTo>
                    <a:pt x="24060" y="17993"/>
                  </a:lnTo>
                  <a:lnTo>
                    <a:pt x="24178" y="17640"/>
                  </a:lnTo>
                  <a:lnTo>
                    <a:pt x="24217" y="17470"/>
                  </a:lnTo>
                  <a:lnTo>
                    <a:pt x="24256" y="17300"/>
                  </a:lnTo>
                  <a:lnTo>
                    <a:pt x="24282" y="17117"/>
                  </a:lnTo>
                  <a:lnTo>
                    <a:pt x="24295" y="16947"/>
                  </a:lnTo>
                  <a:lnTo>
                    <a:pt x="24308" y="16777"/>
                  </a:lnTo>
                  <a:lnTo>
                    <a:pt x="24308" y="16607"/>
                  </a:lnTo>
                  <a:lnTo>
                    <a:pt x="24295" y="16437"/>
                  </a:lnTo>
                  <a:lnTo>
                    <a:pt x="24282" y="16280"/>
                  </a:lnTo>
                  <a:lnTo>
                    <a:pt x="24256" y="16110"/>
                  </a:lnTo>
                  <a:lnTo>
                    <a:pt x="24217" y="15940"/>
                  </a:lnTo>
                  <a:lnTo>
                    <a:pt x="24178" y="15783"/>
                  </a:lnTo>
                  <a:lnTo>
                    <a:pt x="24112" y="15613"/>
                  </a:lnTo>
                  <a:lnTo>
                    <a:pt x="24008" y="15352"/>
                  </a:lnTo>
                  <a:lnTo>
                    <a:pt x="23903" y="15090"/>
                  </a:lnTo>
                  <a:lnTo>
                    <a:pt x="23772" y="14816"/>
                  </a:lnTo>
                  <a:lnTo>
                    <a:pt x="23628" y="14541"/>
                  </a:lnTo>
                  <a:lnTo>
                    <a:pt x="23485" y="14266"/>
                  </a:lnTo>
                  <a:lnTo>
                    <a:pt x="23315" y="13979"/>
                  </a:lnTo>
                  <a:lnTo>
                    <a:pt x="22961" y="13416"/>
                  </a:lnTo>
                  <a:lnTo>
                    <a:pt x="22569" y="12854"/>
                  </a:lnTo>
                  <a:lnTo>
                    <a:pt x="22138" y="12266"/>
                  </a:lnTo>
                  <a:lnTo>
                    <a:pt x="21667" y="11690"/>
                  </a:lnTo>
                  <a:lnTo>
                    <a:pt x="21157" y="11102"/>
                  </a:lnTo>
                  <a:lnTo>
                    <a:pt x="20634" y="10514"/>
                  </a:lnTo>
                  <a:lnTo>
                    <a:pt x="20072" y="9938"/>
                  </a:lnTo>
                  <a:lnTo>
                    <a:pt x="19483" y="9350"/>
                  </a:lnTo>
                  <a:lnTo>
                    <a:pt x="18882" y="8762"/>
                  </a:lnTo>
                  <a:lnTo>
                    <a:pt x="18254" y="8186"/>
                  </a:lnTo>
                  <a:lnTo>
                    <a:pt x="17601" y="7611"/>
                  </a:lnTo>
                  <a:lnTo>
                    <a:pt x="16947" y="7049"/>
                  </a:lnTo>
                  <a:lnTo>
                    <a:pt x="16280" y="6499"/>
                  </a:lnTo>
                  <a:lnTo>
                    <a:pt x="15600" y="5950"/>
                  </a:lnTo>
                  <a:lnTo>
                    <a:pt x="14907" y="5414"/>
                  </a:lnTo>
                  <a:lnTo>
                    <a:pt x="14214" y="4891"/>
                  </a:lnTo>
                  <a:lnTo>
                    <a:pt x="13521" y="4381"/>
                  </a:lnTo>
                  <a:lnTo>
                    <a:pt x="12828" y="3897"/>
                  </a:lnTo>
                  <a:lnTo>
                    <a:pt x="12135" y="3427"/>
                  </a:lnTo>
                  <a:lnTo>
                    <a:pt x="11442" y="2969"/>
                  </a:lnTo>
                  <a:lnTo>
                    <a:pt x="10762" y="2538"/>
                  </a:lnTo>
                  <a:lnTo>
                    <a:pt x="10095" y="2132"/>
                  </a:lnTo>
                  <a:lnTo>
                    <a:pt x="9441" y="1740"/>
                  </a:lnTo>
                  <a:lnTo>
                    <a:pt x="8801" y="1374"/>
                  </a:lnTo>
                  <a:lnTo>
                    <a:pt x="8186" y="1047"/>
                  </a:lnTo>
                  <a:lnTo>
                    <a:pt x="7585" y="733"/>
                  </a:lnTo>
                  <a:lnTo>
                    <a:pt x="7009" y="459"/>
                  </a:lnTo>
                  <a:lnTo>
                    <a:pt x="6460" y="210"/>
                  </a:lnTo>
                  <a:lnTo>
                    <a:pt x="593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803;p38">
              <a:extLst>
                <a:ext uri="{FF2B5EF4-FFF2-40B4-BE49-F238E27FC236}">
                  <a16:creationId xmlns:a16="http://schemas.microsoft.com/office/drawing/2014/main" id="{FF8C31BB-4F22-5E2D-5158-940EADB2177D}"/>
                </a:ext>
              </a:extLst>
            </p:cNvPr>
            <p:cNvSpPr/>
            <p:nvPr/>
          </p:nvSpPr>
          <p:spPr>
            <a:xfrm>
              <a:off x="1990525" y="1715975"/>
              <a:ext cx="347825" cy="401125"/>
            </a:xfrm>
            <a:custGeom>
              <a:avLst/>
              <a:gdLst/>
              <a:ahLst/>
              <a:cxnLst/>
              <a:rect l="l" t="t" r="r" b="b"/>
              <a:pathLst>
                <a:path w="13913" h="16045" extrusionOk="0">
                  <a:moveTo>
                    <a:pt x="2472" y="1"/>
                  </a:moveTo>
                  <a:lnTo>
                    <a:pt x="2393" y="27"/>
                  </a:lnTo>
                  <a:lnTo>
                    <a:pt x="2315" y="53"/>
                  </a:lnTo>
                  <a:lnTo>
                    <a:pt x="2223" y="92"/>
                  </a:lnTo>
                  <a:lnTo>
                    <a:pt x="2132" y="158"/>
                  </a:lnTo>
                  <a:lnTo>
                    <a:pt x="2040" y="223"/>
                  </a:lnTo>
                  <a:lnTo>
                    <a:pt x="1949" y="315"/>
                  </a:lnTo>
                  <a:lnTo>
                    <a:pt x="1870" y="406"/>
                  </a:lnTo>
                  <a:lnTo>
                    <a:pt x="1779" y="524"/>
                  </a:lnTo>
                  <a:lnTo>
                    <a:pt x="1622" y="772"/>
                  </a:lnTo>
                  <a:lnTo>
                    <a:pt x="1452" y="1073"/>
                  </a:lnTo>
                  <a:lnTo>
                    <a:pt x="1308" y="1400"/>
                  </a:lnTo>
                  <a:lnTo>
                    <a:pt x="1164" y="1779"/>
                  </a:lnTo>
                  <a:lnTo>
                    <a:pt x="1020" y="2185"/>
                  </a:lnTo>
                  <a:lnTo>
                    <a:pt x="889" y="2629"/>
                  </a:lnTo>
                  <a:lnTo>
                    <a:pt x="759" y="3087"/>
                  </a:lnTo>
                  <a:lnTo>
                    <a:pt x="654" y="3584"/>
                  </a:lnTo>
                  <a:lnTo>
                    <a:pt x="536" y="4107"/>
                  </a:lnTo>
                  <a:lnTo>
                    <a:pt x="445" y="4643"/>
                  </a:lnTo>
                  <a:lnTo>
                    <a:pt x="353" y="5192"/>
                  </a:lnTo>
                  <a:lnTo>
                    <a:pt x="275" y="5754"/>
                  </a:lnTo>
                  <a:lnTo>
                    <a:pt x="209" y="6343"/>
                  </a:lnTo>
                  <a:lnTo>
                    <a:pt x="144" y="6918"/>
                  </a:lnTo>
                  <a:lnTo>
                    <a:pt x="92" y="7519"/>
                  </a:lnTo>
                  <a:lnTo>
                    <a:pt x="53" y="8108"/>
                  </a:lnTo>
                  <a:lnTo>
                    <a:pt x="26" y="8709"/>
                  </a:lnTo>
                  <a:lnTo>
                    <a:pt x="13" y="9298"/>
                  </a:lnTo>
                  <a:lnTo>
                    <a:pt x="0" y="9886"/>
                  </a:lnTo>
                  <a:lnTo>
                    <a:pt x="13" y="10474"/>
                  </a:lnTo>
                  <a:lnTo>
                    <a:pt x="26" y="11037"/>
                  </a:lnTo>
                  <a:lnTo>
                    <a:pt x="53" y="11586"/>
                  </a:lnTo>
                  <a:lnTo>
                    <a:pt x="92" y="12122"/>
                  </a:lnTo>
                  <a:lnTo>
                    <a:pt x="157" y="12645"/>
                  </a:lnTo>
                  <a:lnTo>
                    <a:pt x="223" y="13142"/>
                  </a:lnTo>
                  <a:lnTo>
                    <a:pt x="301" y="13600"/>
                  </a:lnTo>
                  <a:lnTo>
                    <a:pt x="406" y="14044"/>
                  </a:lnTo>
                  <a:lnTo>
                    <a:pt x="510" y="14449"/>
                  </a:lnTo>
                  <a:lnTo>
                    <a:pt x="641" y="14829"/>
                  </a:lnTo>
                  <a:lnTo>
                    <a:pt x="706" y="14999"/>
                  </a:lnTo>
                  <a:lnTo>
                    <a:pt x="798" y="15156"/>
                  </a:lnTo>
                  <a:lnTo>
                    <a:pt x="903" y="15299"/>
                  </a:lnTo>
                  <a:lnTo>
                    <a:pt x="1033" y="15430"/>
                  </a:lnTo>
                  <a:lnTo>
                    <a:pt x="1164" y="15548"/>
                  </a:lnTo>
                  <a:lnTo>
                    <a:pt x="1321" y="15652"/>
                  </a:lnTo>
                  <a:lnTo>
                    <a:pt x="1478" y="15744"/>
                  </a:lnTo>
                  <a:lnTo>
                    <a:pt x="1661" y="15822"/>
                  </a:lnTo>
                  <a:lnTo>
                    <a:pt x="1857" y="15888"/>
                  </a:lnTo>
                  <a:lnTo>
                    <a:pt x="2053" y="15940"/>
                  </a:lnTo>
                  <a:lnTo>
                    <a:pt x="2262" y="15979"/>
                  </a:lnTo>
                  <a:lnTo>
                    <a:pt x="2485" y="16005"/>
                  </a:lnTo>
                  <a:lnTo>
                    <a:pt x="2720" y="16032"/>
                  </a:lnTo>
                  <a:lnTo>
                    <a:pt x="2968" y="16045"/>
                  </a:lnTo>
                  <a:lnTo>
                    <a:pt x="3217" y="16045"/>
                  </a:lnTo>
                  <a:lnTo>
                    <a:pt x="3478" y="16032"/>
                  </a:lnTo>
                  <a:lnTo>
                    <a:pt x="3753" y="16005"/>
                  </a:lnTo>
                  <a:lnTo>
                    <a:pt x="4028" y="15979"/>
                  </a:lnTo>
                  <a:lnTo>
                    <a:pt x="4302" y="15940"/>
                  </a:lnTo>
                  <a:lnTo>
                    <a:pt x="4590" y="15888"/>
                  </a:lnTo>
                  <a:lnTo>
                    <a:pt x="5178" y="15770"/>
                  </a:lnTo>
                  <a:lnTo>
                    <a:pt x="5793" y="15613"/>
                  </a:lnTo>
                  <a:lnTo>
                    <a:pt x="6407" y="15430"/>
                  </a:lnTo>
                  <a:lnTo>
                    <a:pt x="7022" y="15208"/>
                  </a:lnTo>
                  <a:lnTo>
                    <a:pt x="7650" y="14959"/>
                  </a:lnTo>
                  <a:lnTo>
                    <a:pt x="8277" y="14698"/>
                  </a:lnTo>
                  <a:lnTo>
                    <a:pt x="8879" y="14410"/>
                  </a:lnTo>
                  <a:lnTo>
                    <a:pt x="9480" y="14096"/>
                  </a:lnTo>
                  <a:lnTo>
                    <a:pt x="10068" y="13770"/>
                  </a:lnTo>
                  <a:lnTo>
                    <a:pt x="10618" y="13430"/>
                  </a:lnTo>
                  <a:lnTo>
                    <a:pt x="11154" y="13063"/>
                  </a:lnTo>
                  <a:lnTo>
                    <a:pt x="11651" y="12697"/>
                  </a:lnTo>
                  <a:lnTo>
                    <a:pt x="11886" y="12514"/>
                  </a:lnTo>
                  <a:lnTo>
                    <a:pt x="12121" y="12318"/>
                  </a:lnTo>
                  <a:lnTo>
                    <a:pt x="12331" y="12135"/>
                  </a:lnTo>
                  <a:lnTo>
                    <a:pt x="12540" y="11939"/>
                  </a:lnTo>
                  <a:lnTo>
                    <a:pt x="12723" y="11743"/>
                  </a:lnTo>
                  <a:lnTo>
                    <a:pt x="12906" y="11547"/>
                  </a:lnTo>
                  <a:lnTo>
                    <a:pt x="13076" y="11351"/>
                  </a:lnTo>
                  <a:lnTo>
                    <a:pt x="13233" y="11154"/>
                  </a:lnTo>
                  <a:lnTo>
                    <a:pt x="13364" y="10958"/>
                  </a:lnTo>
                  <a:lnTo>
                    <a:pt x="13494" y="10762"/>
                  </a:lnTo>
                  <a:lnTo>
                    <a:pt x="13599" y="10566"/>
                  </a:lnTo>
                  <a:lnTo>
                    <a:pt x="13704" y="10370"/>
                  </a:lnTo>
                  <a:lnTo>
                    <a:pt x="13769" y="10187"/>
                  </a:lnTo>
                  <a:lnTo>
                    <a:pt x="13834" y="9991"/>
                  </a:lnTo>
                  <a:lnTo>
                    <a:pt x="13873" y="9795"/>
                  </a:lnTo>
                  <a:lnTo>
                    <a:pt x="13900" y="9611"/>
                  </a:lnTo>
                  <a:lnTo>
                    <a:pt x="13913" y="9415"/>
                  </a:lnTo>
                  <a:lnTo>
                    <a:pt x="13887" y="9232"/>
                  </a:lnTo>
                  <a:lnTo>
                    <a:pt x="13860" y="9049"/>
                  </a:lnTo>
                  <a:lnTo>
                    <a:pt x="13808" y="8879"/>
                  </a:lnTo>
                  <a:lnTo>
                    <a:pt x="13730" y="8696"/>
                  </a:lnTo>
                  <a:lnTo>
                    <a:pt x="13651" y="8513"/>
                  </a:lnTo>
                  <a:lnTo>
                    <a:pt x="13455" y="8147"/>
                  </a:lnTo>
                  <a:lnTo>
                    <a:pt x="13233" y="7768"/>
                  </a:lnTo>
                  <a:lnTo>
                    <a:pt x="12971" y="7376"/>
                  </a:lnTo>
                  <a:lnTo>
                    <a:pt x="12671" y="6983"/>
                  </a:lnTo>
                  <a:lnTo>
                    <a:pt x="12344" y="6591"/>
                  </a:lnTo>
                  <a:lnTo>
                    <a:pt x="12004" y="6199"/>
                  </a:lnTo>
                  <a:lnTo>
                    <a:pt x="11624" y="5806"/>
                  </a:lnTo>
                  <a:lnTo>
                    <a:pt x="11232" y="5401"/>
                  </a:lnTo>
                  <a:lnTo>
                    <a:pt x="10814" y="5009"/>
                  </a:lnTo>
                  <a:lnTo>
                    <a:pt x="10395" y="4630"/>
                  </a:lnTo>
                  <a:lnTo>
                    <a:pt x="9951" y="4237"/>
                  </a:lnTo>
                  <a:lnTo>
                    <a:pt x="9493" y="3858"/>
                  </a:lnTo>
                  <a:lnTo>
                    <a:pt x="9036" y="3492"/>
                  </a:lnTo>
                  <a:lnTo>
                    <a:pt x="8565" y="3139"/>
                  </a:lnTo>
                  <a:lnTo>
                    <a:pt x="8094" y="2786"/>
                  </a:lnTo>
                  <a:lnTo>
                    <a:pt x="7623" y="2459"/>
                  </a:lnTo>
                  <a:lnTo>
                    <a:pt x="7166" y="2132"/>
                  </a:lnTo>
                  <a:lnTo>
                    <a:pt x="6695" y="1832"/>
                  </a:lnTo>
                  <a:lnTo>
                    <a:pt x="6237" y="1544"/>
                  </a:lnTo>
                  <a:lnTo>
                    <a:pt x="5793" y="1282"/>
                  </a:lnTo>
                  <a:lnTo>
                    <a:pt x="5361" y="1034"/>
                  </a:lnTo>
                  <a:lnTo>
                    <a:pt x="4943" y="812"/>
                  </a:lnTo>
                  <a:lnTo>
                    <a:pt x="4551" y="615"/>
                  </a:lnTo>
                  <a:lnTo>
                    <a:pt x="4171" y="445"/>
                  </a:lnTo>
                  <a:lnTo>
                    <a:pt x="3818" y="289"/>
                  </a:lnTo>
                  <a:lnTo>
                    <a:pt x="3478" y="171"/>
                  </a:lnTo>
                  <a:lnTo>
                    <a:pt x="3178" y="79"/>
                  </a:lnTo>
                  <a:lnTo>
                    <a:pt x="2916" y="27"/>
                  </a:lnTo>
                  <a:lnTo>
                    <a:pt x="26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804;p38">
              <a:extLst>
                <a:ext uri="{FF2B5EF4-FFF2-40B4-BE49-F238E27FC236}">
                  <a16:creationId xmlns:a16="http://schemas.microsoft.com/office/drawing/2014/main" id="{E22F07D8-F6E3-9153-0984-CEA13DE3C7F8}"/>
                </a:ext>
              </a:extLst>
            </p:cNvPr>
            <p:cNvSpPr/>
            <p:nvPr/>
          </p:nvSpPr>
          <p:spPr>
            <a:xfrm>
              <a:off x="3258200" y="1587200"/>
              <a:ext cx="656100" cy="709375"/>
            </a:xfrm>
            <a:custGeom>
              <a:avLst/>
              <a:gdLst/>
              <a:ahLst/>
              <a:cxnLst/>
              <a:rect l="l" t="t" r="r" b="b"/>
              <a:pathLst>
                <a:path w="26244" h="28375" extrusionOk="0">
                  <a:moveTo>
                    <a:pt x="23157" y="0"/>
                  </a:moveTo>
                  <a:lnTo>
                    <a:pt x="22870" y="13"/>
                  </a:lnTo>
                  <a:lnTo>
                    <a:pt x="22556" y="26"/>
                  </a:lnTo>
                  <a:lnTo>
                    <a:pt x="22229" y="65"/>
                  </a:lnTo>
                  <a:lnTo>
                    <a:pt x="21536" y="157"/>
                  </a:lnTo>
                  <a:lnTo>
                    <a:pt x="20791" y="275"/>
                  </a:lnTo>
                  <a:lnTo>
                    <a:pt x="19993" y="432"/>
                  </a:lnTo>
                  <a:lnTo>
                    <a:pt x="19156" y="628"/>
                  </a:lnTo>
                  <a:lnTo>
                    <a:pt x="18280" y="850"/>
                  </a:lnTo>
                  <a:lnTo>
                    <a:pt x="17365" y="1112"/>
                  </a:lnTo>
                  <a:lnTo>
                    <a:pt x="16423" y="1399"/>
                  </a:lnTo>
                  <a:lnTo>
                    <a:pt x="15469" y="1700"/>
                  </a:lnTo>
                  <a:lnTo>
                    <a:pt x="14501" y="2040"/>
                  </a:lnTo>
                  <a:lnTo>
                    <a:pt x="13521" y="2406"/>
                  </a:lnTo>
                  <a:lnTo>
                    <a:pt x="12527" y="2785"/>
                  </a:lnTo>
                  <a:lnTo>
                    <a:pt x="11533" y="3191"/>
                  </a:lnTo>
                  <a:lnTo>
                    <a:pt x="10552" y="3622"/>
                  </a:lnTo>
                  <a:lnTo>
                    <a:pt x="9572" y="4067"/>
                  </a:lnTo>
                  <a:lnTo>
                    <a:pt x="8617" y="4524"/>
                  </a:lnTo>
                  <a:lnTo>
                    <a:pt x="7676" y="5008"/>
                  </a:lnTo>
                  <a:lnTo>
                    <a:pt x="6760" y="5492"/>
                  </a:lnTo>
                  <a:lnTo>
                    <a:pt x="5871" y="6002"/>
                  </a:lnTo>
                  <a:lnTo>
                    <a:pt x="5035" y="6525"/>
                  </a:lnTo>
                  <a:lnTo>
                    <a:pt x="4629" y="6786"/>
                  </a:lnTo>
                  <a:lnTo>
                    <a:pt x="4224" y="7048"/>
                  </a:lnTo>
                  <a:lnTo>
                    <a:pt x="3845" y="7309"/>
                  </a:lnTo>
                  <a:lnTo>
                    <a:pt x="3479" y="7584"/>
                  </a:lnTo>
                  <a:lnTo>
                    <a:pt x="3112" y="7859"/>
                  </a:lnTo>
                  <a:lnTo>
                    <a:pt x="2772" y="8133"/>
                  </a:lnTo>
                  <a:lnTo>
                    <a:pt x="2446" y="8408"/>
                  </a:lnTo>
                  <a:lnTo>
                    <a:pt x="2132" y="8682"/>
                  </a:lnTo>
                  <a:lnTo>
                    <a:pt x="1831" y="8957"/>
                  </a:lnTo>
                  <a:lnTo>
                    <a:pt x="1543" y="9232"/>
                  </a:lnTo>
                  <a:lnTo>
                    <a:pt x="1282" y="9519"/>
                  </a:lnTo>
                  <a:lnTo>
                    <a:pt x="1033" y="9794"/>
                  </a:lnTo>
                  <a:lnTo>
                    <a:pt x="798" y="10081"/>
                  </a:lnTo>
                  <a:lnTo>
                    <a:pt x="589" y="10356"/>
                  </a:lnTo>
                  <a:lnTo>
                    <a:pt x="497" y="10500"/>
                  </a:lnTo>
                  <a:lnTo>
                    <a:pt x="406" y="10644"/>
                  </a:lnTo>
                  <a:lnTo>
                    <a:pt x="327" y="10801"/>
                  </a:lnTo>
                  <a:lnTo>
                    <a:pt x="262" y="10944"/>
                  </a:lnTo>
                  <a:lnTo>
                    <a:pt x="197" y="11101"/>
                  </a:lnTo>
                  <a:lnTo>
                    <a:pt x="144" y="11271"/>
                  </a:lnTo>
                  <a:lnTo>
                    <a:pt x="105" y="11428"/>
                  </a:lnTo>
                  <a:lnTo>
                    <a:pt x="66" y="11598"/>
                  </a:lnTo>
                  <a:lnTo>
                    <a:pt x="40" y="11768"/>
                  </a:lnTo>
                  <a:lnTo>
                    <a:pt x="13" y="11938"/>
                  </a:lnTo>
                  <a:lnTo>
                    <a:pt x="0" y="12121"/>
                  </a:lnTo>
                  <a:lnTo>
                    <a:pt x="0" y="12304"/>
                  </a:lnTo>
                  <a:lnTo>
                    <a:pt x="13" y="12670"/>
                  </a:lnTo>
                  <a:lnTo>
                    <a:pt x="53" y="13037"/>
                  </a:lnTo>
                  <a:lnTo>
                    <a:pt x="131" y="13429"/>
                  </a:lnTo>
                  <a:lnTo>
                    <a:pt x="223" y="13821"/>
                  </a:lnTo>
                  <a:lnTo>
                    <a:pt x="353" y="14226"/>
                  </a:lnTo>
                  <a:lnTo>
                    <a:pt x="510" y="14645"/>
                  </a:lnTo>
                  <a:lnTo>
                    <a:pt x="680" y="15063"/>
                  </a:lnTo>
                  <a:lnTo>
                    <a:pt x="876" y="15482"/>
                  </a:lnTo>
                  <a:lnTo>
                    <a:pt x="1112" y="15913"/>
                  </a:lnTo>
                  <a:lnTo>
                    <a:pt x="1347" y="16345"/>
                  </a:lnTo>
                  <a:lnTo>
                    <a:pt x="1622" y="16776"/>
                  </a:lnTo>
                  <a:lnTo>
                    <a:pt x="1909" y="17221"/>
                  </a:lnTo>
                  <a:lnTo>
                    <a:pt x="2210" y="17665"/>
                  </a:lnTo>
                  <a:lnTo>
                    <a:pt x="2537" y="18097"/>
                  </a:lnTo>
                  <a:lnTo>
                    <a:pt x="2877" y="18541"/>
                  </a:lnTo>
                  <a:lnTo>
                    <a:pt x="3230" y="18986"/>
                  </a:lnTo>
                  <a:lnTo>
                    <a:pt x="3609" y="19430"/>
                  </a:lnTo>
                  <a:lnTo>
                    <a:pt x="4002" y="19862"/>
                  </a:lnTo>
                  <a:lnTo>
                    <a:pt x="4394" y="20307"/>
                  </a:lnTo>
                  <a:lnTo>
                    <a:pt x="4812" y="20738"/>
                  </a:lnTo>
                  <a:lnTo>
                    <a:pt x="5244" y="21170"/>
                  </a:lnTo>
                  <a:lnTo>
                    <a:pt x="5675" y="21588"/>
                  </a:lnTo>
                  <a:lnTo>
                    <a:pt x="6120" y="22006"/>
                  </a:lnTo>
                  <a:lnTo>
                    <a:pt x="6577" y="22425"/>
                  </a:lnTo>
                  <a:lnTo>
                    <a:pt x="7048" y="22830"/>
                  </a:lnTo>
                  <a:lnTo>
                    <a:pt x="7519" y="23222"/>
                  </a:lnTo>
                  <a:lnTo>
                    <a:pt x="8003" y="23602"/>
                  </a:lnTo>
                  <a:lnTo>
                    <a:pt x="8486" y="23981"/>
                  </a:lnTo>
                  <a:lnTo>
                    <a:pt x="8970" y="24360"/>
                  </a:lnTo>
                  <a:lnTo>
                    <a:pt x="9454" y="24713"/>
                  </a:lnTo>
                  <a:lnTo>
                    <a:pt x="9951" y="25053"/>
                  </a:lnTo>
                  <a:lnTo>
                    <a:pt x="10448" y="25393"/>
                  </a:lnTo>
                  <a:lnTo>
                    <a:pt x="10945" y="25707"/>
                  </a:lnTo>
                  <a:lnTo>
                    <a:pt x="11442" y="26008"/>
                  </a:lnTo>
                  <a:lnTo>
                    <a:pt x="11938" y="26308"/>
                  </a:lnTo>
                  <a:lnTo>
                    <a:pt x="12435" y="26583"/>
                  </a:lnTo>
                  <a:lnTo>
                    <a:pt x="12919" y="26831"/>
                  </a:lnTo>
                  <a:lnTo>
                    <a:pt x="13403" y="27080"/>
                  </a:lnTo>
                  <a:lnTo>
                    <a:pt x="13887" y="27302"/>
                  </a:lnTo>
                  <a:lnTo>
                    <a:pt x="14357" y="27498"/>
                  </a:lnTo>
                  <a:lnTo>
                    <a:pt x="14828" y="27681"/>
                  </a:lnTo>
                  <a:lnTo>
                    <a:pt x="15286" y="27851"/>
                  </a:lnTo>
                  <a:lnTo>
                    <a:pt x="15743" y="27995"/>
                  </a:lnTo>
                  <a:lnTo>
                    <a:pt x="16188" y="28113"/>
                  </a:lnTo>
                  <a:lnTo>
                    <a:pt x="16619" y="28217"/>
                  </a:lnTo>
                  <a:lnTo>
                    <a:pt x="17038" y="28296"/>
                  </a:lnTo>
                  <a:lnTo>
                    <a:pt x="17443" y="28335"/>
                  </a:lnTo>
                  <a:lnTo>
                    <a:pt x="17849" y="28361"/>
                  </a:lnTo>
                  <a:lnTo>
                    <a:pt x="18228" y="28374"/>
                  </a:lnTo>
                  <a:lnTo>
                    <a:pt x="18594" y="28348"/>
                  </a:lnTo>
                  <a:lnTo>
                    <a:pt x="18934" y="28296"/>
                  </a:lnTo>
                  <a:lnTo>
                    <a:pt x="19104" y="28257"/>
                  </a:lnTo>
                  <a:lnTo>
                    <a:pt x="19274" y="28204"/>
                  </a:lnTo>
                  <a:lnTo>
                    <a:pt x="19431" y="28152"/>
                  </a:lnTo>
                  <a:lnTo>
                    <a:pt x="19588" y="28100"/>
                  </a:lnTo>
                  <a:lnTo>
                    <a:pt x="19745" y="28034"/>
                  </a:lnTo>
                  <a:lnTo>
                    <a:pt x="19888" y="27956"/>
                  </a:lnTo>
                  <a:lnTo>
                    <a:pt x="20032" y="27877"/>
                  </a:lnTo>
                  <a:lnTo>
                    <a:pt x="20163" y="27786"/>
                  </a:lnTo>
                  <a:lnTo>
                    <a:pt x="20294" y="27694"/>
                  </a:lnTo>
                  <a:lnTo>
                    <a:pt x="20411" y="27590"/>
                  </a:lnTo>
                  <a:lnTo>
                    <a:pt x="20542" y="27485"/>
                  </a:lnTo>
                  <a:lnTo>
                    <a:pt x="20647" y="27354"/>
                  </a:lnTo>
                  <a:lnTo>
                    <a:pt x="20764" y="27237"/>
                  </a:lnTo>
                  <a:lnTo>
                    <a:pt x="20869" y="27093"/>
                  </a:lnTo>
                  <a:lnTo>
                    <a:pt x="21065" y="26805"/>
                  </a:lnTo>
                  <a:lnTo>
                    <a:pt x="21261" y="26504"/>
                  </a:lnTo>
                  <a:lnTo>
                    <a:pt x="21457" y="26178"/>
                  </a:lnTo>
                  <a:lnTo>
                    <a:pt x="21654" y="25838"/>
                  </a:lnTo>
                  <a:lnTo>
                    <a:pt x="21837" y="25485"/>
                  </a:lnTo>
                  <a:lnTo>
                    <a:pt x="22033" y="25105"/>
                  </a:lnTo>
                  <a:lnTo>
                    <a:pt x="22216" y="24726"/>
                  </a:lnTo>
                  <a:lnTo>
                    <a:pt x="22399" y="24334"/>
                  </a:lnTo>
                  <a:lnTo>
                    <a:pt x="22752" y="23497"/>
                  </a:lnTo>
                  <a:lnTo>
                    <a:pt x="23092" y="22608"/>
                  </a:lnTo>
                  <a:lnTo>
                    <a:pt x="23419" y="21693"/>
                  </a:lnTo>
                  <a:lnTo>
                    <a:pt x="23746" y="20738"/>
                  </a:lnTo>
                  <a:lnTo>
                    <a:pt x="24046" y="19744"/>
                  </a:lnTo>
                  <a:lnTo>
                    <a:pt x="24334" y="18737"/>
                  </a:lnTo>
                  <a:lnTo>
                    <a:pt x="24596" y="17705"/>
                  </a:lnTo>
                  <a:lnTo>
                    <a:pt x="24844" y="16645"/>
                  </a:lnTo>
                  <a:lnTo>
                    <a:pt x="25079" y="15586"/>
                  </a:lnTo>
                  <a:lnTo>
                    <a:pt x="25302" y="14527"/>
                  </a:lnTo>
                  <a:lnTo>
                    <a:pt x="25498" y="13455"/>
                  </a:lnTo>
                  <a:lnTo>
                    <a:pt x="25668" y="12396"/>
                  </a:lnTo>
                  <a:lnTo>
                    <a:pt x="25825" y="11350"/>
                  </a:lnTo>
                  <a:lnTo>
                    <a:pt x="25955" y="10317"/>
                  </a:lnTo>
                  <a:lnTo>
                    <a:pt x="26060" y="9297"/>
                  </a:lnTo>
                  <a:lnTo>
                    <a:pt x="26152" y="8316"/>
                  </a:lnTo>
                  <a:lnTo>
                    <a:pt x="26204" y="7362"/>
                  </a:lnTo>
                  <a:lnTo>
                    <a:pt x="26243" y="6433"/>
                  </a:lnTo>
                  <a:lnTo>
                    <a:pt x="26243" y="5557"/>
                  </a:lnTo>
                  <a:lnTo>
                    <a:pt x="26230" y="4720"/>
                  </a:lnTo>
                  <a:lnTo>
                    <a:pt x="26204" y="4328"/>
                  </a:lnTo>
                  <a:lnTo>
                    <a:pt x="26178" y="3949"/>
                  </a:lnTo>
                  <a:lnTo>
                    <a:pt x="26139" y="3570"/>
                  </a:lnTo>
                  <a:lnTo>
                    <a:pt x="26099" y="3217"/>
                  </a:lnTo>
                  <a:lnTo>
                    <a:pt x="26047" y="2877"/>
                  </a:lnTo>
                  <a:lnTo>
                    <a:pt x="25995" y="2563"/>
                  </a:lnTo>
                  <a:lnTo>
                    <a:pt x="25929" y="2249"/>
                  </a:lnTo>
                  <a:lnTo>
                    <a:pt x="25851" y="1961"/>
                  </a:lnTo>
                  <a:lnTo>
                    <a:pt x="25772" y="1687"/>
                  </a:lnTo>
                  <a:lnTo>
                    <a:pt x="25681" y="1438"/>
                  </a:lnTo>
                  <a:lnTo>
                    <a:pt x="25589" y="1203"/>
                  </a:lnTo>
                  <a:lnTo>
                    <a:pt x="25485" y="994"/>
                  </a:lnTo>
                  <a:lnTo>
                    <a:pt x="25367" y="798"/>
                  </a:lnTo>
                  <a:lnTo>
                    <a:pt x="25249" y="628"/>
                  </a:lnTo>
                  <a:lnTo>
                    <a:pt x="25119" y="484"/>
                  </a:lnTo>
                  <a:lnTo>
                    <a:pt x="24988" y="353"/>
                  </a:lnTo>
                  <a:lnTo>
                    <a:pt x="24857" y="275"/>
                  </a:lnTo>
                  <a:lnTo>
                    <a:pt x="24713" y="196"/>
                  </a:lnTo>
                  <a:lnTo>
                    <a:pt x="24556" y="144"/>
                  </a:lnTo>
                  <a:lnTo>
                    <a:pt x="24373" y="92"/>
                  </a:lnTo>
                  <a:lnTo>
                    <a:pt x="24164" y="52"/>
                  </a:lnTo>
                  <a:lnTo>
                    <a:pt x="23942" y="26"/>
                  </a:lnTo>
                  <a:lnTo>
                    <a:pt x="23693" y="0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805;p38">
              <a:extLst>
                <a:ext uri="{FF2B5EF4-FFF2-40B4-BE49-F238E27FC236}">
                  <a16:creationId xmlns:a16="http://schemas.microsoft.com/office/drawing/2014/main" id="{31D1251E-E75E-EA49-B6D9-9CA9D37B3295}"/>
                </a:ext>
              </a:extLst>
            </p:cNvPr>
            <p:cNvSpPr/>
            <p:nvPr/>
          </p:nvSpPr>
          <p:spPr>
            <a:xfrm>
              <a:off x="3258200" y="1587200"/>
              <a:ext cx="586475" cy="709375"/>
            </a:xfrm>
            <a:custGeom>
              <a:avLst/>
              <a:gdLst/>
              <a:ahLst/>
              <a:cxnLst/>
              <a:rect l="l" t="t" r="r" b="b"/>
              <a:pathLst>
                <a:path w="23459" h="28375" extrusionOk="0">
                  <a:moveTo>
                    <a:pt x="22974" y="0"/>
                  </a:moveTo>
                  <a:lnTo>
                    <a:pt x="22425" y="39"/>
                  </a:lnTo>
                  <a:lnTo>
                    <a:pt x="21837" y="105"/>
                  </a:lnTo>
                  <a:lnTo>
                    <a:pt x="21196" y="209"/>
                  </a:lnTo>
                  <a:lnTo>
                    <a:pt x="20529" y="327"/>
                  </a:lnTo>
                  <a:lnTo>
                    <a:pt x="19810" y="471"/>
                  </a:lnTo>
                  <a:lnTo>
                    <a:pt x="19078" y="654"/>
                  </a:lnTo>
                  <a:lnTo>
                    <a:pt x="18306" y="850"/>
                  </a:lnTo>
                  <a:lnTo>
                    <a:pt x="17509" y="1072"/>
                  </a:lnTo>
                  <a:lnTo>
                    <a:pt x="16698" y="1308"/>
                  </a:lnTo>
                  <a:lnTo>
                    <a:pt x="15861" y="1569"/>
                  </a:lnTo>
                  <a:lnTo>
                    <a:pt x="15011" y="1857"/>
                  </a:lnTo>
                  <a:lnTo>
                    <a:pt x="14161" y="2158"/>
                  </a:lnTo>
                  <a:lnTo>
                    <a:pt x="13298" y="2484"/>
                  </a:lnTo>
                  <a:lnTo>
                    <a:pt x="12422" y="2824"/>
                  </a:lnTo>
                  <a:lnTo>
                    <a:pt x="11559" y="3177"/>
                  </a:lnTo>
                  <a:lnTo>
                    <a:pt x="10696" y="3557"/>
                  </a:lnTo>
                  <a:lnTo>
                    <a:pt x="9833" y="3936"/>
                  </a:lnTo>
                  <a:lnTo>
                    <a:pt x="8983" y="4341"/>
                  </a:lnTo>
                  <a:lnTo>
                    <a:pt x="8160" y="4747"/>
                  </a:lnTo>
                  <a:lnTo>
                    <a:pt x="7336" y="5178"/>
                  </a:lnTo>
                  <a:lnTo>
                    <a:pt x="6551" y="5610"/>
                  </a:lnTo>
                  <a:lnTo>
                    <a:pt x="5780" y="6054"/>
                  </a:lnTo>
                  <a:lnTo>
                    <a:pt x="5048" y="6512"/>
                  </a:lnTo>
                  <a:lnTo>
                    <a:pt x="4342" y="6969"/>
                  </a:lnTo>
                  <a:lnTo>
                    <a:pt x="3662" y="7440"/>
                  </a:lnTo>
                  <a:lnTo>
                    <a:pt x="3034" y="7924"/>
                  </a:lnTo>
                  <a:lnTo>
                    <a:pt x="2733" y="8159"/>
                  </a:lnTo>
                  <a:lnTo>
                    <a:pt x="2446" y="8395"/>
                  </a:lnTo>
                  <a:lnTo>
                    <a:pt x="2171" y="8643"/>
                  </a:lnTo>
                  <a:lnTo>
                    <a:pt x="1896" y="8892"/>
                  </a:lnTo>
                  <a:lnTo>
                    <a:pt x="1648" y="9127"/>
                  </a:lnTo>
                  <a:lnTo>
                    <a:pt x="1413" y="9375"/>
                  </a:lnTo>
                  <a:lnTo>
                    <a:pt x="1177" y="9624"/>
                  </a:lnTo>
                  <a:lnTo>
                    <a:pt x="968" y="9859"/>
                  </a:lnTo>
                  <a:lnTo>
                    <a:pt x="772" y="10108"/>
                  </a:lnTo>
                  <a:lnTo>
                    <a:pt x="589" y="10356"/>
                  </a:lnTo>
                  <a:lnTo>
                    <a:pt x="497" y="10500"/>
                  </a:lnTo>
                  <a:lnTo>
                    <a:pt x="406" y="10644"/>
                  </a:lnTo>
                  <a:lnTo>
                    <a:pt x="327" y="10801"/>
                  </a:lnTo>
                  <a:lnTo>
                    <a:pt x="262" y="10944"/>
                  </a:lnTo>
                  <a:lnTo>
                    <a:pt x="197" y="11101"/>
                  </a:lnTo>
                  <a:lnTo>
                    <a:pt x="144" y="11271"/>
                  </a:lnTo>
                  <a:lnTo>
                    <a:pt x="105" y="11428"/>
                  </a:lnTo>
                  <a:lnTo>
                    <a:pt x="66" y="11598"/>
                  </a:lnTo>
                  <a:lnTo>
                    <a:pt x="40" y="11768"/>
                  </a:lnTo>
                  <a:lnTo>
                    <a:pt x="13" y="11938"/>
                  </a:lnTo>
                  <a:lnTo>
                    <a:pt x="0" y="12121"/>
                  </a:lnTo>
                  <a:lnTo>
                    <a:pt x="0" y="12304"/>
                  </a:lnTo>
                  <a:lnTo>
                    <a:pt x="13" y="12670"/>
                  </a:lnTo>
                  <a:lnTo>
                    <a:pt x="53" y="13037"/>
                  </a:lnTo>
                  <a:lnTo>
                    <a:pt x="131" y="13429"/>
                  </a:lnTo>
                  <a:lnTo>
                    <a:pt x="223" y="13821"/>
                  </a:lnTo>
                  <a:lnTo>
                    <a:pt x="353" y="14226"/>
                  </a:lnTo>
                  <a:lnTo>
                    <a:pt x="510" y="14645"/>
                  </a:lnTo>
                  <a:lnTo>
                    <a:pt x="680" y="15063"/>
                  </a:lnTo>
                  <a:lnTo>
                    <a:pt x="876" y="15482"/>
                  </a:lnTo>
                  <a:lnTo>
                    <a:pt x="1112" y="15913"/>
                  </a:lnTo>
                  <a:lnTo>
                    <a:pt x="1347" y="16345"/>
                  </a:lnTo>
                  <a:lnTo>
                    <a:pt x="1622" y="16776"/>
                  </a:lnTo>
                  <a:lnTo>
                    <a:pt x="1909" y="17221"/>
                  </a:lnTo>
                  <a:lnTo>
                    <a:pt x="2210" y="17665"/>
                  </a:lnTo>
                  <a:lnTo>
                    <a:pt x="2537" y="18097"/>
                  </a:lnTo>
                  <a:lnTo>
                    <a:pt x="2877" y="18541"/>
                  </a:lnTo>
                  <a:lnTo>
                    <a:pt x="3230" y="18986"/>
                  </a:lnTo>
                  <a:lnTo>
                    <a:pt x="3609" y="19430"/>
                  </a:lnTo>
                  <a:lnTo>
                    <a:pt x="4002" y="19862"/>
                  </a:lnTo>
                  <a:lnTo>
                    <a:pt x="4394" y="20307"/>
                  </a:lnTo>
                  <a:lnTo>
                    <a:pt x="4812" y="20738"/>
                  </a:lnTo>
                  <a:lnTo>
                    <a:pt x="5244" y="21170"/>
                  </a:lnTo>
                  <a:lnTo>
                    <a:pt x="5675" y="21588"/>
                  </a:lnTo>
                  <a:lnTo>
                    <a:pt x="6120" y="22006"/>
                  </a:lnTo>
                  <a:lnTo>
                    <a:pt x="6577" y="22425"/>
                  </a:lnTo>
                  <a:lnTo>
                    <a:pt x="7048" y="22830"/>
                  </a:lnTo>
                  <a:lnTo>
                    <a:pt x="7519" y="23222"/>
                  </a:lnTo>
                  <a:lnTo>
                    <a:pt x="8003" y="23602"/>
                  </a:lnTo>
                  <a:lnTo>
                    <a:pt x="8486" y="23981"/>
                  </a:lnTo>
                  <a:lnTo>
                    <a:pt x="8970" y="24360"/>
                  </a:lnTo>
                  <a:lnTo>
                    <a:pt x="9454" y="24713"/>
                  </a:lnTo>
                  <a:lnTo>
                    <a:pt x="9951" y="25053"/>
                  </a:lnTo>
                  <a:lnTo>
                    <a:pt x="10448" y="25393"/>
                  </a:lnTo>
                  <a:lnTo>
                    <a:pt x="10945" y="25707"/>
                  </a:lnTo>
                  <a:lnTo>
                    <a:pt x="11442" y="26008"/>
                  </a:lnTo>
                  <a:lnTo>
                    <a:pt x="11938" y="26308"/>
                  </a:lnTo>
                  <a:lnTo>
                    <a:pt x="12435" y="26583"/>
                  </a:lnTo>
                  <a:lnTo>
                    <a:pt x="12919" y="26831"/>
                  </a:lnTo>
                  <a:lnTo>
                    <a:pt x="13403" y="27080"/>
                  </a:lnTo>
                  <a:lnTo>
                    <a:pt x="13887" y="27302"/>
                  </a:lnTo>
                  <a:lnTo>
                    <a:pt x="14357" y="27498"/>
                  </a:lnTo>
                  <a:lnTo>
                    <a:pt x="14828" y="27681"/>
                  </a:lnTo>
                  <a:lnTo>
                    <a:pt x="15286" y="27851"/>
                  </a:lnTo>
                  <a:lnTo>
                    <a:pt x="15743" y="27995"/>
                  </a:lnTo>
                  <a:lnTo>
                    <a:pt x="16188" y="28113"/>
                  </a:lnTo>
                  <a:lnTo>
                    <a:pt x="16619" y="28217"/>
                  </a:lnTo>
                  <a:lnTo>
                    <a:pt x="17038" y="28296"/>
                  </a:lnTo>
                  <a:lnTo>
                    <a:pt x="17443" y="28335"/>
                  </a:lnTo>
                  <a:lnTo>
                    <a:pt x="17849" y="28361"/>
                  </a:lnTo>
                  <a:lnTo>
                    <a:pt x="18228" y="28374"/>
                  </a:lnTo>
                  <a:lnTo>
                    <a:pt x="18594" y="28348"/>
                  </a:lnTo>
                  <a:lnTo>
                    <a:pt x="18934" y="28296"/>
                  </a:lnTo>
                  <a:lnTo>
                    <a:pt x="19104" y="28257"/>
                  </a:lnTo>
                  <a:lnTo>
                    <a:pt x="19274" y="28204"/>
                  </a:lnTo>
                  <a:lnTo>
                    <a:pt x="19431" y="28152"/>
                  </a:lnTo>
                  <a:lnTo>
                    <a:pt x="19588" y="28100"/>
                  </a:lnTo>
                  <a:lnTo>
                    <a:pt x="19745" y="28034"/>
                  </a:lnTo>
                  <a:lnTo>
                    <a:pt x="19888" y="27956"/>
                  </a:lnTo>
                  <a:lnTo>
                    <a:pt x="20032" y="27877"/>
                  </a:lnTo>
                  <a:lnTo>
                    <a:pt x="20163" y="27786"/>
                  </a:lnTo>
                  <a:lnTo>
                    <a:pt x="20294" y="27694"/>
                  </a:lnTo>
                  <a:lnTo>
                    <a:pt x="20411" y="27590"/>
                  </a:lnTo>
                  <a:lnTo>
                    <a:pt x="20542" y="27485"/>
                  </a:lnTo>
                  <a:lnTo>
                    <a:pt x="20647" y="27354"/>
                  </a:lnTo>
                  <a:lnTo>
                    <a:pt x="20764" y="27237"/>
                  </a:lnTo>
                  <a:lnTo>
                    <a:pt x="20869" y="27093"/>
                  </a:lnTo>
                  <a:lnTo>
                    <a:pt x="21078" y="26779"/>
                  </a:lnTo>
                  <a:lnTo>
                    <a:pt x="21301" y="26426"/>
                  </a:lnTo>
                  <a:lnTo>
                    <a:pt x="20961" y="26295"/>
                  </a:lnTo>
                  <a:lnTo>
                    <a:pt x="20608" y="26151"/>
                  </a:lnTo>
                  <a:lnTo>
                    <a:pt x="20255" y="25994"/>
                  </a:lnTo>
                  <a:lnTo>
                    <a:pt x="19901" y="25838"/>
                  </a:lnTo>
                  <a:lnTo>
                    <a:pt x="19195" y="25471"/>
                  </a:lnTo>
                  <a:lnTo>
                    <a:pt x="18476" y="25079"/>
                  </a:lnTo>
                  <a:lnTo>
                    <a:pt x="17744" y="24648"/>
                  </a:lnTo>
                  <a:lnTo>
                    <a:pt x="17012" y="24190"/>
                  </a:lnTo>
                  <a:lnTo>
                    <a:pt x="16293" y="23706"/>
                  </a:lnTo>
                  <a:lnTo>
                    <a:pt x="15573" y="23183"/>
                  </a:lnTo>
                  <a:lnTo>
                    <a:pt x="14854" y="22647"/>
                  </a:lnTo>
                  <a:lnTo>
                    <a:pt x="14148" y="22085"/>
                  </a:lnTo>
                  <a:lnTo>
                    <a:pt x="13455" y="21510"/>
                  </a:lnTo>
                  <a:lnTo>
                    <a:pt x="12775" y="20908"/>
                  </a:lnTo>
                  <a:lnTo>
                    <a:pt x="12121" y="20293"/>
                  </a:lnTo>
                  <a:lnTo>
                    <a:pt x="11481" y="19666"/>
                  </a:lnTo>
                  <a:lnTo>
                    <a:pt x="10879" y="19038"/>
                  </a:lnTo>
                  <a:lnTo>
                    <a:pt x="10291" y="18398"/>
                  </a:lnTo>
                  <a:lnTo>
                    <a:pt x="9742" y="17744"/>
                  </a:lnTo>
                  <a:lnTo>
                    <a:pt x="9219" y="17103"/>
                  </a:lnTo>
                  <a:lnTo>
                    <a:pt x="8735" y="16449"/>
                  </a:lnTo>
                  <a:lnTo>
                    <a:pt x="8500" y="16122"/>
                  </a:lnTo>
                  <a:lnTo>
                    <a:pt x="8290" y="15809"/>
                  </a:lnTo>
                  <a:lnTo>
                    <a:pt x="8081" y="15482"/>
                  </a:lnTo>
                  <a:lnTo>
                    <a:pt x="7885" y="15168"/>
                  </a:lnTo>
                  <a:lnTo>
                    <a:pt x="7702" y="14841"/>
                  </a:lnTo>
                  <a:lnTo>
                    <a:pt x="7532" y="14527"/>
                  </a:lnTo>
                  <a:lnTo>
                    <a:pt x="7375" y="14213"/>
                  </a:lnTo>
                  <a:lnTo>
                    <a:pt x="7218" y="13913"/>
                  </a:lnTo>
                  <a:lnTo>
                    <a:pt x="7087" y="13599"/>
                  </a:lnTo>
                  <a:lnTo>
                    <a:pt x="6970" y="13298"/>
                  </a:lnTo>
                  <a:lnTo>
                    <a:pt x="6852" y="12997"/>
                  </a:lnTo>
                  <a:lnTo>
                    <a:pt x="6760" y="12697"/>
                  </a:lnTo>
                  <a:lnTo>
                    <a:pt x="6682" y="12409"/>
                  </a:lnTo>
                  <a:lnTo>
                    <a:pt x="6617" y="12121"/>
                  </a:lnTo>
                  <a:lnTo>
                    <a:pt x="6564" y="11834"/>
                  </a:lnTo>
                  <a:lnTo>
                    <a:pt x="6525" y="11559"/>
                  </a:lnTo>
                  <a:lnTo>
                    <a:pt x="6512" y="11284"/>
                  </a:lnTo>
                  <a:lnTo>
                    <a:pt x="6499" y="11010"/>
                  </a:lnTo>
                  <a:lnTo>
                    <a:pt x="6512" y="10748"/>
                  </a:lnTo>
                  <a:lnTo>
                    <a:pt x="6538" y="10500"/>
                  </a:lnTo>
                  <a:lnTo>
                    <a:pt x="6591" y="10251"/>
                  </a:lnTo>
                  <a:lnTo>
                    <a:pt x="6656" y="10016"/>
                  </a:lnTo>
                  <a:lnTo>
                    <a:pt x="6734" y="9781"/>
                  </a:lnTo>
                  <a:lnTo>
                    <a:pt x="6839" y="9545"/>
                  </a:lnTo>
                  <a:lnTo>
                    <a:pt x="6957" y="9336"/>
                  </a:lnTo>
                  <a:lnTo>
                    <a:pt x="7087" y="9127"/>
                  </a:lnTo>
                  <a:lnTo>
                    <a:pt x="7349" y="8774"/>
                  </a:lnTo>
                  <a:lnTo>
                    <a:pt x="7637" y="8434"/>
                  </a:lnTo>
                  <a:lnTo>
                    <a:pt x="7950" y="8094"/>
                  </a:lnTo>
                  <a:lnTo>
                    <a:pt x="8290" y="7754"/>
                  </a:lnTo>
                  <a:lnTo>
                    <a:pt x="8656" y="7414"/>
                  </a:lnTo>
                  <a:lnTo>
                    <a:pt x="9049" y="7074"/>
                  </a:lnTo>
                  <a:lnTo>
                    <a:pt x="9467" y="6747"/>
                  </a:lnTo>
                  <a:lnTo>
                    <a:pt x="9899" y="6407"/>
                  </a:lnTo>
                  <a:lnTo>
                    <a:pt x="10343" y="6080"/>
                  </a:lnTo>
                  <a:lnTo>
                    <a:pt x="10827" y="5753"/>
                  </a:lnTo>
                  <a:lnTo>
                    <a:pt x="11311" y="5427"/>
                  </a:lnTo>
                  <a:lnTo>
                    <a:pt x="11821" y="5113"/>
                  </a:lnTo>
                  <a:lnTo>
                    <a:pt x="12331" y="4799"/>
                  </a:lnTo>
                  <a:lnTo>
                    <a:pt x="12867" y="4485"/>
                  </a:lnTo>
                  <a:lnTo>
                    <a:pt x="13416" y="4171"/>
                  </a:lnTo>
                  <a:lnTo>
                    <a:pt x="13978" y="3871"/>
                  </a:lnTo>
                  <a:lnTo>
                    <a:pt x="14540" y="3583"/>
                  </a:lnTo>
                  <a:lnTo>
                    <a:pt x="15116" y="3282"/>
                  </a:lnTo>
                  <a:lnTo>
                    <a:pt x="15704" y="3008"/>
                  </a:lnTo>
                  <a:lnTo>
                    <a:pt x="16293" y="2720"/>
                  </a:lnTo>
                  <a:lnTo>
                    <a:pt x="16894" y="2458"/>
                  </a:lnTo>
                  <a:lnTo>
                    <a:pt x="17496" y="2184"/>
                  </a:lnTo>
                  <a:lnTo>
                    <a:pt x="18699" y="1687"/>
                  </a:lnTo>
                  <a:lnTo>
                    <a:pt x="19915" y="1203"/>
                  </a:lnTo>
                  <a:lnTo>
                    <a:pt x="21117" y="772"/>
                  </a:lnTo>
                  <a:lnTo>
                    <a:pt x="22307" y="366"/>
                  </a:lnTo>
                  <a:lnTo>
                    <a:pt x="23458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806;p38">
              <a:extLst>
                <a:ext uri="{FF2B5EF4-FFF2-40B4-BE49-F238E27FC236}">
                  <a16:creationId xmlns:a16="http://schemas.microsoft.com/office/drawing/2014/main" id="{1FA9CFE2-D688-EB23-B7BE-3F406B1D1DE2}"/>
                </a:ext>
              </a:extLst>
            </p:cNvPr>
            <p:cNvSpPr/>
            <p:nvPr/>
          </p:nvSpPr>
          <p:spPr>
            <a:xfrm>
              <a:off x="3466750" y="1829425"/>
              <a:ext cx="360575" cy="390000"/>
            </a:xfrm>
            <a:custGeom>
              <a:avLst/>
              <a:gdLst/>
              <a:ahLst/>
              <a:cxnLst/>
              <a:rect l="l" t="t" r="r" b="b"/>
              <a:pathLst>
                <a:path w="14423" h="15600" extrusionOk="0">
                  <a:moveTo>
                    <a:pt x="12880" y="0"/>
                  </a:moveTo>
                  <a:lnTo>
                    <a:pt x="12566" y="13"/>
                  </a:lnTo>
                  <a:lnTo>
                    <a:pt x="12213" y="39"/>
                  </a:lnTo>
                  <a:lnTo>
                    <a:pt x="11834" y="92"/>
                  </a:lnTo>
                  <a:lnTo>
                    <a:pt x="11429" y="157"/>
                  </a:lnTo>
                  <a:lnTo>
                    <a:pt x="10984" y="249"/>
                  </a:lnTo>
                  <a:lnTo>
                    <a:pt x="10526" y="353"/>
                  </a:lnTo>
                  <a:lnTo>
                    <a:pt x="10043" y="484"/>
                  </a:lnTo>
                  <a:lnTo>
                    <a:pt x="9546" y="615"/>
                  </a:lnTo>
                  <a:lnTo>
                    <a:pt x="9036" y="772"/>
                  </a:lnTo>
                  <a:lnTo>
                    <a:pt x="8500" y="942"/>
                  </a:lnTo>
                  <a:lnTo>
                    <a:pt x="7964" y="1125"/>
                  </a:lnTo>
                  <a:lnTo>
                    <a:pt x="7428" y="1334"/>
                  </a:lnTo>
                  <a:lnTo>
                    <a:pt x="6878" y="1543"/>
                  </a:lnTo>
                  <a:lnTo>
                    <a:pt x="6342" y="1765"/>
                  </a:lnTo>
                  <a:lnTo>
                    <a:pt x="5793" y="2001"/>
                  </a:lnTo>
                  <a:lnTo>
                    <a:pt x="5257" y="2236"/>
                  </a:lnTo>
                  <a:lnTo>
                    <a:pt x="4734" y="2498"/>
                  </a:lnTo>
                  <a:lnTo>
                    <a:pt x="4211" y="2759"/>
                  </a:lnTo>
                  <a:lnTo>
                    <a:pt x="3714" y="3034"/>
                  </a:lnTo>
                  <a:lnTo>
                    <a:pt x="3230" y="3308"/>
                  </a:lnTo>
                  <a:lnTo>
                    <a:pt x="2760" y="3596"/>
                  </a:lnTo>
                  <a:lnTo>
                    <a:pt x="2328" y="3884"/>
                  </a:lnTo>
                  <a:lnTo>
                    <a:pt x="1910" y="4184"/>
                  </a:lnTo>
                  <a:lnTo>
                    <a:pt x="1517" y="4472"/>
                  </a:lnTo>
                  <a:lnTo>
                    <a:pt x="1164" y="4786"/>
                  </a:lnTo>
                  <a:lnTo>
                    <a:pt x="851" y="5087"/>
                  </a:lnTo>
                  <a:lnTo>
                    <a:pt x="563" y="5400"/>
                  </a:lnTo>
                  <a:lnTo>
                    <a:pt x="445" y="5544"/>
                  </a:lnTo>
                  <a:lnTo>
                    <a:pt x="328" y="5701"/>
                  </a:lnTo>
                  <a:lnTo>
                    <a:pt x="223" y="5858"/>
                  </a:lnTo>
                  <a:lnTo>
                    <a:pt x="144" y="6028"/>
                  </a:lnTo>
                  <a:lnTo>
                    <a:pt x="79" y="6198"/>
                  </a:lnTo>
                  <a:lnTo>
                    <a:pt x="40" y="6381"/>
                  </a:lnTo>
                  <a:lnTo>
                    <a:pt x="14" y="6577"/>
                  </a:lnTo>
                  <a:lnTo>
                    <a:pt x="1" y="6773"/>
                  </a:lnTo>
                  <a:lnTo>
                    <a:pt x="14" y="6969"/>
                  </a:lnTo>
                  <a:lnTo>
                    <a:pt x="27" y="7179"/>
                  </a:lnTo>
                  <a:lnTo>
                    <a:pt x="66" y="7388"/>
                  </a:lnTo>
                  <a:lnTo>
                    <a:pt x="131" y="7610"/>
                  </a:lnTo>
                  <a:lnTo>
                    <a:pt x="197" y="7832"/>
                  </a:lnTo>
                  <a:lnTo>
                    <a:pt x="275" y="8055"/>
                  </a:lnTo>
                  <a:lnTo>
                    <a:pt x="380" y="8290"/>
                  </a:lnTo>
                  <a:lnTo>
                    <a:pt x="484" y="8512"/>
                  </a:lnTo>
                  <a:lnTo>
                    <a:pt x="602" y="8761"/>
                  </a:lnTo>
                  <a:lnTo>
                    <a:pt x="746" y="8996"/>
                  </a:lnTo>
                  <a:lnTo>
                    <a:pt x="890" y="9232"/>
                  </a:lnTo>
                  <a:lnTo>
                    <a:pt x="1047" y="9467"/>
                  </a:lnTo>
                  <a:lnTo>
                    <a:pt x="1217" y="9715"/>
                  </a:lnTo>
                  <a:lnTo>
                    <a:pt x="1400" y="9964"/>
                  </a:lnTo>
                  <a:lnTo>
                    <a:pt x="1779" y="10448"/>
                  </a:lnTo>
                  <a:lnTo>
                    <a:pt x="2197" y="10931"/>
                  </a:lnTo>
                  <a:lnTo>
                    <a:pt x="2642" y="11402"/>
                  </a:lnTo>
                  <a:lnTo>
                    <a:pt x="3126" y="11873"/>
                  </a:lnTo>
                  <a:lnTo>
                    <a:pt x="3623" y="12330"/>
                  </a:lnTo>
                  <a:lnTo>
                    <a:pt x="4133" y="12775"/>
                  </a:lnTo>
                  <a:lnTo>
                    <a:pt x="4656" y="13193"/>
                  </a:lnTo>
                  <a:lnTo>
                    <a:pt x="5205" y="13599"/>
                  </a:lnTo>
                  <a:lnTo>
                    <a:pt x="5741" y="13965"/>
                  </a:lnTo>
                  <a:lnTo>
                    <a:pt x="6290" y="14305"/>
                  </a:lnTo>
                  <a:lnTo>
                    <a:pt x="6826" y="14619"/>
                  </a:lnTo>
                  <a:lnTo>
                    <a:pt x="7362" y="14893"/>
                  </a:lnTo>
                  <a:lnTo>
                    <a:pt x="7637" y="15011"/>
                  </a:lnTo>
                  <a:lnTo>
                    <a:pt x="7898" y="15129"/>
                  </a:lnTo>
                  <a:lnTo>
                    <a:pt x="8147" y="15233"/>
                  </a:lnTo>
                  <a:lnTo>
                    <a:pt x="8408" y="15325"/>
                  </a:lnTo>
                  <a:lnTo>
                    <a:pt x="8657" y="15403"/>
                  </a:lnTo>
                  <a:lnTo>
                    <a:pt x="8892" y="15469"/>
                  </a:lnTo>
                  <a:lnTo>
                    <a:pt x="9127" y="15521"/>
                  </a:lnTo>
                  <a:lnTo>
                    <a:pt x="9363" y="15560"/>
                  </a:lnTo>
                  <a:lnTo>
                    <a:pt x="9585" y="15586"/>
                  </a:lnTo>
                  <a:lnTo>
                    <a:pt x="9807" y="15599"/>
                  </a:lnTo>
                  <a:lnTo>
                    <a:pt x="10017" y="15599"/>
                  </a:lnTo>
                  <a:lnTo>
                    <a:pt x="10213" y="15586"/>
                  </a:lnTo>
                  <a:lnTo>
                    <a:pt x="10409" y="15560"/>
                  </a:lnTo>
                  <a:lnTo>
                    <a:pt x="10592" y="15521"/>
                  </a:lnTo>
                  <a:lnTo>
                    <a:pt x="10762" y="15456"/>
                  </a:lnTo>
                  <a:lnTo>
                    <a:pt x="10932" y="15377"/>
                  </a:lnTo>
                  <a:lnTo>
                    <a:pt x="11076" y="15286"/>
                  </a:lnTo>
                  <a:lnTo>
                    <a:pt x="11219" y="15181"/>
                  </a:lnTo>
                  <a:lnTo>
                    <a:pt x="11350" y="15050"/>
                  </a:lnTo>
                  <a:lnTo>
                    <a:pt x="11468" y="14906"/>
                  </a:lnTo>
                  <a:lnTo>
                    <a:pt x="11690" y="14579"/>
                  </a:lnTo>
                  <a:lnTo>
                    <a:pt x="11899" y="14213"/>
                  </a:lnTo>
                  <a:lnTo>
                    <a:pt x="12109" y="13808"/>
                  </a:lnTo>
                  <a:lnTo>
                    <a:pt x="12305" y="13390"/>
                  </a:lnTo>
                  <a:lnTo>
                    <a:pt x="12501" y="12919"/>
                  </a:lnTo>
                  <a:lnTo>
                    <a:pt x="12697" y="12435"/>
                  </a:lnTo>
                  <a:lnTo>
                    <a:pt x="12880" y="11938"/>
                  </a:lnTo>
                  <a:lnTo>
                    <a:pt x="13050" y="11402"/>
                  </a:lnTo>
                  <a:lnTo>
                    <a:pt x="13220" y="10866"/>
                  </a:lnTo>
                  <a:lnTo>
                    <a:pt x="13377" y="10304"/>
                  </a:lnTo>
                  <a:lnTo>
                    <a:pt x="13521" y="9741"/>
                  </a:lnTo>
                  <a:lnTo>
                    <a:pt x="13665" y="9166"/>
                  </a:lnTo>
                  <a:lnTo>
                    <a:pt x="13782" y="8578"/>
                  </a:lnTo>
                  <a:lnTo>
                    <a:pt x="13900" y="7989"/>
                  </a:lnTo>
                  <a:lnTo>
                    <a:pt x="14018" y="7414"/>
                  </a:lnTo>
                  <a:lnTo>
                    <a:pt x="14109" y="6826"/>
                  </a:lnTo>
                  <a:lnTo>
                    <a:pt x="14188" y="6250"/>
                  </a:lnTo>
                  <a:lnTo>
                    <a:pt x="14266" y="5675"/>
                  </a:lnTo>
                  <a:lnTo>
                    <a:pt x="14331" y="5126"/>
                  </a:lnTo>
                  <a:lnTo>
                    <a:pt x="14371" y="4577"/>
                  </a:lnTo>
                  <a:lnTo>
                    <a:pt x="14410" y="4054"/>
                  </a:lnTo>
                  <a:lnTo>
                    <a:pt x="14423" y="3544"/>
                  </a:lnTo>
                  <a:lnTo>
                    <a:pt x="14423" y="3060"/>
                  </a:lnTo>
                  <a:lnTo>
                    <a:pt x="14410" y="2602"/>
                  </a:lnTo>
                  <a:lnTo>
                    <a:pt x="14384" y="2184"/>
                  </a:lnTo>
                  <a:lnTo>
                    <a:pt x="14345" y="1778"/>
                  </a:lnTo>
                  <a:lnTo>
                    <a:pt x="14292" y="1412"/>
                  </a:lnTo>
                  <a:lnTo>
                    <a:pt x="14214" y="1085"/>
                  </a:lnTo>
                  <a:lnTo>
                    <a:pt x="14122" y="798"/>
                  </a:lnTo>
                  <a:lnTo>
                    <a:pt x="14070" y="667"/>
                  </a:lnTo>
                  <a:lnTo>
                    <a:pt x="14005" y="549"/>
                  </a:lnTo>
                  <a:lnTo>
                    <a:pt x="13952" y="445"/>
                  </a:lnTo>
                  <a:lnTo>
                    <a:pt x="13874" y="353"/>
                  </a:lnTo>
                  <a:lnTo>
                    <a:pt x="13808" y="275"/>
                  </a:lnTo>
                  <a:lnTo>
                    <a:pt x="13730" y="196"/>
                  </a:lnTo>
                  <a:lnTo>
                    <a:pt x="13665" y="157"/>
                  </a:lnTo>
                  <a:lnTo>
                    <a:pt x="13586" y="118"/>
                  </a:lnTo>
                  <a:lnTo>
                    <a:pt x="13495" y="79"/>
                  </a:lnTo>
                  <a:lnTo>
                    <a:pt x="13390" y="52"/>
                  </a:lnTo>
                  <a:lnTo>
                    <a:pt x="13155" y="26"/>
                  </a:lnTo>
                  <a:lnTo>
                    <a:pt x="128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807;p38">
              <a:extLst>
                <a:ext uri="{FF2B5EF4-FFF2-40B4-BE49-F238E27FC236}">
                  <a16:creationId xmlns:a16="http://schemas.microsoft.com/office/drawing/2014/main" id="{4639E0D3-C662-7A98-4124-2847FC9927EE}"/>
                </a:ext>
              </a:extLst>
            </p:cNvPr>
            <p:cNvSpPr/>
            <p:nvPr/>
          </p:nvSpPr>
          <p:spPr>
            <a:xfrm>
              <a:off x="1733575" y="1624450"/>
              <a:ext cx="2190850" cy="1864300"/>
            </a:xfrm>
            <a:custGeom>
              <a:avLst/>
              <a:gdLst/>
              <a:ahLst/>
              <a:cxnLst/>
              <a:rect l="l" t="t" r="r" b="b"/>
              <a:pathLst>
                <a:path w="87634" h="74572" extrusionOk="0">
                  <a:moveTo>
                    <a:pt x="43883" y="1"/>
                  </a:moveTo>
                  <a:lnTo>
                    <a:pt x="43425" y="14"/>
                  </a:lnTo>
                  <a:lnTo>
                    <a:pt x="42967" y="27"/>
                  </a:lnTo>
                  <a:lnTo>
                    <a:pt x="42523" y="53"/>
                  </a:lnTo>
                  <a:lnTo>
                    <a:pt x="42065" y="92"/>
                  </a:lnTo>
                  <a:lnTo>
                    <a:pt x="41607" y="131"/>
                  </a:lnTo>
                  <a:lnTo>
                    <a:pt x="41150" y="184"/>
                  </a:lnTo>
                  <a:lnTo>
                    <a:pt x="40234" y="315"/>
                  </a:lnTo>
                  <a:lnTo>
                    <a:pt x="39319" y="471"/>
                  </a:lnTo>
                  <a:lnTo>
                    <a:pt x="38391" y="655"/>
                  </a:lnTo>
                  <a:lnTo>
                    <a:pt x="37476" y="864"/>
                  </a:lnTo>
                  <a:lnTo>
                    <a:pt x="36547" y="1112"/>
                  </a:lnTo>
                  <a:lnTo>
                    <a:pt x="35632" y="1387"/>
                  </a:lnTo>
                  <a:lnTo>
                    <a:pt x="34703" y="1687"/>
                  </a:lnTo>
                  <a:lnTo>
                    <a:pt x="33788" y="2027"/>
                  </a:lnTo>
                  <a:lnTo>
                    <a:pt x="32873" y="2381"/>
                  </a:lnTo>
                  <a:lnTo>
                    <a:pt x="31945" y="2760"/>
                  </a:lnTo>
                  <a:lnTo>
                    <a:pt x="31029" y="3165"/>
                  </a:lnTo>
                  <a:lnTo>
                    <a:pt x="30127" y="3610"/>
                  </a:lnTo>
                  <a:lnTo>
                    <a:pt x="29212" y="4067"/>
                  </a:lnTo>
                  <a:lnTo>
                    <a:pt x="28310" y="4551"/>
                  </a:lnTo>
                  <a:lnTo>
                    <a:pt x="27407" y="5048"/>
                  </a:lnTo>
                  <a:lnTo>
                    <a:pt x="26518" y="5571"/>
                  </a:lnTo>
                  <a:lnTo>
                    <a:pt x="25629" y="6120"/>
                  </a:lnTo>
                  <a:lnTo>
                    <a:pt x="24740" y="6695"/>
                  </a:lnTo>
                  <a:lnTo>
                    <a:pt x="23864" y="7284"/>
                  </a:lnTo>
                  <a:lnTo>
                    <a:pt x="22988" y="7898"/>
                  </a:lnTo>
                  <a:lnTo>
                    <a:pt x="22125" y="8526"/>
                  </a:lnTo>
                  <a:lnTo>
                    <a:pt x="21275" y="9180"/>
                  </a:lnTo>
                  <a:lnTo>
                    <a:pt x="20438" y="9847"/>
                  </a:lnTo>
                  <a:lnTo>
                    <a:pt x="19601" y="10527"/>
                  </a:lnTo>
                  <a:lnTo>
                    <a:pt x="18777" y="11233"/>
                  </a:lnTo>
                  <a:lnTo>
                    <a:pt x="17954" y="11952"/>
                  </a:lnTo>
                  <a:lnTo>
                    <a:pt x="17156" y="12684"/>
                  </a:lnTo>
                  <a:lnTo>
                    <a:pt x="16358" y="13429"/>
                  </a:lnTo>
                  <a:lnTo>
                    <a:pt x="15574" y="14201"/>
                  </a:lnTo>
                  <a:lnTo>
                    <a:pt x="14802" y="14972"/>
                  </a:lnTo>
                  <a:lnTo>
                    <a:pt x="14057" y="15770"/>
                  </a:lnTo>
                  <a:lnTo>
                    <a:pt x="13312" y="16568"/>
                  </a:lnTo>
                  <a:lnTo>
                    <a:pt x="12580" y="17378"/>
                  </a:lnTo>
                  <a:lnTo>
                    <a:pt x="11874" y="18215"/>
                  </a:lnTo>
                  <a:lnTo>
                    <a:pt x="11167" y="19052"/>
                  </a:lnTo>
                  <a:lnTo>
                    <a:pt x="10487" y="19889"/>
                  </a:lnTo>
                  <a:lnTo>
                    <a:pt x="9821" y="20752"/>
                  </a:lnTo>
                  <a:lnTo>
                    <a:pt x="9167" y="21615"/>
                  </a:lnTo>
                  <a:lnTo>
                    <a:pt x="8539" y="22491"/>
                  </a:lnTo>
                  <a:lnTo>
                    <a:pt x="7925" y="23367"/>
                  </a:lnTo>
                  <a:lnTo>
                    <a:pt x="7323" y="24256"/>
                  </a:lnTo>
                  <a:lnTo>
                    <a:pt x="6748" y="25158"/>
                  </a:lnTo>
                  <a:lnTo>
                    <a:pt x="6199" y="26060"/>
                  </a:lnTo>
                  <a:lnTo>
                    <a:pt x="5650" y="26963"/>
                  </a:lnTo>
                  <a:lnTo>
                    <a:pt x="5140" y="27878"/>
                  </a:lnTo>
                  <a:lnTo>
                    <a:pt x="4643" y="28793"/>
                  </a:lnTo>
                  <a:lnTo>
                    <a:pt x="4159" y="29709"/>
                  </a:lnTo>
                  <a:lnTo>
                    <a:pt x="3714" y="30624"/>
                  </a:lnTo>
                  <a:lnTo>
                    <a:pt x="3283" y="31552"/>
                  </a:lnTo>
                  <a:lnTo>
                    <a:pt x="2878" y="32468"/>
                  </a:lnTo>
                  <a:lnTo>
                    <a:pt x="2485" y="33396"/>
                  </a:lnTo>
                  <a:lnTo>
                    <a:pt x="2132" y="34324"/>
                  </a:lnTo>
                  <a:lnTo>
                    <a:pt x="1792" y="35253"/>
                  </a:lnTo>
                  <a:lnTo>
                    <a:pt x="1478" y="36168"/>
                  </a:lnTo>
                  <a:lnTo>
                    <a:pt x="1191" y="37096"/>
                  </a:lnTo>
                  <a:lnTo>
                    <a:pt x="942" y="38012"/>
                  </a:lnTo>
                  <a:lnTo>
                    <a:pt x="798" y="38548"/>
                  </a:lnTo>
                  <a:lnTo>
                    <a:pt x="668" y="39071"/>
                  </a:lnTo>
                  <a:lnTo>
                    <a:pt x="563" y="39607"/>
                  </a:lnTo>
                  <a:lnTo>
                    <a:pt x="459" y="40117"/>
                  </a:lnTo>
                  <a:lnTo>
                    <a:pt x="367" y="40640"/>
                  </a:lnTo>
                  <a:lnTo>
                    <a:pt x="275" y="41150"/>
                  </a:lnTo>
                  <a:lnTo>
                    <a:pt x="210" y="41660"/>
                  </a:lnTo>
                  <a:lnTo>
                    <a:pt x="145" y="42157"/>
                  </a:lnTo>
                  <a:lnTo>
                    <a:pt x="92" y="42667"/>
                  </a:lnTo>
                  <a:lnTo>
                    <a:pt x="53" y="43150"/>
                  </a:lnTo>
                  <a:lnTo>
                    <a:pt x="27" y="43647"/>
                  </a:lnTo>
                  <a:lnTo>
                    <a:pt x="14" y="44131"/>
                  </a:lnTo>
                  <a:lnTo>
                    <a:pt x="1" y="44615"/>
                  </a:lnTo>
                  <a:lnTo>
                    <a:pt x="1" y="45086"/>
                  </a:lnTo>
                  <a:lnTo>
                    <a:pt x="14" y="45569"/>
                  </a:lnTo>
                  <a:lnTo>
                    <a:pt x="27" y="46027"/>
                  </a:lnTo>
                  <a:lnTo>
                    <a:pt x="66" y="46498"/>
                  </a:lnTo>
                  <a:lnTo>
                    <a:pt x="105" y="46955"/>
                  </a:lnTo>
                  <a:lnTo>
                    <a:pt x="158" y="47413"/>
                  </a:lnTo>
                  <a:lnTo>
                    <a:pt x="210" y="47871"/>
                  </a:lnTo>
                  <a:lnTo>
                    <a:pt x="275" y="48315"/>
                  </a:lnTo>
                  <a:lnTo>
                    <a:pt x="354" y="48760"/>
                  </a:lnTo>
                  <a:lnTo>
                    <a:pt x="445" y="49191"/>
                  </a:lnTo>
                  <a:lnTo>
                    <a:pt x="537" y="49636"/>
                  </a:lnTo>
                  <a:lnTo>
                    <a:pt x="642" y="50054"/>
                  </a:lnTo>
                  <a:lnTo>
                    <a:pt x="759" y="50486"/>
                  </a:lnTo>
                  <a:lnTo>
                    <a:pt x="877" y="50904"/>
                  </a:lnTo>
                  <a:lnTo>
                    <a:pt x="1008" y="51323"/>
                  </a:lnTo>
                  <a:lnTo>
                    <a:pt x="1138" y="51741"/>
                  </a:lnTo>
                  <a:lnTo>
                    <a:pt x="1282" y="52146"/>
                  </a:lnTo>
                  <a:lnTo>
                    <a:pt x="1439" y="52552"/>
                  </a:lnTo>
                  <a:lnTo>
                    <a:pt x="1609" y="52957"/>
                  </a:lnTo>
                  <a:lnTo>
                    <a:pt x="1779" y="53349"/>
                  </a:lnTo>
                  <a:lnTo>
                    <a:pt x="1949" y="53755"/>
                  </a:lnTo>
                  <a:lnTo>
                    <a:pt x="2132" y="54134"/>
                  </a:lnTo>
                  <a:lnTo>
                    <a:pt x="2328" y="54526"/>
                  </a:lnTo>
                  <a:lnTo>
                    <a:pt x="2538" y="54905"/>
                  </a:lnTo>
                  <a:lnTo>
                    <a:pt x="2747" y="55284"/>
                  </a:lnTo>
                  <a:lnTo>
                    <a:pt x="2956" y="55651"/>
                  </a:lnTo>
                  <a:lnTo>
                    <a:pt x="3178" y="56030"/>
                  </a:lnTo>
                  <a:lnTo>
                    <a:pt x="3414" y="56383"/>
                  </a:lnTo>
                  <a:lnTo>
                    <a:pt x="3649" y="56749"/>
                  </a:lnTo>
                  <a:lnTo>
                    <a:pt x="4133" y="57455"/>
                  </a:lnTo>
                  <a:lnTo>
                    <a:pt x="4656" y="58148"/>
                  </a:lnTo>
                  <a:lnTo>
                    <a:pt x="5205" y="58828"/>
                  </a:lnTo>
                  <a:lnTo>
                    <a:pt x="5780" y="59495"/>
                  </a:lnTo>
                  <a:lnTo>
                    <a:pt x="6369" y="60136"/>
                  </a:lnTo>
                  <a:lnTo>
                    <a:pt x="6983" y="60776"/>
                  </a:lnTo>
                  <a:lnTo>
                    <a:pt x="7624" y="61391"/>
                  </a:lnTo>
                  <a:lnTo>
                    <a:pt x="8291" y="61992"/>
                  </a:lnTo>
                  <a:lnTo>
                    <a:pt x="8971" y="62568"/>
                  </a:lnTo>
                  <a:lnTo>
                    <a:pt x="9664" y="63143"/>
                  </a:lnTo>
                  <a:lnTo>
                    <a:pt x="10383" y="63692"/>
                  </a:lnTo>
                  <a:lnTo>
                    <a:pt x="11115" y="64241"/>
                  </a:lnTo>
                  <a:lnTo>
                    <a:pt x="11874" y="64764"/>
                  </a:lnTo>
                  <a:lnTo>
                    <a:pt x="12645" y="65274"/>
                  </a:lnTo>
                  <a:lnTo>
                    <a:pt x="13430" y="65771"/>
                  </a:lnTo>
                  <a:lnTo>
                    <a:pt x="14227" y="66242"/>
                  </a:lnTo>
                  <a:lnTo>
                    <a:pt x="15038" y="66713"/>
                  </a:lnTo>
                  <a:lnTo>
                    <a:pt x="15862" y="67157"/>
                  </a:lnTo>
                  <a:lnTo>
                    <a:pt x="16698" y="67602"/>
                  </a:lnTo>
                  <a:lnTo>
                    <a:pt x="17535" y="68020"/>
                  </a:lnTo>
                  <a:lnTo>
                    <a:pt x="18398" y="68425"/>
                  </a:lnTo>
                  <a:lnTo>
                    <a:pt x="19261" y="68818"/>
                  </a:lnTo>
                  <a:lnTo>
                    <a:pt x="20137" y="69210"/>
                  </a:lnTo>
                  <a:lnTo>
                    <a:pt x="21013" y="69563"/>
                  </a:lnTo>
                  <a:lnTo>
                    <a:pt x="21902" y="69916"/>
                  </a:lnTo>
                  <a:lnTo>
                    <a:pt x="22792" y="70256"/>
                  </a:lnTo>
                  <a:lnTo>
                    <a:pt x="23694" y="70583"/>
                  </a:lnTo>
                  <a:lnTo>
                    <a:pt x="24583" y="70897"/>
                  </a:lnTo>
                  <a:lnTo>
                    <a:pt x="25485" y="71184"/>
                  </a:lnTo>
                  <a:lnTo>
                    <a:pt x="26400" y="71472"/>
                  </a:lnTo>
                  <a:lnTo>
                    <a:pt x="27303" y="71747"/>
                  </a:lnTo>
                  <a:lnTo>
                    <a:pt x="28205" y="71995"/>
                  </a:lnTo>
                  <a:lnTo>
                    <a:pt x="29107" y="72244"/>
                  </a:lnTo>
                  <a:lnTo>
                    <a:pt x="30022" y="72479"/>
                  </a:lnTo>
                  <a:lnTo>
                    <a:pt x="30912" y="72688"/>
                  </a:lnTo>
                  <a:lnTo>
                    <a:pt x="31814" y="72897"/>
                  </a:lnTo>
                  <a:lnTo>
                    <a:pt x="32703" y="73080"/>
                  </a:lnTo>
                  <a:lnTo>
                    <a:pt x="33592" y="73263"/>
                  </a:lnTo>
                  <a:lnTo>
                    <a:pt x="34481" y="73433"/>
                  </a:lnTo>
                  <a:lnTo>
                    <a:pt x="35357" y="73577"/>
                  </a:lnTo>
                  <a:lnTo>
                    <a:pt x="36220" y="73721"/>
                  </a:lnTo>
                  <a:lnTo>
                    <a:pt x="37083" y="73852"/>
                  </a:lnTo>
                  <a:lnTo>
                    <a:pt x="37933" y="73970"/>
                  </a:lnTo>
                  <a:lnTo>
                    <a:pt x="38783" y="74074"/>
                  </a:lnTo>
                  <a:lnTo>
                    <a:pt x="39633" y="74166"/>
                  </a:lnTo>
                  <a:lnTo>
                    <a:pt x="40509" y="74257"/>
                  </a:lnTo>
                  <a:lnTo>
                    <a:pt x="41385" y="74323"/>
                  </a:lnTo>
                  <a:lnTo>
                    <a:pt x="42274" y="74401"/>
                  </a:lnTo>
                  <a:lnTo>
                    <a:pt x="43163" y="74453"/>
                  </a:lnTo>
                  <a:lnTo>
                    <a:pt x="44066" y="74493"/>
                  </a:lnTo>
                  <a:lnTo>
                    <a:pt x="44968" y="74532"/>
                  </a:lnTo>
                  <a:lnTo>
                    <a:pt x="45883" y="74558"/>
                  </a:lnTo>
                  <a:lnTo>
                    <a:pt x="46811" y="74571"/>
                  </a:lnTo>
                  <a:lnTo>
                    <a:pt x="48655" y="74571"/>
                  </a:lnTo>
                  <a:lnTo>
                    <a:pt x="49584" y="74545"/>
                  </a:lnTo>
                  <a:lnTo>
                    <a:pt x="50525" y="74519"/>
                  </a:lnTo>
                  <a:lnTo>
                    <a:pt x="51466" y="74466"/>
                  </a:lnTo>
                  <a:lnTo>
                    <a:pt x="52395" y="74414"/>
                  </a:lnTo>
                  <a:lnTo>
                    <a:pt x="53336" y="74336"/>
                  </a:lnTo>
                  <a:lnTo>
                    <a:pt x="54278" y="74257"/>
                  </a:lnTo>
                  <a:lnTo>
                    <a:pt x="55219" y="74166"/>
                  </a:lnTo>
                  <a:lnTo>
                    <a:pt x="56161" y="74048"/>
                  </a:lnTo>
                  <a:lnTo>
                    <a:pt x="57089" y="73930"/>
                  </a:lnTo>
                  <a:lnTo>
                    <a:pt x="58030" y="73787"/>
                  </a:lnTo>
                  <a:lnTo>
                    <a:pt x="58959" y="73643"/>
                  </a:lnTo>
                  <a:lnTo>
                    <a:pt x="59887" y="73473"/>
                  </a:lnTo>
                  <a:lnTo>
                    <a:pt x="60815" y="73290"/>
                  </a:lnTo>
                  <a:lnTo>
                    <a:pt x="61731" y="73093"/>
                  </a:lnTo>
                  <a:lnTo>
                    <a:pt x="62646" y="72884"/>
                  </a:lnTo>
                  <a:lnTo>
                    <a:pt x="63561" y="72662"/>
                  </a:lnTo>
                  <a:lnTo>
                    <a:pt x="64464" y="72414"/>
                  </a:lnTo>
                  <a:lnTo>
                    <a:pt x="65353" y="72165"/>
                  </a:lnTo>
                  <a:lnTo>
                    <a:pt x="66242" y="71891"/>
                  </a:lnTo>
                  <a:lnTo>
                    <a:pt x="67118" y="71603"/>
                  </a:lnTo>
                  <a:lnTo>
                    <a:pt x="67994" y="71289"/>
                  </a:lnTo>
                  <a:lnTo>
                    <a:pt x="68844" y="70962"/>
                  </a:lnTo>
                  <a:lnTo>
                    <a:pt x="69694" y="70622"/>
                  </a:lnTo>
                  <a:lnTo>
                    <a:pt x="70531" y="70269"/>
                  </a:lnTo>
                  <a:lnTo>
                    <a:pt x="71367" y="69890"/>
                  </a:lnTo>
                  <a:lnTo>
                    <a:pt x="72178" y="69498"/>
                  </a:lnTo>
                  <a:lnTo>
                    <a:pt x="72976" y="69079"/>
                  </a:lnTo>
                  <a:lnTo>
                    <a:pt x="73760" y="68648"/>
                  </a:lnTo>
                  <a:lnTo>
                    <a:pt x="74545" y="68203"/>
                  </a:lnTo>
                  <a:lnTo>
                    <a:pt x="75303" y="67732"/>
                  </a:lnTo>
                  <a:lnTo>
                    <a:pt x="76035" y="67249"/>
                  </a:lnTo>
                  <a:lnTo>
                    <a:pt x="76768" y="66739"/>
                  </a:lnTo>
                  <a:lnTo>
                    <a:pt x="77474" y="66216"/>
                  </a:lnTo>
                  <a:lnTo>
                    <a:pt x="78167" y="65680"/>
                  </a:lnTo>
                  <a:lnTo>
                    <a:pt x="78847" y="65104"/>
                  </a:lnTo>
                  <a:lnTo>
                    <a:pt x="79500" y="64516"/>
                  </a:lnTo>
                  <a:lnTo>
                    <a:pt x="80141" y="63914"/>
                  </a:lnTo>
                  <a:lnTo>
                    <a:pt x="80756" y="63287"/>
                  </a:lnTo>
                  <a:lnTo>
                    <a:pt x="81357" y="62646"/>
                  </a:lnTo>
                  <a:lnTo>
                    <a:pt x="81933" y="61966"/>
                  </a:lnTo>
                  <a:lnTo>
                    <a:pt x="82482" y="61273"/>
                  </a:lnTo>
                  <a:lnTo>
                    <a:pt x="82743" y="60920"/>
                  </a:lnTo>
                  <a:lnTo>
                    <a:pt x="83018" y="60567"/>
                  </a:lnTo>
                  <a:lnTo>
                    <a:pt x="83266" y="60201"/>
                  </a:lnTo>
                  <a:lnTo>
                    <a:pt x="83515" y="59835"/>
                  </a:lnTo>
                  <a:lnTo>
                    <a:pt x="83763" y="59456"/>
                  </a:lnTo>
                  <a:lnTo>
                    <a:pt x="83998" y="59076"/>
                  </a:lnTo>
                  <a:lnTo>
                    <a:pt x="84234" y="58684"/>
                  </a:lnTo>
                  <a:lnTo>
                    <a:pt x="84469" y="58292"/>
                  </a:lnTo>
                  <a:lnTo>
                    <a:pt x="84691" y="57900"/>
                  </a:lnTo>
                  <a:lnTo>
                    <a:pt x="84901" y="57494"/>
                  </a:lnTo>
                  <a:lnTo>
                    <a:pt x="85110" y="57089"/>
                  </a:lnTo>
                  <a:lnTo>
                    <a:pt x="85306" y="56671"/>
                  </a:lnTo>
                  <a:lnTo>
                    <a:pt x="85502" y="56252"/>
                  </a:lnTo>
                  <a:lnTo>
                    <a:pt x="85698" y="55821"/>
                  </a:lnTo>
                  <a:lnTo>
                    <a:pt x="85868" y="55389"/>
                  </a:lnTo>
                  <a:lnTo>
                    <a:pt x="86051" y="54945"/>
                  </a:lnTo>
                  <a:lnTo>
                    <a:pt x="86221" y="54500"/>
                  </a:lnTo>
                  <a:lnTo>
                    <a:pt x="86378" y="54055"/>
                  </a:lnTo>
                  <a:lnTo>
                    <a:pt x="86535" y="53598"/>
                  </a:lnTo>
                  <a:lnTo>
                    <a:pt x="86679" y="53127"/>
                  </a:lnTo>
                  <a:lnTo>
                    <a:pt x="86823" y="52656"/>
                  </a:lnTo>
                  <a:lnTo>
                    <a:pt x="86954" y="52186"/>
                  </a:lnTo>
                  <a:lnTo>
                    <a:pt x="87084" y="51676"/>
                  </a:lnTo>
                  <a:lnTo>
                    <a:pt x="87202" y="51166"/>
                  </a:lnTo>
                  <a:lnTo>
                    <a:pt x="87293" y="50643"/>
                  </a:lnTo>
                  <a:lnTo>
                    <a:pt x="87385" y="50120"/>
                  </a:lnTo>
                  <a:lnTo>
                    <a:pt x="87463" y="49597"/>
                  </a:lnTo>
                  <a:lnTo>
                    <a:pt x="87516" y="49074"/>
                  </a:lnTo>
                  <a:lnTo>
                    <a:pt x="87568" y="48537"/>
                  </a:lnTo>
                  <a:lnTo>
                    <a:pt x="87607" y="48001"/>
                  </a:lnTo>
                  <a:lnTo>
                    <a:pt x="87620" y="47465"/>
                  </a:lnTo>
                  <a:lnTo>
                    <a:pt x="87633" y="46929"/>
                  </a:lnTo>
                  <a:lnTo>
                    <a:pt x="87633" y="46393"/>
                  </a:lnTo>
                  <a:lnTo>
                    <a:pt x="87620" y="45857"/>
                  </a:lnTo>
                  <a:lnTo>
                    <a:pt x="87594" y="45308"/>
                  </a:lnTo>
                  <a:lnTo>
                    <a:pt x="87568" y="44759"/>
                  </a:lnTo>
                  <a:lnTo>
                    <a:pt x="87516" y="44223"/>
                  </a:lnTo>
                  <a:lnTo>
                    <a:pt x="87463" y="43673"/>
                  </a:lnTo>
                  <a:lnTo>
                    <a:pt x="87385" y="43124"/>
                  </a:lnTo>
                  <a:lnTo>
                    <a:pt x="87307" y="42575"/>
                  </a:lnTo>
                  <a:lnTo>
                    <a:pt x="87228" y="42026"/>
                  </a:lnTo>
                  <a:lnTo>
                    <a:pt x="87124" y="41477"/>
                  </a:lnTo>
                  <a:lnTo>
                    <a:pt x="87019" y="40914"/>
                  </a:lnTo>
                  <a:lnTo>
                    <a:pt x="86901" y="40365"/>
                  </a:lnTo>
                  <a:lnTo>
                    <a:pt x="86784" y="39816"/>
                  </a:lnTo>
                  <a:lnTo>
                    <a:pt x="86653" y="39267"/>
                  </a:lnTo>
                  <a:lnTo>
                    <a:pt x="86509" y="38718"/>
                  </a:lnTo>
                  <a:lnTo>
                    <a:pt x="86352" y="38168"/>
                  </a:lnTo>
                  <a:lnTo>
                    <a:pt x="86038" y="37057"/>
                  </a:lnTo>
                  <a:lnTo>
                    <a:pt x="85685" y="35972"/>
                  </a:lnTo>
                  <a:lnTo>
                    <a:pt x="85306" y="34873"/>
                  </a:lnTo>
                  <a:lnTo>
                    <a:pt x="84914" y="33788"/>
                  </a:lnTo>
                  <a:lnTo>
                    <a:pt x="84482" y="32703"/>
                  </a:lnTo>
                  <a:lnTo>
                    <a:pt x="84038" y="31644"/>
                  </a:lnTo>
                  <a:lnTo>
                    <a:pt x="83580" y="30572"/>
                  </a:lnTo>
                  <a:lnTo>
                    <a:pt x="83109" y="29526"/>
                  </a:lnTo>
                  <a:lnTo>
                    <a:pt x="82612" y="28493"/>
                  </a:lnTo>
                  <a:lnTo>
                    <a:pt x="82116" y="27473"/>
                  </a:lnTo>
                  <a:lnTo>
                    <a:pt x="81593" y="26453"/>
                  </a:lnTo>
                  <a:lnTo>
                    <a:pt x="81083" y="25459"/>
                  </a:lnTo>
                  <a:lnTo>
                    <a:pt x="80560" y="24491"/>
                  </a:lnTo>
                  <a:lnTo>
                    <a:pt x="80023" y="23537"/>
                  </a:lnTo>
                  <a:lnTo>
                    <a:pt x="79500" y="22595"/>
                  </a:lnTo>
                  <a:lnTo>
                    <a:pt x="78964" y="21680"/>
                  </a:lnTo>
                  <a:lnTo>
                    <a:pt x="78441" y="20791"/>
                  </a:lnTo>
                  <a:lnTo>
                    <a:pt x="77408" y="19078"/>
                  </a:lnTo>
                  <a:lnTo>
                    <a:pt x="76885" y="18215"/>
                  </a:lnTo>
                  <a:lnTo>
                    <a:pt x="76349" y="17378"/>
                  </a:lnTo>
                  <a:lnTo>
                    <a:pt x="75826" y="16554"/>
                  </a:lnTo>
                  <a:lnTo>
                    <a:pt x="75303" y="15757"/>
                  </a:lnTo>
                  <a:lnTo>
                    <a:pt x="74767" y="14972"/>
                  </a:lnTo>
                  <a:lnTo>
                    <a:pt x="74218" y="14214"/>
                  </a:lnTo>
                  <a:lnTo>
                    <a:pt x="73669" y="13469"/>
                  </a:lnTo>
                  <a:lnTo>
                    <a:pt x="73106" y="12736"/>
                  </a:lnTo>
                  <a:lnTo>
                    <a:pt x="72518" y="12030"/>
                  </a:lnTo>
                  <a:lnTo>
                    <a:pt x="71917" y="11350"/>
                  </a:lnTo>
                  <a:lnTo>
                    <a:pt x="71289" y="10670"/>
                  </a:lnTo>
                  <a:lnTo>
                    <a:pt x="70635" y="10017"/>
                  </a:lnTo>
                  <a:lnTo>
                    <a:pt x="70308" y="9703"/>
                  </a:lnTo>
                  <a:lnTo>
                    <a:pt x="69968" y="9376"/>
                  </a:lnTo>
                  <a:lnTo>
                    <a:pt x="69615" y="9075"/>
                  </a:lnTo>
                  <a:lnTo>
                    <a:pt x="69262" y="8761"/>
                  </a:lnTo>
                  <a:lnTo>
                    <a:pt x="68896" y="8461"/>
                  </a:lnTo>
                  <a:lnTo>
                    <a:pt x="68517" y="8160"/>
                  </a:lnTo>
                  <a:lnTo>
                    <a:pt x="68138" y="7859"/>
                  </a:lnTo>
                  <a:lnTo>
                    <a:pt x="67745" y="7572"/>
                  </a:lnTo>
                  <a:lnTo>
                    <a:pt x="67340" y="7284"/>
                  </a:lnTo>
                  <a:lnTo>
                    <a:pt x="66935" y="7009"/>
                  </a:lnTo>
                  <a:lnTo>
                    <a:pt x="66503" y="6722"/>
                  </a:lnTo>
                  <a:lnTo>
                    <a:pt x="66072" y="6447"/>
                  </a:lnTo>
                  <a:lnTo>
                    <a:pt x="65627" y="6186"/>
                  </a:lnTo>
                  <a:lnTo>
                    <a:pt x="65183" y="5924"/>
                  </a:lnTo>
                  <a:lnTo>
                    <a:pt x="64712" y="5662"/>
                  </a:lnTo>
                  <a:lnTo>
                    <a:pt x="64241" y="5401"/>
                  </a:lnTo>
                  <a:lnTo>
                    <a:pt x="63744" y="5139"/>
                  </a:lnTo>
                  <a:lnTo>
                    <a:pt x="63247" y="4891"/>
                  </a:lnTo>
                  <a:lnTo>
                    <a:pt x="62724" y="4656"/>
                  </a:lnTo>
                  <a:lnTo>
                    <a:pt x="62201" y="4407"/>
                  </a:lnTo>
                  <a:lnTo>
                    <a:pt x="61652" y="4172"/>
                  </a:lnTo>
                  <a:lnTo>
                    <a:pt x="61103" y="3937"/>
                  </a:lnTo>
                  <a:lnTo>
                    <a:pt x="60528" y="3714"/>
                  </a:lnTo>
                  <a:lnTo>
                    <a:pt x="59952" y="3479"/>
                  </a:lnTo>
                  <a:lnTo>
                    <a:pt x="59351" y="3257"/>
                  </a:lnTo>
                  <a:lnTo>
                    <a:pt x="58736" y="3047"/>
                  </a:lnTo>
                  <a:lnTo>
                    <a:pt x="58096" y="2825"/>
                  </a:lnTo>
                  <a:lnTo>
                    <a:pt x="57455" y="2616"/>
                  </a:lnTo>
                  <a:lnTo>
                    <a:pt x="56788" y="2407"/>
                  </a:lnTo>
                  <a:lnTo>
                    <a:pt x="56108" y="2211"/>
                  </a:lnTo>
                  <a:lnTo>
                    <a:pt x="55415" y="2014"/>
                  </a:lnTo>
                  <a:lnTo>
                    <a:pt x="54696" y="1818"/>
                  </a:lnTo>
                  <a:lnTo>
                    <a:pt x="53964" y="1622"/>
                  </a:lnTo>
                  <a:lnTo>
                    <a:pt x="53219" y="1439"/>
                  </a:lnTo>
                  <a:lnTo>
                    <a:pt x="51663" y="1073"/>
                  </a:lnTo>
                  <a:lnTo>
                    <a:pt x="50041" y="720"/>
                  </a:lnTo>
                  <a:lnTo>
                    <a:pt x="48328" y="380"/>
                  </a:lnTo>
                  <a:lnTo>
                    <a:pt x="47884" y="301"/>
                  </a:lnTo>
                  <a:lnTo>
                    <a:pt x="47452" y="236"/>
                  </a:lnTo>
                  <a:lnTo>
                    <a:pt x="47008" y="171"/>
                  </a:lnTo>
                  <a:lnTo>
                    <a:pt x="46563" y="118"/>
                  </a:lnTo>
                  <a:lnTo>
                    <a:pt x="46118" y="79"/>
                  </a:lnTo>
                  <a:lnTo>
                    <a:pt x="45674" y="53"/>
                  </a:lnTo>
                  <a:lnTo>
                    <a:pt x="45229" y="27"/>
                  </a:lnTo>
                  <a:lnTo>
                    <a:pt x="44772" y="14"/>
                  </a:lnTo>
                  <a:lnTo>
                    <a:pt x="44327" y="1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808;p38">
              <a:extLst>
                <a:ext uri="{FF2B5EF4-FFF2-40B4-BE49-F238E27FC236}">
                  <a16:creationId xmlns:a16="http://schemas.microsoft.com/office/drawing/2014/main" id="{A50CD37F-0FFD-3533-BC1A-CE877587118C}"/>
                </a:ext>
              </a:extLst>
            </p:cNvPr>
            <p:cNvSpPr/>
            <p:nvPr/>
          </p:nvSpPr>
          <p:spPr>
            <a:xfrm>
              <a:off x="1733575" y="1624450"/>
              <a:ext cx="2190850" cy="1864300"/>
            </a:xfrm>
            <a:custGeom>
              <a:avLst/>
              <a:gdLst/>
              <a:ahLst/>
              <a:cxnLst/>
              <a:rect l="l" t="t" r="r" b="b"/>
              <a:pathLst>
                <a:path w="87634" h="74572" extrusionOk="0">
                  <a:moveTo>
                    <a:pt x="43883" y="1"/>
                  </a:moveTo>
                  <a:lnTo>
                    <a:pt x="43425" y="14"/>
                  </a:lnTo>
                  <a:lnTo>
                    <a:pt x="42967" y="27"/>
                  </a:lnTo>
                  <a:lnTo>
                    <a:pt x="42523" y="53"/>
                  </a:lnTo>
                  <a:lnTo>
                    <a:pt x="42065" y="92"/>
                  </a:lnTo>
                  <a:lnTo>
                    <a:pt x="41607" y="131"/>
                  </a:lnTo>
                  <a:lnTo>
                    <a:pt x="41150" y="184"/>
                  </a:lnTo>
                  <a:lnTo>
                    <a:pt x="40234" y="315"/>
                  </a:lnTo>
                  <a:lnTo>
                    <a:pt x="39319" y="471"/>
                  </a:lnTo>
                  <a:lnTo>
                    <a:pt x="38391" y="655"/>
                  </a:lnTo>
                  <a:lnTo>
                    <a:pt x="37476" y="864"/>
                  </a:lnTo>
                  <a:lnTo>
                    <a:pt x="36547" y="1112"/>
                  </a:lnTo>
                  <a:lnTo>
                    <a:pt x="35632" y="1387"/>
                  </a:lnTo>
                  <a:lnTo>
                    <a:pt x="34703" y="1687"/>
                  </a:lnTo>
                  <a:lnTo>
                    <a:pt x="33788" y="2027"/>
                  </a:lnTo>
                  <a:lnTo>
                    <a:pt x="32873" y="2381"/>
                  </a:lnTo>
                  <a:lnTo>
                    <a:pt x="31945" y="2760"/>
                  </a:lnTo>
                  <a:lnTo>
                    <a:pt x="31029" y="3165"/>
                  </a:lnTo>
                  <a:lnTo>
                    <a:pt x="30127" y="3610"/>
                  </a:lnTo>
                  <a:lnTo>
                    <a:pt x="29212" y="4067"/>
                  </a:lnTo>
                  <a:lnTo>
                    <a:pt x="28310" y="4551"/>
                  </a:lnTo>
                  <a:lnTo>
                    <a:pt x="27407" y="5048"/>
                  </a:lnTo>
                  <a:lnTo>
                    <a:pt x="26518" y="5571"/>
                  </a:lnTo>
                  <a:lnTo>
                    <a:pt x="25629" y="6120"/>
                  </a:lnTo>
                  <a:lnTo>
                    <a:pt x="24740" y="6695"/>
                  </a:lnTo>
                  <a:lnTo>
                    <a:pt x="23864" y="7284"/>
                  </a:lnTo>
                  <a:lnTo>
                    <a:pt x="22988" y="7898"/>
                  </a:lnTo>
                  <a:lnTo>
                    <a:pt x="22125" y="8526"/>
                  </a:lnTo>
                  <a:lnTo>
                    <a:pt x="21275" y="9180"/>
                  </a:lnTo>
                  <a:lnTo>
                    <a:pt x="20438" y="9847"/>
                  </a:lnTo>
                  <a:lnTo>
                    <a:pt x="19601" y="10527"/>
                  </a:lnTo>
                  <a:lnTo>
                    <a:pt x="18777" y="11233"/>
                  </a:lnTo>
                  <a:lnTo>
                    <a:pt x="17954" y="11952"/>
                  </a:lnTo>
                  <a:lnTo>
                    <a:pt x="17156" y="12684"/>
                  </a:lnTo>
                  <a:lnTo>
                    <a:pt x="16358" y="13429"/>
                  </a:lnTo>
                  <a:lnTo>
                    <a:pt x="15574" y="14201"/>
                  </a:lnTo>
                  <a:lnTo>
                    <a:pt x="14802" y="14972"/>
                  </a:lnTo>
                  <a:lnTo>
                    <a:pt x="14057" y="15770"/>
                  </a:lnTo>
                  <a:lnTo>
                    <a:pt x="13312" y="16568"/>
                  </a:lnTo>
                  <a:lnTo>
                    <a:pt x="12580" y="17378"/>
                  </a:lnTo>
                  <a:lnTo>
                    <a:pt x="11874" y="18215"/>
                  </a:lnTo>
                  <a:lnTo>
                    <a:pt x="11167" y="19052"/>
                  </a:lnTo>
                  <a:lnTo>
                    <a:pt x="10487" y="19889"/>
                  </a:lnTo>
                  <a:lnTo>
                    <a:pt x="9821" y="20752"/>
                  </a:lnTo>
                  <a:lnTo>
                    <a:pt x="9167" y="21615"/>
                  </a:lnTo>
                  <a:lnTo>
                    <a:pt x="8539" y="22491"/>
                  </a:lnTo>
                  <a:lnTo>
                    <a:pt x="7925" y="23367"/>
                  </a:lnTo>
                  <a:lnTo>
                    <a:pt x="7323" y="24256"/>
                  </a:lnTo>
                  <a:lnTo>
                    <a:pt x="6748" y="25158"/>
                  </a:lnTo>
                  <a:lnTo>
                    <a:pt x="6199" y="26060"/>
                  </a:lnTo>
                  <a:lnTo>
                    <a:pt x="5650" y="26963"/>
                  </a:lnTo>
                  <a:lnTo>
                    <a:pt x="5140" y="27878"/>
                  </a:lnTo>
                  <a:lnTo>
                    <a:pt x="4643" y="28793"/>
                  </a:lnTo>
                  <a:lnTo>
                    <a:pt x="4159" y="29709"/>
                  </a:lnTo>
                  <a:lnTo>
                    <a:pt x="3714" y="30624"/>
                  </a:lnTo>
                  <a:lnTo>
                    <a:pt x="3283" y="31552"/>
                  </a:lnTo>
                  <a:lnTo>
                    <a:pt x="2878" y="32468"/>
                  </a:lnTo>
                  <a:lnTo>
                    <a:pt x="2485" y="33396"/>
                  </a:lnTo>
                  <a:lnTo>
                    <a:pt x="2132" y="34324"/>
                  </a:lnTo>
                  <a:lnTo>
                    <a:pt x="1792" y="35253"/>
                  </a:lnTo>
                  <a:lnTo>
                    <a:pt x="1478" y="36168"/>
                  </a:lnTo>
                  <a:lnTo>
                    <a:pt x="1191" y="37096"/>
                  </a:lnTo>
                  <a:lnTo>
                    <a:pt x="942" y="38012"/>
                  </a:lnTo>
                  <a:lnTo>
                    <a:pt x="798" y="38548"/>
                  </a:lnTo>
                  <a:lnTo>
                    <a:pt x="668" y="39071"/>
                  </a:lnTo>
                  <a:lnTo>
                    <a:pt x="563" y="39607"/>
                  </a:lnTo>
                  <a:lnTo>
                    <a:pt x="459" y="40117"/>
                  </a:lnTo>
                  <a:lnTo>
                    <a:pt x="367" y="40640"/>
                  </a:lnTo>
                  <a:lnTo>
                    <a:pt x="275" y="41150"/>
                  </a:lnTo>
                  <a:lnTo>
                    <a:pt x="210" y="41660"/>
                  </a:lnTo>
                  <a:lnTo>
                    <a:pt x="145" y="42157"/>
                  </a:lnTo>
                  <a:lnTo>
                    <a:pt x="92" y="42667"/>
                  </a:lnTo>
                  <a:lnTo>
                    <a:pt x="53" y="43150"/>
                  </a:lnTo>
                  <a:lnTo>
                    <a:pt x="27" y="43647"/>
                  </a:lnTo>
                  <a:lnTo>
                    <a:pt x="14" y="44131"/>
                  </a:lnTo>
                  <a:lnTo>
                    <a:pt x="1" y="44615"/>
                  </a:lnTo>
                  <a:lnTo>
                    <a:pt x="1" y="45086"/>
                  </a:lnTo>
                  <a:lnTo>
                    <a:pt x="14" y="45569"/>
                  </a:lnTo>
                  <a:lnTo>
                    <a:pt x="27" y="46027"/>
                  </a:lnTo>
                  <a:lnTo>
                    <a:pt x="66" y="46498"/>
                  </a:lnTo>
                  <a:lnTo>
                    <a:pt x="105" y="46955"/>
                  </a:lnTo>
                  <a:lnTo>
                    <a:pt x="158" y="47413"/>
                  </a:lnTo>
                  <a:lnTo>
                    <a:pt x="210" y="47871"/>
                  </a:lnTo>
                  <a:lnTo>
                    <a:pt x="275" y="48315"/>
                  </a:lnTo>
                  <a:lnTo>
                    <a:pt x="354" y="48760"/>
                  </a:lnTo>
                  <a:lnTo>
                    <a:pt x="445" y="49191"/>
                  </a:lnTo>
                  <a:lnTo>
                    <a:pt x="537" y="49636"/>
                  </a:lnTo>
                  <a:lnTo>
                    <a:pt x="642" y="50054"/>
                  </a:lnTo>
                  <a:lnTo>
                    <a:pt x="759" y="50486"/>
                  </a:lnTo>
                  <a:lnTo>
                    <a:pt x="877" y="50904"/>
                  </a:lnTo>
                  <a:lnTo>
                    <a:pt x="1008" y="51323"/>
                  </a:lnTo>
                  <a:lnTo>
                    <a:pt x="1138" y="51741"/>
                  </a:lnTo>
                  <a:lnTo>
                    <a:pt x="1282" y="52146"/>
                  </a:lnTo>
                  <a:lnTo>
                    <a:pt x="1439" y="52552"/>
                  </a:lnTo>
                  <a:lnTo>
                    <a:pt x="1609" y="52957"/>
                  </a:lnTo>
                  <a:lnTo>
                    <a:pt x="1779" y="53349"/>
                  </a:lnTo>
                  <a:lnTo>
                    <a:pt x="1949" y="53755"/>
                  </a:lnTo>
                  <a:lnTo>
                    <a:pt x="2132" y="54134"/>
                  </a:lnTo>
                  <a:lnTo>
                    <a:pt x="2328" y="54526"/>
                  </a:lnTo>
                  <a:lnTo>
                    <a:pt x="2538" y="54905"/>
                  </a:lnTo>
                  <a:lnTo>
                    <a:pt x="2747" y="55284"/>
                  </a:lnTo>
                  <a:lnTo>
                    <a:pt x="2956" y="55651"/>
                  </a:lnTo>
                  <a:lnTo>
                    <a:pt x="3178" y="56030"/>
                  </a:lnTo>
                  <a:lnTo>
                    <a:pt x="3414" y="56383"/>
                  </a:lnTo>
                  <a:lnTo>
                    <a:pt x="3649" y="56749"/>
                  </a:lnTo>
                  <a:lnTo>
                    <a:pt x="4133" y="57455"/>
                  </a:lnTo>
                  <a:lnTo>
                    <a:pt x="4656" y="58148"/>
                  </a:lnTo>
                  <a:lnTo>
                    <a:pt x="5205" y="58828"/>
                  </a:lnTo>
                  <a:lnTo>
                    <a:pt x="5780" y="59495"/>
                  </a:lnTo>
                  <a:lnTo>
                    <a:pt x="6369" y="60136"/>
                  </a:lnTo>
                  <a:lnTo>
                    <a:pt x="6983" y="60776"/>
                  </a:lnTo>
                  <a:lnTo>
                    <a:pt x="7624" y="61391"/>
                  </a:lnTo>
                  <a:lnTo>
                    <a:pt x="8291" y="61992"/>
                  </a:lnTo>
                  <a:lnTo>
                    <a:pt x="8971" y="62568"/>
                  </a:lnTo>
                  <a:lnTo>
                    <a:pt x="9664" y="63143"/>
                  </a:lnTo>
                  <a:lnTo>
                    <a:pt x="10383" y="63692"/>
                  </a:lnTo>
                  <a:lnTo>
                    <a:pt x="11115" y="64241"/>
                  </a:lnTo>
                  <a:lnTo>
                    <a:pt x="11874" y="64764"/>
                  </a:lnTo>
                  <a:lnTo>
                    <a:pt x="12645" y="65274"/>
                  </a:lnTo>
                  <a:lnTo>
                    <a:pt x="13430" y="65771"/>
                  </a:lnTo>
                  <a:lnTo>
                    <a:pt x="14227" y="66242"/>
                  </a:lnTo>
                  <a:lnTo>
                    <a:pt x="15038" y="66713"/>
                  </a:lnTo>
                  <a:lnTo>
                    <a:pt x="15862" y="67157"/>
                  </a:lnTo>
                  <a:lnTo>
                    <a:pt x="16698" y="67602"/>
                  </a:lnTo>
                  <a:lnTo>
                    <a:pt x="17535" y="68020"/>
                  </a:lnTo>
                  <a:lnTo>
                    <a:pt x="18398" y="68425"/>
                  </a:lnTo>
                  <a:lnTo>
                    <a:pt x="19261" y="68818"/>
                  </a:lnTo>
                  <a:lnTo>
                    <a:pt x="20137" y="69210"/>
                  </a:lnTo>
                  <a:lnTo>
                    <a:pt x="21013" y="69563"/>
                  </a:lnTo>
                  <a:lnTo>
                    <a:pt x="21902" y="69916"/>
                  </a:lnTo>
                  <a:lnTo>
                    <a:pt x="22792" y="70256"/>
                  </a:lnTo>
                  <a:lnTo>
                    <a:pt x="23694" y="70583"/>
                  </a:lnTo>
                  <a:lnTo>
                    <a:pt x="24583" y="70897"/>
                  </a:lnTo>
                  <a:lnTo>
                    <a:pt x="25485" y="71184"/>
                  </a:lnTo>
                  <a:lnTo>
                    <a:pt x="26400" y="71472"/>
                  </a:lnTo>
                  <a:lnTo>
                    <a:pt x="27303" y="71747"/>
                  </a:lnTo>
                  <a:lnTo>
                    <a:pt x="28205" y="71995"/>
                  </a:lnTo>
                  <a:lnTo>
                    <a:pt x="29107" y="72244"/>
                  </a:lnTo>
                  <a:lnTo>
                    <a:pt x="30022" y="72479"/>
                  </a:lnTo>
                  <a:lnTo>
                    <a:pt x="30912" y="72688"/>
                  </a:lnTo>
                  <a:lnTo>
                    <a:pt x="31814" y="72897"/>
                  </a:lnTo>
                  <a:lnTo>
                    <a:pt x="32703" y="73080"/>
                  </a:lnTo>
                  <a:lnTo>
                    <a:pt x="33592" y="73263"/>
                  </a:lnTo>
                  <a:lnTo>
                    <a:pt x="34481" y="73433"/>
                  </a:lnTo>
                  <a:lnTo>
                    <a:pt x="35357" y="73577"/>
                  </a:lnTo>
                  <a:lnTo>
                    <a:pt x="36220" y="73721"/>
                  </a:lnTo>
                  <a:lnTo>
                    <a:pt x="37083" y="73852"/>
                  </a:lnTo>
                  <a:lnTo>
                    <a:pt x="37933" y="73970"/>
                  </a:lnTo>
                  <a:lnTo>
                    <a:pt x="38783" y="74074"/>
                  </a:lnTo>
                  <a:lnTo>
                    <a:pt x="39633" y="74166"/>
                  </a:lnTo>
                  <a:lnTo>
                    <a:pt x="40509" y="74257"/>
                  </a:lnTo>
                  <a:lnTo>
                    <a:pt x="41385" y="74323"/>
                  </a:lnTo>
                  <a:lnTo>
                    <a:pt x="42274" y="74401"/>
                  </a:lnTo>
                  <a:lnTo>
                    <a:pt x="43163" y="74453"/>
                  </a:lnTo>
                  <a:lnTo>
                    <a:pt x="44066" y="74493"/>
                  </a:lnTo>
                  <a:lnTo>
                    <a:pt x="44968" y="74532"/>
                  </a:lnTo>
                  <a:lnTo>
                    <a:pt x="45883" y="74558"/>
                  </a:lnTo>
                  <a:lnTo>
                    <a:pt x="46811" y="74571"/>
                  </a:lnTo>
                  <a:lnTo>
                    <a:pt x="48655" y="74571"/>
                  </a:lnTo>
                  <a:lnTo>
                    <a:pt x="49584" y="74545"/>
                  </a:lnTo>
                  <a:lnTo>
                    <a:pt x="50525" y="74519"/>
                  </a:lnTo>
                  <a:lnTo>
                    <a:pt x="51466" y="74466"/>
                  </a:lnTo>
                  <a:lnTo>
                    <a:pt x="52395" y="74414"/>
                  </a:lnTo>
                  <a:lnTo>
                    <a:pt x="53336" y="74336"/>
                  </a:lnTo>
                  <a:lnTo>
                    <a:pt x="54278" y="74257"/>
                  </a:lnTo>
                  <a:lnTo>
                    <a:pt x="55219" y="74166"/>
                  </a:lnTo>
                  <a:lnTo>
                    <a:pt x="56161" y="74048"/>
                  </a:lnTo>
                  <a:lnTo>
                    <a:pt x="57089" y="73930"/>
                  </a:lnTo>
                  <a:lnTo>
                    <a:pt x="58030" y="73787"/>
                  </a:lnTo>
                  <a:lnTo>
                    <a:pt x="58959" y="73643"/>
                  </a:lnTo>
                  <a:lnTo>
                    <a:pt x="59887" y="73473"/>
                  </a:lnTo>
                  <a:lnTo>
                    <a:pt x="60815" y="73290"/>
                  </a:lnTo>
                  <a:lnTo>
                    <a:pt x="61731" y="73093"/>
                  </a:lnTo>
                  <a:lnTo>
                    <a:pt x="62646" y="72884"/>
                  </a:lnTo>
                  <a:lnTo>
                    <a:pt x="63561" y="72662"/>
                  </a:lnTo>
                  <a:lnTo>
                    <a:pt x="64464" y="72414"/>
                  </a:lnTo>
                  <a:lnTo>
                    <a:pt x="65353" y="72165"/>
                  </a:lnTo>
                  <a:lnTo>
                    <a:pt x="66242" y="71891"/>
                  </a:lnTo>
                  <a:lnTo>
                    <a:pt x="67118" y="71603"/>
                  </a:lnTo>
                  <a:lnTo>
                    <a:pt x="67994" y="71289"/>
                  </a:lnTo>
                  <a:lnTo>
                    <a:pt x="68844" y="70962"/>
                  </a:lnTo>
                  <a:lnTo>
                    <a:pt x="69694" y="70622"/>
                  </a:lnTo>
                  <a:lnTo>
                    <a:pt x="70531" y="70269"/>
                  </a:lnTo>
                  <a:lnTo>
                    <a:pt x="71367" y="69890"/>
                  </a:lnTo>
                  <a:lnTo>
                    <a:pt x="72178" y="69498"/>
                  </a:lnTo>
                  <a:lnTo>
                    <a:pt x="72976" y="69079"/>
                  </a:lnTo>
                  <a:lnTo>
                    <a:pt x="73760" y="68648"/>
                  </a:lnTo>
                  <a:lnTo>
                    <a:pt x="74545" y="68203"/>
                  </a:lnTo>
                  <a:lnTo>
                    <a:pt x="75303" y="67732"/>
                  </a:lnTo>
                  <a:lnTo>
                    <a:pt x="76035" y="67249"/>
                  </a:lnTo>
                  <a:lnTo>
                    <a:pt x="76768" y="66739"/>
                  </a:lnTo>
                  <a:lnTo>
                    <a:pt x="77474" y="66216"/>
                  </a:lnTo>
                  <a:lnTo>
                    <a:pt x="78167" y="65680"/>
                  </a:lnTo>
                  <a:lnTo>
                    <a:pt x="78847" y="65104"/>
                  </a:lnTo>
                  <a:lnTo>
                    <a:pt x="79500" y="64516"/>
                  </a:lnTo>
                  <a:lnTo>
                    <a:pt x="80141" y="63914"/>
                  </a:lnTo>
                  <a:lnTo>
                    <a:pt x="80756" y="63287"/>
                  </a:lnTo>
                  <a:lnTo>
                    <a:pt x="81357" y="62646"/>
                  </a:lnTo>
                  <a:lnTo>
                    <a:pt x="81933" y="61966"/>
                  </a:lnTo>
                  <a:lnTo>
                    <a:pt x="82482" y="61273"/>
                  </a:lnTo>
                  <a:lnTo>
                    <a:pt x="82743" y="60920"/>
                  </a:lnTo>
                  <a:lnTo>
                    <a:pt x="83018" y="60567"/>
                  </a:lnTo>
                  <a:lnTo>
                    <a:pt x="83266" y="60201"/>
                  </a:lnTo>
                  <a:lnTo>
                    <a:pt x="83515" y="59835"/>
                  </a:lnTo>
                  <a:lnTo>
                    <a:pt x="83763" y="59456"/>
                  </a:lnTo>
                  <a:lnTo>
                    <a:pt x="83998" y="59076"/>
                  </a:lnTo>
                  <a:lnTo>
                    <a:pt x="84234" y="58684"/>
                  </a:lnTo>
                  <a:lnTo>
                    <a:pt x="84469" y="58292"/>
                  </a:lnTo>
                  <a:lnTo>
                    <a:pt x="84691" y="57900"/>
                  </a:lnTo>
                  <a:lnTo>
                    <a:pt x="84901" y="57494"/>
                  </a:lnTo>
                  <a:lnTo>
                    <a:pt x="85110" y="57089"/>
                  </a:lnTo>
                  <a:lnTo>
                    <a:pt x="85306" y="56671"/>
                  </a:lnTo>
                  <a:lnTo>
                    <a:pt x="85502" y="56252"/>
                  </a:lnTo>
                  <a:lnTo>
                    <a:pt x="85698" y="55821"/>
                  </a:lnTo>
                  <a:lnTo>
                    <a:pt x="85868" y="55389"/>
                  </a:lnTo>
                  <a:lnTo>
                    <a:pt x="86051" y="54945"/>
                  </a:lnTo>
                  <a:lnTo>
                    <a:pt x="86221" y="54500"/>
                  </a:lnTo>
                  <a:lnTo>
                    <a:pt x="86378" y="54055"/>
                  </a:lnTo>
                  <a:lnTo>
                    <a:pt x="86535" y="53598"/>
                  </a:lnTo>
                  <a:lnTo>
                    <a:pt x="86679" y="53127"/>
                  </a:lnTo>
                  <a:lnTo>
                    <a:pt x="86823" y="52656"/>
                  </a:lnTo>
                  <a:lnTo>
                    <a:pt x="86954" y="52186"/>
                  </a:lnTo>
                  <a:lnTo>
                    <a:pt x="87084" y="51676"/>
                  </a:lnTo>
                  <a:lnTo>
                    <a:pt x="87202" y="51166"/>
                  </a:lnTo>
                  <a:lnTo>
                    <a:pt x="87293" y="50643"/>
                  </a:lnTo>
                  <a:lnTo>
                    <a:pt x="87385" y="50120"/>
                  </a:lnTo>
                  <a:lnTo>
                    <a:pt x="87463" y="49597"/>
                  </a:lnTo>
                  <a:lnTo>
                    <a:pt x="87516" y="49074"/>
                  </a:lnTo>
                  <a:lnTo>
                    <a:pt x="87568" y="48537"/>
                  </a:lnTo>
                  <a:lnTo>
                    <a:pt x="87607" y="48001"/>
                  </a:lnTo>
                  <a:lnTo>
                    <a:pt x="87620" y="47465"/>
                  </a:lnTo>
                  <a:lnTo>
                    <a:pt x="87633" y="46929"/>
                  </a:lnTo>
                  <a:lnTo>
                    <a:pt x="87633" y="46393"/>
                  </a:lnTo>
                  <a:lnTo>
                    <a:pt x="87620" y="45857"/>
                  </a:lnTo>
                  <a:lnTo>
                    <a:pt x="87594" y="45308"/>
                  </a:lnTo>
                  <a:lnTo>
                    <a:pt x="87568" y="44759"/>
                  </a:lnTo>
                  <a:lnTo>
                    <a:pt x="87516" y="44223"/>
                  </a:lnTo>
                  <a:lnTo>
                    <a:pt x="87463" y="43673"/>
                  </a:lnTo>
                  <a:lnTo>
                    <a:pt x="87385" y="43124"/>
                  </a:lnTo>
                  <a:lnTo>
                    <a:pt x="87307" y="42575"/>
                  </a:lnTo>
                  <a:lnTo>
                    <a:pt x="87228" y="42026"/>
                  </a:lnTo>
                  <a:lnTo>
                    <a:pt x="87124" y="41477"/>
                  </a:lnTo>
                  <a:lnTo>
                    <a:pt x="87019" y="40914"/>
                  </a:lnTo>
                  <a:lnTo>
                    <a:pt x="86901" y="40365"/>
                  </a:lnTo>
                  <a:lnTo>
                    <a:pt x="86784" y="39816"/>
                  </a:lnTo>
                  <a:lnTo>
                    <a:pt x="86653" y="39267"/>
                  </a:lnTo>
                  <a:lnTo>
                    <a:pt x="86509" y="38718"/>
                  </a:lnTo>
                  <a:lnTo>
                    <a:pt x="86352" y="38168"/>
                  </a:lnTo>
                  <a:lnTo>
                    <a:pt x="86038" y="37057"/>
                  </a:lnTo>
                  <a:lnTo>
                    <a:pt x="85685" y="35972"/>
                  </a:lnTo>
                  <a:lnTo>
                    <a:pt x="85306" y="34873"/>
                  </a:lnTo>
                  <a:lnTo>
                    <a:pt x="84914" y="33788"/>
                  </a:lnTo>
                  <a:lnTo>
                    <a:pt x="84482" y="32703"/>
                  </a:lnTo>
                  <a:lnTo>
                    <a:pt x="84038" y="31644"/>
                  </a:lnTo>
                  <a:lnTo>
                    <a:pt x="83580" y="30572"/>
                  </a:lnTo>
                  <a:lnTo>
                    <a:pt x="83109" y="29526"/>
                  </a:lnTo>
                  <a:lnTo>
                    <a:pt x="82612" y="28493"/>
                  </a:lnTo>
                  <a:lnTo>
                    <a:pt x="82116" y="27473"/>
                  </a:lnTo>
                  <a:lnTo>
                    <a:pt x="81593" y="26453"/>
                  </a:lnTo>
                  <a:lnTo>
                    <a:pt x="81083" y="25459"/>
                  </a:lnTo>
                  <a:lnTo>
                    <a:pt x="80560" y="24491"/>
                  </a:lnTo>
                  <a:lnTo>
                    <a:pt x="80023" y="23537"/>
                  </a:lnTo>
                  <a:lnTo>
                    <a:pt x="79500" y="22595"/>
                  </a:lnTo>
                  <a:lnTo>
                    <a:pt x="78964" y="21680"/>
                  </a:lnTo>
                  <a:lnTo>
                    <a:pt x="78441" y="20791"/>
                  </a:lnTo>
                  <a:lnTo>
                    <a:pt x="77408" y="19078"/>
                  </a:lnTo>
                  <a:lnTo>
                    <a:pt x="76885" y="18215"/>
                  </a:lnTo>
                  <a:lnTo>
                    <a:pt x="76349" y="17378"/>
                  </a:lnTo>
                  <a:lnTo>
                    <a:pt x="75826" y="16554"/>
                  </a:lnTo>
                  <a:lnTo>
                    <a:pt x="75303" y="15757"/>
                  </a:lnTo>
                  <a:lnTo>
                    <a:pt x="74767" y="14972"/>
                  </a:lnTo>
                  <a:lnTo>
                    <a:pt x="74218" y="14214"/>
                  </a:lnTo>
                  <a:lnTo>
                    <a:pt x="73669" y="13469"/>
                  </a:lnTo>
                  <a:lnTo>
                    <a:pt x="73106" y="12736"/>
                  </a:lnTo>
                  <a:lnTo>
                    <a:pt x="72518" y="12030"/>
                  </a:lnTo>
                  <a:lnTo>
                    <a:pt x="71917" y="11350"/>
                  </a:lnTo>
                  <a:lnTo>
                    <a:pt x="71289" y="10670"/>
                  </a:lnTo>
                  <a:lnTo>
                    <a:pt x="70635" y="10017"/>
                  </a:lnTo>
                  <a:lnTo>
                    <a:pt x="70308" y="9703"/>
                  </a:lnTo>
                  <a:lnTo>
                    <a:pt x="69968" y="9376"/>
                  </a:lnTo>
                  <a:lnTo>
                    <a:pt x="69615" y="9075"/>
                  </a:lnTo>
                  <a:lnTo>
                    <a:pt x="69262" y="8761"/>
                  </a:lnTo>
                  <a:lnTo>
                    <a:pt x="68896" y="8461"/>
                  </a:lnTo>
                  <a:lnTo>
                    <a:pt x="68517" y="8160"/>
                  </a:lnTo>
                  <a:lnTo>
                    <a:pt x="68138" y="7859"/>
                  </a:lnTo>
                  <a:lnTo>
                    <a:pt x="67745" y="7572"/>
                  </a:lnTo>
                  <a:lnTo>
                    <a:pt x="67340" y="7284"/>
                  </a:lnTo>
                  <a:lnTo>
                    <a:pt x="66935" y="7009"/>
                  </a:lnTo>
                  <a:lnTo>
                    <a:pt x="66503" y="6722"/>
                  </a:lnTo>
                  <a:lnTo>
                    <a:pt x="66072" y="6447"/>
                  </a:lnTo>
                  <a:lnTo>
                    <a:pt x="65627" y="6186"/>
                  </a:lnTo>
                  <a:lnTo>
                    <a:pt x="65183" y="5924"/>
                  </a:lnTo>
                  <a:lnTo>
                    <a:pt x="64712" y="5662"/>
                  </a:lnTo>
                  <a:lnTo>
                    <a:pt x="64241" y="5401"/>
                  </a:lnTo>
                  <a:lnTo>
                    <a:pt x="63744" y="5139"/>
                  </a:lnTo>
                  <a:lnTo>
                    <a:pt x="63247" y="4891"/>
                  </a:lnTo>
                  <a:lnTo>
                    <a:pt x="62724" y="4656"/>
                  </a:lnTo>
                  <a:lnTo>
                    <a:pt x="62201" y="4407"/>
                  </a:lnTo>
                  <a:lnTo>
                    <a:pt x="61652" y="4172"/>
                  </a:lnTo>
                  <a:lnTo>
                    <a:pt x="61103" y="3937"/>
                  </a:lnTo>
                  <a:lnTo>
                    <a:pt x="60528" y="3714"/>
                  </a:lnTo>
                  <a:lnTo>
                    <a:pt x="59952" y="3479"/>
                  </a:lnTo>
                  <a:lnTo>
                    <a:pt x="59351" y="3257"/>
                  </a:lnTo>
                  <a:lnTo>
                    <a:pt x="58736" y="3047"/>
                  </a:lnTo>
                  <a:lnTo>
                    <a:pt x="58096" y="2825"/>
                  </a:lnTo>
                  <a:lnTo>
                    <a:pt x="57455" y="2616"/>
                  </a:lnTo>
                  <a:lnTo>
                    <a:pt x="56788" y="2407"/>
                  </a:lnTo>
                  <a:lnTo>
                    <a:pt x="56108" y="2211"/>
                  </a:lnTo>
                  <a:lnTo>
                    <a:pt x="55415" y="2014"/>
                  </a:lnTo>
                  <a:lnTo>
                    <a:pt x="54696" y="1818"/>
                  </a:lnTo>
                  <a:lnTo>
                    <a:pt x="53964" y="1622"/>
                  </a:lnTo>
                  <a:lnTo>
                    <a:pt x="53219" y="1439"/>
                  </a:lnTo>
                  <a:lnTo>
                    <a:pt x="51663" y="1073"/>
                  </a:lnTo>
                  <a:lnTo>
                    <a:pt x="50041" y="720"/>
                  </a:lnTo>
                  <a:lnTo>
                    <a:pt x="48328" y="380"/>
                  </a:lnTo>
                  <a:lnTo>
                    <a:pt x="47884" y="301"/>
                  </a:lnTo>
                  <a:lnTo>
                    <a:pt x="47452" y="236"/>
                  </a:lnTo>
                  <a:lnTo>
                    <a:pt x="47008" y="171"/>
                  </a:lnTo>
                  <a:lnTo>
                    <a:pt x="46563" y="118"/>
                  </a:lnTo>
                  <a:lnTo>
                    <a:pt x="46118" y="79"/>
                  </a:lnTo>
                  <a:lnTo>
                    <a:pt x="45674" y="53"/>
                  </a:lnTo>
                  <a:lnTo>
                    <a:pt x="45229" y="27"/>
                  </a:lnTo>
                  <a:lnTo>
                    <a:pt x="44772" y="14"/>
                  </a:lnTo>
                  <a:lnTo>
                    <a:pt x="44327" y="1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809;p38">
              <a:extLst>
                <a:ext uri="{FF2B5EF4-FFF2-40B4-BE49-F238E27FC236}">
                  <a16:creationId xmlns:a16="http://schemas.microsoft.com/office/drawing/2014/main" id="{0658C2B5-416E-3B5D-A07F-54059B9AA53E}"/>
                </a:ext>
              </a:extLst>
            </p:cNvPr>
            <p:cNvSpPr/>
            <p:nvPr/>
          </p:nvSpPr>
          <p:spPr>
            <a:xfrm>
              <a:off x="1733575" y="2679975"/>
              <a:ext cx="2190200" cy="808775"/>
            </a:xfrm>
            <a:custGeom>
              <a:avLst/>
              <a:gdLst/>
              <a:ahLst/>
              <a:cxnLst/>
              <a:rect l="l" t="t" r="r" b="b"/>
              <a:pathLst>
                <a:path w="87608" h="32351" extrusionOk="0">
                  <a:moveTo>
                    <a:pt x="145" y="1"/>
                  </a:moveTo>
                  <a:lnTo>
                    <a:pt x="92" y="472"/>
                  </a:lnTo>
                  <a:lnTo>
                    <a:pt x="53" y="942"/>
                  </a:lnTo>
                  <a:lnTo>
                    <a:pt x="27" y="1400"/>
                  </a:lnTo>
                  <a:lnTo>
                    <a:pt x="14" y="1845"/>
                  </a:lnTo>
                  <a:lnTo>
                    <a:pt x="1" y="2302"/>
                  </a:lnTo>
                  <a:lnTo>
                    <a:pt x="1" y="2747"/>
                  </a:lnTo>
                  <a:lnTo>
                    <a:pt x="14" y="3191"/>
                  </a:lnTo>
                  <a:lnTo>
                    <a:pt x="27" y="3636"/>
                  </a:lnTo>
                  <a:lnTo>
                    <a:pt x="53" y="4067"/>
                  </a:lnTo>
                  <a:lnTo>
                    <a:pt x="79" y="4499"/>
                  </a:lnTo>
                  <a:lnTo>
                    <a:pt x="119" y="4930"/>
                  </a:lnTo>
                  <a:lnTo>
                    <a:pt x="171" y="5362"/>
                  </a:lnTo>
                  <a:lnTo>
                    <a:pt x="236" y="5780"/>
                  </a:lnTo>
                  <a:lnTo>
                    <a:pt x="302" y="6199"/>
                  </a:lnTo>
                  <a:lnTo>
                    <a:pt x="367" y="6617"/>
                  </a:lnTo>
                  <a:lnTo>
                    <a:pt x="459" y="7023"/>
                  </a:lnTo>
                  <a:lnTo>
                    <a:pt x="550" y="7428"/>
                  </a:lnTo>
                  <a:lnTo>
                    <a:pt x="642" y="7833"/>
                  </a:lnTo>
                  <a:lnTo>
                    <a:pt x="746" y="8239"/>
                  </a:lnTo>
                  <a:lnTo>
                    <a:pt x="864" y="8631"/>
                  </a:lnTo>
                  <a:lnTo>
                    <a:pt x="982" y="9023"/>
                  </a:lnTo>
                  <a:lnTo>
                    <a:pt x="1099" y="9415"/>
                  </a:lnTo>
                  <a:lnTo>
                    <a:pt x="1243" y="9795"/>
                  </a:lnTo>
                  <a:lnTo>
                    <a:pt x="1387" y="10174"/>
                  </a:lnTo>
                  <a:lnTo>
                    <a:pt x="1531" y="10553"/>
                  </a:lnTo>
                  <a:lnTo>
                    <a:pt x="1688" y="10932"/>
                  </a:lnTo>
                  <a:lnTo>
                    <a:pt x="2015" y="11664"/>
                  </a:lnTo>
                  <a:lnTo>
                    <a:pt x="2381" y="12384"/>
                  </a:lnTo>
                  <a:lnTo>
                    <a:pt x="2760" y="13103"/>
                  </a:lnTo>
                  <a:lnTo>
                    <a:pt x="3178" y="13796"/>
                  </a:lnTo>
                  <a:lnTo>
                    <a:pt x="3610" y="14476"/>
                  </a:lnTo>
                  <a:lnTo>
                    <a:pt x="4067" y="15143"/>
                  </a:lnTo>
                  <a:lnTo>
                    <a:pt x="4551" y="15796"/>
                  </a:lnTo>
                  <a:lnTo>
                    <a:pt x="5061" y="16424"/>
                  </a:lnTo>
                  <a:lnTo>
                    <a:pt x="5584" y="17052"/>
                  </a:lnTo>
                  <a:lnTo>
                    <a:pt x="6133" y="17666"/>
                  </a:lnTo>
                  <a:lnTo>
                    <a:pt x="6696" y="18268"/>
                  </a:lnTo>
                  <a:lnTo>
                    <a:pt x="7284" y="18843"/>
                  </a:lnTo>
                  <a:lnTo>
                    <a:pt x="7899" y="19418"/>
                  </a:lnTo>
                  <a:lnTo>
                    <a:pt x="8526" y="19980"/>
                  </a:lnTo>
                  <a:lnTo>
                    <a:pt x="9167" y="20517"/>
                  </a:lnTo>
                  <a:lnTo>
                    <a:pt x="9821" y="21053"/>
                  </a:lnTo>
                  <a:lnTo>
                    <a:pt x="10501" y="21563"/>
                  </a:lnTo>
                  <a:lnTo>
                    <a:pt x="11194" y="22073"/>
                  </a:lnTo>
                  <a:lnTo>
                    <a:pt x="11900" y="22556"/>
                  </a:lnTo>
                  <a:lnTo>
                    <a:pt x="12619" y="23040"/>
                  </a:lnTo>
                  <a:lnTo>
                    <a:pt x="13351" y="23498"/>
                  </a:lnTo>
                  <a:lnTo>
                    <a:pt x="14096" y="23955"/>
                  </a:lnTo>
                  <a:lnTo>
                    <a:pt x="14855" y="24387"/>
                  </a:lnTo>
                  <a:lnTo>
                    <a:pt x="15626" y="24818"/>
                  </a:lnTo>
                  <a:lnTo>
                    <a:pt x="16398" y="25224"/>
                  </a:lnTo>
                  <a:lnTo>
                    <a:pt x="17195" y="25629"/>
                  </a:lnTo>
                  <a:lnTo>
                    <a:pt x="17993" y="26021"/>
                  </a:lnTo>
                  <a:lnTo>
                    <a:pt x="18790" y="26388"/>
                  </a:lnTo>
                  <a:lnTo>
                    <a:pt x="19601" y="26754"/>
                  </a:lnTo>
                  <a:lnTo>
                    <a:pt x="20425" y="27107"/>
                  </a:lnTo>
                  <a:lnTo>
                    <a:pt x="21249" y="27447"/>
                  </a:lnTo>
                  <a:lnTo>
                    <a:pt x="22086" y="27774"/>
                  </a:lnTo>
                  <a:lnTo>
                    <a:pt x="22922" y="28087"/>
                  </a:lnTo>
                  <a:lnTo>
                    <a:pt x="23759" y="28388"/>
                  </a:lnTo>
                  <a:lnTo>
                    <a:pt x="24609" y="28676"/>
                  </a:lnTo>
                  <a:lnTo>
                    <a:pt x="25446" y="28950"/>
                  </a:lnTo>
                  <a:lnTo>
                    <a:pt x="26296" y="29225"/>
                  </a:lnTo>
                  <a:lnTo>
                    <a:pt x="27146" y="29473"/>
                  </a:lnTo>
                  <a:lnTo>
                    <a:pt x="27996" y="29722"/>
                  </a:lnTo>
                  <a:lnTo>
                    <a:pt x="28846" y="29957"/>
                  </a:lnTo>
                  <a:lnTo>
                    <a:pt x="29682" y="30166"/>
                  </a:lnTo>
                  <a:lnTo>
                    <a:pt x="30532" y="30376"/>
                  </a:lnTo>
                  <a:lnTo>
                    <a:pt x="31369" y="30572"/>
                  </a:lnTo>
                  <a:lnTo>
                    <a:pt x="32219" y="30755"/>
                  </a:lnTo>
                  <a:lnTo>
                    <a:pt x="33043" y="30938"/>
                  </a:lnTo>
                  <a:lnTo>
                    <a:pt x="33880" y="31095"/>
                  </a:lnTo>
                  <a:lnTo>
                    <a:pt x="34703" y="31252"/>
                  </a:lnTo>
                  <a:lnTo>
                    <a:pt x="35527" y="31382"/>
                  </a:lnTo>
                  <a:lnTo>
                    <a:pt x="36338" y="31513"/>
                  </a:lnTo>
                  <a:lnTo>
                    <a:pt x="37136" y="31631"/>
                  </a:lnTo>
                  <a:lnTo>
                    <a:pt x="37933" y="31749"/>
                  </a:lnTo>
                  <a:lnTo>
                    <a:pt x="38783" y="31853"/>
                  </a:lnTo>
                  <a:lnTo>
                    <a:pt x="39633" y="31945"/>
                  </a:lnTo>
                  <a:lnTo>
                    <a:pt x="40509" y="32036"/>
                  </a:lnTo>
                  <a:lnTo>
                    <a:pt x="41385" y="32102"/>
                  </a:lnTo>
                  <a:lnTo>
                    <a:pt x="42274" y="32180"/>
                  </a:lnTo>
                  <a:lnTo>
                    <a:pt x="43163" y="32232"/>
                  </a:lnTo>
                  <a:lnTo>
                    <a:pt x="44066" y="32272"/>
                  </a:lnTo>
                  <a:lnTo>
                    <a:pt x="44968" y="32311"/>
                  </a:lnTo>
                  <a:lnTo>
                    <a:pt x="45883" y="32337"/>
                  </a:lnTo>
                  <a:lnTo>
                    <a:pt x="46811" y="32350"/>
                  </a:lnTo>
                  <a:lnTo>
                    <a:pt x="48655" y="32350"/>
                  </a:lnTo>
                  <a:lnTo>
                    <a:pt x="49584" y="32324"/>
                  </a:lnTo>
                  <a:lnTo>
                    <a:pt x="50525" y="32298"/>
                  </a:lnTo>
                  <a:lnTo>
                    <a:pt x="51466" y="32245"/>
                  </a:lnTo>
                  <a:lnTo>
                    <a:pt x="52395" y="32193"/>
                  </a:lnTo>
                  <a:lnTo>
                    <a:pt x="53336" y="32115"/>
                  </a:lnTo>
                  <a:lnTo>
                    <a:pt x="54278" y="32036"/>
                  </a:lnTo>
                  <a:lnTo>
                    <a:pt x="55219" y="31945"/>
                  </a:lnTo>
                  <a:lnTo>
                    <a:pt x="56161" y="31827"/>
                  </a:lnTo>
                  <a:lnTo>
                    <a:pt x="57089" y="31709"/>
                  </a:lnTo>
                  <a:lnTo>
                    <a:pt x="58030" y="31566"/>
                  </a:lnTo>
                  <a:lnTo>
                    <a:pt x="58959" y="31422"/>
                  </a:lnTo>
                  <a:lnTo>
                    <a:pt x="59887" y="31252"/>
                  </a:lnTo>
                  <a:lnTo>
                    <a:pt x="60815" y="31069"/>
                  </a:lnTo>
                  <a:lnTo>
                    <a:pt x="61731" y="30872"/>
                  </a:lnTo>
                  <a:lnTo>
                    <a:pt x="62646" y="30663"/>
                  </a:lnTo>
                  <a:lnTo>
                    <a:pt x="63561" y="30441"/>
                  </a:lnTo>
                  <a:lnTo>
                    <a:pt x="64464" y="30193"/>
                  </a:lnTo>
                  <a:lnTo>
                    <a:pt x="65353" y="29944"/>
                  </a:lnTo>
                  <a:lnTo>
                    <a:pt x="66242" y="29670"/>
                  </a:lnTo>
                  <a:lnTo>
                    <a:pt x="67118" y="29382"/>
                  </a:lnTo>
                  <a:lnTo>
                    <a:pt x="67994" y="29068"/>
                  </a:lnTo>
                  <a:lnTo>
                    <a:pt x="68844" y="28741"/>
                  </a:lnTo>
                  <a:lnTo>
                    <a:pt x="69694" y="28401"/>
                  </a:lnTo>
                  <a:lnTo>
                    <a:pt x="70531" y="28048"/>
                  </a:lnTo>
                  <a:lnTo>
                    <a:pt x="71367" y="27669"/>
                  </a:lnTo>
                  <a:lnTo>
                    <a:pt x="72178" y="27277"/>
                  </a:lnTo>
                  <a:lnTo>
                    <a:pt x="72976" y="26858"/>
                  </a:lnTo>
                  <a:lnTo>
                    <a:pt x="73760" y="26427"/>
                  </a:lnTo>
                  <a:lnTo>
                    <a:pt x="74545" y="25982"/>
                  </a:lnTo>
                  <a:lnTo>
                    <a:pt x="75303" y="25511"/>
                  </a:lnTo>
                  <a:lnTo>
                    <a:pt x="76035" y="25028"/>
                  </a:lnTo>
                  <a:lnTo>
                    <a:pt x="76768" y="24518"/>
                  </a:lnTo>
                  <a:lnTo>
                    <a:pt x="77474" y="23995"/>
                  </a:lnTo>
                  <a:lnTo>
                    <a:pt x="78167" y="23459"/>
                  </a:lnTo>
                  <a:lnTo>
                    <a:pt x="78847" y="22883"/>
                  </a:lnTo>
                  <a:lnTo>
                    <a:pt x="79500" y="22295"/>
                  </a:lnTo>
                  <a:lnTo>
                    <a:pt x="80141" y="21693"/>
                  </a:lnTo>
                  <a:lnTo>
                    <a:pt x="80756" y="21066"/>
                  </a:lnTo>
                  <a:lnTo>
                    <a:pt x="81357" y="20425"/>
                  </a:lnTo>
                  <a:lnTo>
                    <a:pt x="81933" y="19745"/>
                  </a:lnTo>
                  <a:lnTo>
                    <a:pt x="82482" y="19052"/>
                  </a:lnTo>
                  <a:lnTo>
                    <a:pt x="82743" y="18699"/>
                  </a:lnTo>
                  <a:lnTo>
                    <a:pt x="83018" y="18346"/>
                  </a:lnTo>
                  <a:lnTo>
                    <a:pt x="83266" y="17980"/>
                  </a:lnTo>
                  <a:lnTo>
                    <a:pt x="83515" y="17614"/>
                  </a:lnTo>
                  <a:lnTo>
                    <a:pt x="83763" y="17235"/>
                  </a:lnTo>
                  <a:lnTo>
                    <a:pt x="83998" y="16855"/>
                  </a:lnTo>
                  <a:lnTo>
                    <a:pt x="84234" y="16463"/>
                  </a:lnTo>
                  <a:lnTo>
                    <a:pt x="84469" y="16071"/>
                  </a:lnTo>
                  <a:lnTo>
                    <a:pt x="84691" y="15679"/>
                  </a:lnTo>
                  <a:lnTo>
                    <a:pt x="84901" y="15273"/>
                  </a:lnTo>
                  <a:lnTo>
                    <a:pt x="85110" y="14868"/>
                  </a:lnTo>
                  <a:lnTo>
                    <a:pt x="85306" y="14450"/>
                  </a:lnTo>
                  <a:lnTo>
                    <a:pt x="85502" y="14031"/>
                  </a:lnTo>
                  <a:lnTo>
                    <a:pt x="85698" y="13600"/>
                  </a:lnTo>
                  <a:lnTo>
                    <a:pt x="85868" y="13168"/>
                  </a:lnTo>
                  <a:lnTo>
                    <a:pt x="86051" y="12724"/>
                  </a:lnTo>
                  <a:lnTo>
                    <a:pt x="86221" y="12279"/>
                  </a:lnTo>
                  <a:lnTo>
                    <a:pt x="86378" y="11834"/>
                  </a:lnTo>
                  <a:lnTo>
                    <a:pt x="86535" y="11377"/>
                  </a:lnTo>
                  <a:lnTo>
                    <a:pt x="86679" y="10906"/>
                  </a:lnTo>
                  <a:lnTo>
                    <a:pt x="86823" y="10435"/>
                  </a:lnTo>
                  <a:lnTo>
                    <a:pt x="86954" y="9965"/>
                  </a:lnTo>
                  <a:lnTo>
                    <a:pt x="87110" y="9324"/>
                  </a:lnTo>
                  <a:lnTo>
                    <a:pt x="87241" y="8670"/>
                  </a:lnTo>
                  <a:lnTo>
                    <a:pt x="87359" y="8016"/>
                  </a:lnTo>
                  <a:lnTo>
                    <a:pt x="87450" y="7363"/>
                  </a:lnTo>
                  <a:lnTo>
                    <a:pt x="87516" y="6696"/>
                  </a:lnTo>
                  <a:lnTo>
                    <a:pt x="87568" y="6029"/>
                  </a:lnTo>
                  <a:lnTo>
                    <a:pt x="87594" y="5362"/>
                  </a:lnTo>
                  <a:lnTo>
                    <a:pt x="87607" y="4695"/>
                  </a:lnTo>
                  <a:lnTo>
                    <a:pt x="87516" y="5453"/>
                  </a:lnTo>
                  <a:lnTo>
                    <a:pt x="87411" y="6212"/>
                  </a:lnTo>
                  <a:lnTo>
                    <a:pt x="87333" y="6591"/>
                  </a:lnTo>
                  <a:lnTo>
                    <a:pt x="87254" y="6957"/>
                  </a:lnTo>
                  <a:lnTo>
                    <a:pt x="87176" y="7336"/>
                  </a:lnTo>
                  <a:lnTo>
                    <a:pt x="87084" y="7702"/>
                  </a:lnTo>
                  <a:lnTo>
                    <a:pt x="86954" y="8186"/>
                  </a:lnTo>
                  <a:lnTo>
                    <a:pt x="86810" y="8644"/>
                  </a:lnTo>
                  <a:lnTo>
                    <a:pt x="86666" y="9115"/>
                  </a:lnTo>
                  <a:lnTo>
                    <a:pt x="86509" y="9572"/>
                  </a:lnTo>
                  <a:lnTo>
                    <a:pt x="86352" y="10017"/>
                  </a:lnTo>
                  <a:lnTo>
                    <a:pt x="86182" y="10461"/>
                  </a:lnTo>
                  <a:lnTo>
                    <a:pt x="85999" y="10906"/>
                  </a:lnTo>
                  <a:lnTo>
                    <a:pt x="85829" y="11338"/>
                  </a:lnTo>
                  <a:lnTo>
                    <a:pt x="85633" y="11769"/>
                  </a:lnTo>
                  <a:lnTo>
                    <a:pt x="85437" y="12187"/>
                  </a:lnTo>
                  <a:lnTo>
                    <a:pt x="85241" y="12606"/>
                  </a:lnTo>
                  <a:lnTo>
                    <a:pt x="85031" y="13011"/>
                  </a:lnTo>
                  <a:lnTo>
                    <a:pt x="84809" y="13417"/>
                  </a:lnTo>
                  <a:lnTo>
                    <a:pt x="84600" y="13809"/>
                  </a:lnTo>
                  <a:lnTo>
                    <a:pt x="84365" y="14201"/>
                  </a:lnTo>
                  <a:lnTo>
                    <a:pt x="84129" y="14593"/>
                  </a:lnTo>
                  <a:lnTo>
                    <a:pt x="83894" y="14973"/>
                  </a:lnTo>
                  <a:lnTo>
                    <a:pt x="83645" y="15352"/>
                  </a:lnTo>
                  <a:lnTo>
                    <a:pt x="83397" y="15718"/>
                  </a:lnTo>
                  <a:lnTo>
                    <a:pt x="83149" y="16084"/>
                  </a:lnTo>
                  <a:lnTo>
                    <a:pt x="82874" y="16437"/>
                  </a:lnTo>
                  <a:lnTo>
                    <a:pt x="82612" y="16803"/>
                  </a:lnTo>
                  <a:lnTo>
                    <a:pt x="82063" y="17483"/>
                  </a:lnTo>
                  <a:lnTo>
                    <a:pt x="81488" y="18163"/>
                  </a:lnTo>
                  <a:lnTo>
                    <a:pt x="80886" y="18804"/>
                  </a:lnTo>
                  <a:lnTo>
                    <a:pt x="80272" y="19431"/>
                  </a:lnTo>
                  <a:lnTo>
                    <a:pt x="79631" y="20046"/>
                  </a:lnTo>
                  <a:lnTo>
                    <a:pt x="78977" y="20621"/>
                  </a:lnTo>
                  <a:lnTo>
                    <a:pt x="78297" y="21197"/>
                  </a:lnTo>
                  <a:lnTo>
                    <a:pt x="77604" y="21733"/>
                  </a:lnTo>
                  <a:lnTo>
                    <a:pt x="76898" y="22256"/>
                  </a:lnTo>
                  <a:lnTo>
                    <a:pt x="76166" y="22766"/>
                  </a:lnTo>
                  <a:lnTo>
                    <a:pt x="75421" y="23249"/>
                  </a:lnTo>
                  <a:lnTo>
                    <a:pt x="74662" y="23720"/>
                  </a:lnTo>
                  <a:lnTo>
                    <a:pt x="73891" y="24178"/>
                  </a:lnTo>
                  <a:lnTo>
                    <a:pt x="73106" y="24596"/>
                  </a:lnTo>
                  <a:lnTo>
                    <a:pt x="72309" y="25015"/>
                  </a:lnTo>
                  <a:lnTo>
                    <a:pt x="71498" y="25407"/>
                  </a:lnTo>
                  <a:lnTo>
                    <a:pt x="70661" y="25786"/>
                  </a:lnTo>
                  <a:lnTo>
                    <a:pt x="69825" y="26139"/>
                  </a:lnTo>
                  <a:lnTo>
                    <a:pt x="68975" y="26479"/>
                  </a:lnTo>
                  <a:lnTo>
                    <a:pt x="68125" y="26806"/>
                  </a:lnTo>
                  <a:lnTo>
                    <a:pt x="67249" y="27120"/>
                  </a:lnTo>
                  <a:lnTo>
                    <a:pt x="66373" y="27407"/>
                  </a:lnTo>
                  <a:lnTo>
                    <a:pt x="65483" y="27682"/>
                  </a:lnTo>
                  <a:lnTo>
                    <a:pt x="64594" y="27930"/>
                  </a:lnTo>
                  <a:lnTo>
                    <a:pt x="63692" y="28179"/>
                  </a:lnTo>
                  <a:lnTo>
                    <a:pt x="62777" y="28401"/>
                  </a:lnTo>
                  <a:lnTo>
                    <a:pt x="61861" y="28610"/>
                  </a:lnTo>
                  <a:lnTo>
                    <a:pt x="60946" y="28807"/>
                  </a:lnTo>
                  <a:lnTo>
                    <a:pt x="60018" y="28990"/>
                  </a:lnTo>
                  <a:lnTo>
                    <a:pt x="59089" y="29160"/>
                  </a:lnTo>
                  <a:lnTo>
                    <a:pt x="58161" y="29316"/>
                  </a:lnTo>
                  <a:lnTo>
                    <a:pt x="57220" y="29447"/>
                  </a:lnTo>
                  <a:lnTo>
                    <a:pt x="56291" y="29565"/>
                  </a:lnTo>
                  <a:lnTo>
                    <a:pt x="55350" y="29683"/>
                  </a:lnTo>
                  <a:lnTo>
                    <a:pt x="54408" y="29774"/>
                  </a:lnTo>
                  <a:lnTo>
                    <a:pt x="53467" y="29866"/>
                  </a:lnTo>
                  <a:lnTo>
                    <a:pt x="52526" y="29931"/>
                  </a:lnTo>
                  <a:lnTo>
                    <a:pt x="51597" y="29983"/>
                  </a:lnTo>
                  <a:lnTo>
                    <a:pt x="50656" y="30036"/>
                  </a:lnTo>
                  <a:lnTo>
                    <a:pt x="49714" y="30062"/>
                  </a:lnTo>
                  <a:lnTo>
                    <a:pt x="48786" y="30088"/>
                  </a:lnTo>
                  <a:lnTo>
                    <a:pt x="46929" y="30088"/>
                  </a:lnTo>
                  <a:lnTo>
                    <a:pt x="46014" y="30075"/>
                  </a:lnTo>
                  <a:lnTo>
                    <a:pt x="45099" y="30049"/>
                  </a:lnTo>
                  <a:lnTo>
                    <a:pt x="44196" y="30023"/>
                  </a:lnTo>
                  <a:lnTo>
                    <a:pt x="43294" y="29970"/>
                  </a:lnTo>
                  <a:lnTo>
                    <a:pt x="42405" y="29918"/>
                  </a:lnTo>
                  <a:lnTo>
                    <a:pt x="41516" y="29853"/>
                  </a:lnTo>
                  <a:lnTo>
                    <a:pt x="40640" y="29774"/>
                  </a:lnTo>
                  <a:lnTo>
                    <a:pt x="39764" y="29683"/>
                  </a:lnTo>
                  <a:lnTo>
                    <a:pt x="38914" y="29591"/>
                  </a:lnTo>
                  <a:lnTo>
                    <a:pt x="38064" y="29486"/>
                  </a:lnTo>
                  <a:lnTo>
                    <a:pt x="37292" y="29382"/>
                  </a:lnTo>
                  <a:lnTo>
                    <a:pt x="36521" y="29264"/>
                  </a:lnTo>
                  <a:lnTo>
                    <a:pt x="35750" y="29147"/>
                  </a:lnTo>
                  <a:lnTo>
                    <a:pt x="34965" y="29016"/>
                  </a:lnTo>
                  <a:lnTo>
                    <a:pt x="34167" y="28872"/>
                  </a:lnTo>
                  <a:lnTo>
                    <a:pt x="33370" y="28715"/>
                  </a:lnTo>
                  <a:lnTo>
                    <a:pt x="32572" y="28545"/>
                  </a:lnTo>
                  <a:lnTo>
                    <a:pt x="31761" y="28375"/>
                  </a:lnTo>
                  <a:lnTo>
                    <a:pt x="30951" y="28192"/>
                  </a:lnTo>
                  <a:lnTo>
                    <a:pt x="30140" y="27996"/>
                  </a:lnTo>
                  <a:lnTo>
                    <a:pt x="29329" y="27787"/>
                  </a:lnTo>
                  <a:lnTo>
                    <a:pt x="28519" y="27564"/>
                  </a:lnTo>
                  <a:lnTo>
                    <a:pt x="27695" y="27342"/>
                  </a:lnTo>
                  <a:lnTo>
                    <a:pt x="26884" y="27107"/>
                  </a:lnTo>
                  <a:lnTo>
                    <a:pt x="26074" y="26845"/>
                  </a:lnTo>
                  <a:lnTo>
                    <a:pt x="25250" y="26584"/>
                  </a:lnTo>
                  <a:lnTo>
                    <a:pt x="24439" y="26322"/>
                  </a:lnTo>
                  <a:lnTo>
                    <a:pt x="23628" y="26035"/>
                  </a:lnTo>
                  <a:lnTo>
                    <a:pt x="22831" y="25747"/>
                  </a:lnTo>
                  <a:lnTo>
                    <a:pt x="22020" y="25433"/>
                  </a:lnTo>
                  <a:lnTo>
                    <a:pt x="21223" y="25119"/>
                  </a:lnTo>
                  <a:lnTo>
                    <a:pt x="20438" y="24792"/>
                  </a:lnTo>
                  <a:lnTo>
                    <a:pt x="19640" y="24452"/>
                  </a:lnTo>
                  <a:lnTo>
                    <a:pt x="18869" y="24099"/>
                  </a:lnTo>
                  <a:lnTo>
                    <a:pt x="18097" y="23746"/>
                  </a:lnTo>
                  <a:lnTo>
                    <a:pt x="17326" y="23367"/>
                  </a:lnTo>
                  <a:lnTo>
                    <a:pt x="16568" y="22988"/>
                  </a:lnTo>
                  <a:lnTo>
                    <a:pt x="15822" y="22583"/>
                  </a:lnTo>
                  <a:lnTo>
                    <a:pt x="15077" y="22177"/>
                  </a:lnTo>
                  <a:lnTo>
                    <a:pt x="14345" y="21759"/>
                  </a:lnTo>
                  <a:lnTo>
                    <a:pt x="13626" y="21327"/>
                  </a:lnTo>
                  <a:lnTo>
                    <a:pt x="12920" y="20883"/>
                  </a:lnTo>
                  <a:lnTo>
                    <a:pt x="12227" y="20425"/>
                  </a:lnTo>
                  <a:lnTo>
                    <a:pt x="11547" y="19954"/>
                  </a:lnTo>
                  <a:lnTo>
                    <a:pt x="10880" y="19484"/>
                  </a:lnTo>
                  <a:lnTo>
                    <a:pt x="10213" y="18987"/>
                  </a:lnTo>
                  <a:lnTo>
                    <a:pt x="9572" y="18477"/>
                  </a:lnTo>
                  <a:lnTo>
                    <a:pt x="8958" y="17967"/>
                  </a:lnTo>
                  <a:lnTo>
                    <a:pt x="8343" y="17431"/>
                  </a:lnTo>
                  <a:lnTo>
                    <a:pt x="7755" y="16895"/>
                  </a:lnTo>
                  <a:lnTo>
                    <a:pt x="7179" y="16345"/>
                  </a:lnTo>
                  <a:lnTo>
                    <a:pt x="6617" y="15770"/>
                  </a:lnTo>
                  <a:lnTo>
                    <a:pt x="6081" y="15195"/>
                  </a:lnTo>
                  <a:lnTo>
                    <a:pt x="5558" y="14606"/>
                  </a:lnTo>
                  <a:lnTo>
                    <a:pt x="5061" y="13992"/>
                  </a:lnTo>
                  <a:lnTo>
                    <a:pt x="4577" y="13377"/>
                  </a:lnTo>
                  <a:lnTo>
                    <a:pt x="4120" y="12750"/>
                  </a:lnTo>
                  <a:lnTo>
                    <a:pt x="3675" y="12109"/>
                  </a:lnTo>
                  <a:lnTo>
                    <a:pt x="3270" y="11455"/>
                  </a:lnTo>
                  <a:lnTo>
                    <a:pt x="2878" y="10775"/>
                  </a:lnTo>
                  <a:lnTo>
                    <a:pt x="2498" y="10095"/>
                  </a:lnTo>
                  <a:lnTo>
                    <a:pt x="2158" y="9402"/>
                  </a:lnTo>
                  <a:lnTo>
                    <a:pt x="1831" y="8696"/>
                  </a:lnTo>
                  <a:lnTo>
                    <a:pt x="1544" y="7977"/>
                  </a:lnTo>
                  <a:lnTo>
                    <a:pt x="1269" y="7232"/>
                  </a:lnTo>
                  <a:lnTo>
                    <a:pt x="1034" y="6486"/>
                  </a:lnTo>
                  <a:lnTo>
                    <a:pt x="825" y="5728"/>
                  </a:lnTo>
                  <a:lnTo>
                    <a:pt x="629" y="4944"/>
                  </a:lnTo>
                  <a:lnTo>
                    <a:pt x="472" y="4159"/>
                  </a:lnTo>
                  <a:lnTo>
                    <a:pt x="406" y="3754"/>
                  </a:lnTo>
                  <a:lnTo>
                    <a:pt x="354" y="3361"/>
                  </a:lnTo>
                  <a:lnTo>
                    <a:pt x="302" y="2956"/>
                  </a:lnTo>
                  <a:lnTo>
                    <a:pt x="249" y="2538"/>
                  </a:lnTo>
                  <a:lnTo>
                    <a:pt x="210" y="2132"/>
                  </a:lnTo>
                  <a:lnTo>
                    <a:pt x="184" y="1714"/>
                  </a:lnTo>
                  <a:lnTo>
                    <a:pt x="158" y="1282"/>
                  </a:lnTo>
                  <a:lnTo>
                    <a:pt x="145" y="864"/>
                  </a:lnTo>
                  <a:lnTo>
                    <a:pt x="145" y="432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810;p38">
              <a:extLst>
                <a:ext uri="{FF2B5EF4-FFF2-40B4-BE49-F238E27FC236}">
                  <a16:creationId xmlns:a16="http://schemas.microsoft.com/office/drawing/2014/main" id="{C86DFD39-5D53-9BCE-1053-56AA82C27B88}"/>
                </a:ext>
              </a:extLst>
            </p:cNvPr>
            <p:cNvSpPr/>
            <p:nvPr/>
          </p:nvSpPr>
          <p:spPr>
            <a:xfrm>
              <a:off x="2347800" y="2612975"/>
              <a:ext cx="929700" cy="748600"/>
            </a:xfrm>
            <a:custGeom>
              <a:avLst/>
              <a:gdLst/>
              <a:ahLst/>
              <a:cxnLst/>
              <a:rect l="l" t="t" r="r" b="b"/>
              <a:pathLst>
                <a:path w="37188" h="29944" extrusionOk="0">
                  <a:moveTo>
                    <a:pt x="17914" y="0"/>
                  </a:moveTo>
                  <a:lnTo>
                    <a:pt x="17522" y="14"/>
                  </a:lnTo>
                  <a:lnTo>
                    <a:pt x="17143" y="40"/>
                  </a:lnTo>
                  <a:lnTo>
                    <a:pt x="16764" y="66"/>
                  </a:lnTo>
                  <a:lnTo>
                    <a:pt x="16372" y="118"/>
                  </a:lnTo>
                  <a:lnTo>
                    <a:pt x="15992" y="170"/>
                  </a:lnTo>
                  <a:lnTo>
                    <a:pt x="15600" y="236"/>
                  </a:lnTo>
                  <a:lnTo>
                    <a:pt x="15221" y="314"/>
                  </a:lnTo>
                  <a:lnTo>
                    <a:pt x="14829" y="406"/>
                  </a:lnTo>
                  <a:lnTo>
                    <a:pt x="14449" y="510"/>
                  </a:lnTo>
                  <a:lnTo>
                    <a:pt x="14057" y="615"/>
                  </a:lnTo>
                  <a:lnTo>
                    <a:pt x="13678" y="733"/>
                  </a:lnTo>
                  <a:lnTo>
                    <a:pt x="13286" y="863"/>
                  </a:lnTo>
                  <a:lnTo>
                    <a:pt x="12907" y="1007"/>
                  </a:lnTo>
                  <a:lnTo>
                    <a:pt x="12527" y="1164"/>
                  </a:lnTo>
                  <a:lnTo>
                    <a:pt x="12148" y="1321"/>
                  </a:lnTo>
                  <a:lnTo>
                    <a:pt x="11769" y="1491"/>
                  </a:lnTo>
                  <a:lnTo>
                    <a:pt x="11403" y="1661"/>
                  </a:lnTo>
                  <a:lnTo>
                    <a:pt x="11024" y="1844"/>
                  </a:lnTo>
                  <a:lnTo>
                    <a:pt x="10658" y="2040"/>
                  </a:lnTo>
                  <a:lnTo>
                    <a:pt x="10291" y="2249"/>
                  </a:lnTo>
                  <a:lnTo>
                    <a:pt x="9925" y="2459"/>
                  </a:lnTo>
                  <a:lnTo>
                    <a:pt x="9559" y="2681"/>
                  </a:lnTo>
                  <a:lnTo>
                    <a:pt x="9206" y="2903"/>
                  </a:lnTo>
                  <a:lnTo>
                    <a:pt x="8853" y="3139"/>
                  </a:lnTo>
                  <a:lnTo>
                    <a:pt x="8500" y="3387"/>
                  </a:lnTo>
                  <a:lnTo>
                    <a:pt x="8147" y="3635"/>
                  </a:lnTo>
                  <a:lnTo>
                    <a:pt x="7807" y="3884"/>
                  </a:lnTo>
                  <a:lnTo>
                    <a:pt x="7467" y="4158"/>
                  </a:lnTo>
                  <a:lnTo>
                    <a:pt x="7140" y="4420"/>
                  </a:lnTo>
                  <a:lnTo>
                    <a:pt x="6813" y="4708"/>
                  </a:lnTo>
                  <a:lnTo>
                    <a:pt x="6486" y="4982"/>
                  </a:lnTo>
                  <a:lnTo>
                    <a:pt x="6173" y="5283"/>
                  </a:lnTo>
                  <a:lnTo>
                    <a:pt x="5859" y="5571"/>
                  </a:lnTo>
                  <a:lnTo>
                    <a:pt x="5545" y="5871"/>
                  </a:lnTo>
                  <a:lnTo>
                    <a:pt x="5244" y="6185"/>
                  </a:lnTo>
                  <a:lnTo>
                    <a:pt x="4943" y="6499"/>
                  </a:lnTo>
                  <a:lnTo>
                    <a:pt x="4656" y="6813"/>
                  </a:lnTo>
                  <a:lnTo>
                    <a:pt x="4381" y="7140"/>
                  </a:lnTo>
                  <a:lnTo>
                    <a:pt x="4107" y="7467"/>
                  </a:lnTo>
                  <a:lnTo>
                    <a:pt x="3832" y="7807"/>
                  </a:lnTo>
                  <a:lnTo>
                    <a:pt x="3571" y="8147"/>
                  </a:lnTo>
                  <a:lnTo>
                    <a:pt x="3309" y="8487"/>
                  </a:lnTo>
                  <a:lnTo>
                    <a:pt x="3074" y="8840"/>
                  </a:lnTo>
                  <a:lnTo>
                    <a:pt x="2825" y="9180"/>
                  </a:lnTo>
                  <a:lnTo>
                    <a:pt x="2603" y="9546"/>
                  </a:lnTo>
                  <a:lnTo>
                    <a:pt x="2368" y="9899"/>
                  </a:lnTo>
                  <a:lnTo>
                    <a:pt x="2158" y="10265"/>
                  </a:lnTo>
                  <a:lnTo>
                    <a:pt x="1949" y="10631"/>
                  </a:lnTo>
                  <a:lnTo>
                    <a:pt x="1753" y="10997"/>
                  </a:lnTo>
                  <a:lnTo>
                    <a:pt x="1570" y="11363"/>
                  </a:lnTo>
                  <a:lnTo>
                    <a:pt x="1387" y="11742"/>
                  </a:lnTo>
                  <a:lnTo>
                    <a:pt x="1217" y="12122"/>
                  </a:lnTo>
                  <a:lnTo>
                    <a:pt x="1060" y="12501"/>
                  </a:lnTo>
                  <a:lnTo>
                    <a:pt x="903" y="12880"/>
                  </a:lnTo>
                  <a:lnTo>
                    <a:pt x="759" y="13272"/>
                  </a:lnTo>
                  <a:lnTo>
                    <a:pt x="629" y="13651"/>
                  </a:lnTo>
                  <a:lnTo>
                    <a:pt x="511" y="14044"/>
                  </a:lnTo>
                  <a:lnTo>
                    <a:pt x="406" y="14423"/>
                  </a:lnTo>
                  <a:lnTo>
                    <a:pt x="289" y="14880"/>
                  </a:lnTo>
                  <a:lnTo>
                    <a:pt x="197" y="15325"/>
                  </a:lnTo>
                  <a:lnTo>
                    <a:pt x="119" y="15757"/>
                  </a:lnTo>
                  <a:lnTo>
                    <a:pt x="66" y="16188"/>
                  </a:lnTo>
                  <a:lnTo>
                    <a:pt x="27" y="16606"/>
                  </a:lnTo>
                  <a:lnTo>
                    <a:pt x="14" y="17025"/>
                  </a:lnTo>
                  <a:lnTo>
                    <a:pt x="1" y="17430"/>
                  </a:lnTo>
                  <a:lnTo>
                    <a:pt x="14" y="17836"/>
                  </a:lnTo>
                  <a:lnTo>
                    <a:pt x="53" y="18228"/>
                  </a:lnTo>
                  <a:lnTo>
                    <a:pt x="92" y="18607"/>
                  </a:lnTo>
                  <a:lnTo>
                    <a:pt x="158" y="18986"/>
                  </a:lnTo>
                  <a:lnTo>
                    <a:pt x="236" y="19352"/>
                  </a:lnTo>
                  <a:lnTo>
                    <a:pt x="328" y="19718"/>
                  </a:lnTo>
                  <a:lnTo>
                    <a:pt x="432" y="20085"/>
                  </a:lnTo>
                  <a:lnTo>
                    <a:pt x="550" y="20425"/>
                  </a:lnTo>
                  <a:lnTo>
                    <a:pt x="681" y="20778"/>
                  </a:lnTo>
                  <a:lnTo>
                    <a:pt x="838" y="21104"/>
                  </a:lnTo>
                  <a:lnTo>
                    <a:pt x="995" y="21431"/>
                  </a:lnTo>
                  <a:lnTo>
                    <a:pt x="1165" y="21758"/>
                  </a:lnTo>
                  <a:lnTo>
                    <a:pt x="1348" y="22072"/>
                  </a:lnTo>
                  <a:lnTo>
                    <a:pt x="1557" y="22386"/>
                  </a:lnTo>
                  <a:lnTo>
                    <a:pt x="1766" y="22687"/>
                  </a:lnTo>
                  <a:lnTo>
                    <a:pt x="1975" y="22974"/>
                  </a:lnTo>
                  <a:lnTo>
                    <a:pt x="2211" y="23262"/>
                  </a:lnTo>
                  <a:lnTo>
                    <a:pt x="2459" y="23550"/>
                  </a:lnTo>
                  <a:lnTo>
                    <a:pt x="2708" y="23824"/>
                  </a:lnTo>
                  <a:lnTo>
                    <a:pt x="2969" y="24086"/>
                  </a:lnTo>
                  <a:lnTo>
                    <a:pt x="3244" y="24347"/>
                  </a:lnTo>
                  <a:lnTo>
                    <a:pt x="3518" y="24609"/>
                  </a:lnTo>
                  <a:lnTo>
                    <a:pt x="3806" y="24857"/>
                  </a:lnTo>
                  <a:lnTo>
                    <a:pt x="4107" y="25093"/>
                  </a:lnTo>
                  <a:lnTo>
                    <a:pt x="4407" y="25328"/>
                  </a:lnTo>
                  <a:lnTo>
                    <a:pt x="4721" y="25563"/>
                  </a:lnTo>
                  <a:lnTo>
                    <a:pt x="5048" y="25786"/>
                  </a:lnTo>
                  <a:lnTo>
                    <a:pt x="5375" y="25995"/>
                  </a:lnTo>
                  <a:lnTo>
                    <a:pt x="5702" y="26204"/>
                  </a:lnTo>
                  <a:lnTo>
                    <a:pt x="6042" y="26413"/>
                  </a:lnTo>
                  <a:lnTo>
                    <a:pt x="6382" y="26609"/>
                  </a:lnTo>
                  <a:lnTo>
                    <a:pt x="7088" y="26989"/>
                  </a:lnTo>
                  <a:lnTo>
                    <a:pt x="7807" y="27342"/>
                  </a:lnTo>
                  <a:lnTo>
                    <a:pt x="8552" y="27668"/>
                  </a:lnTo>
                  <a:lnTo>
                    <a:pt x="9298" y="27969"/>
                  </a:lnTo>
                  <a:lnTo>
                    <a:pt x="10056" y="28257"/>
                  </a:lnTo>
                  <a:lnTo>
                    <a:pt x="10827" y="28505"/>
                  </a:lnTo>
                  <a:lnTo>
                    <a:pt x="11586" y="28741"/>
                  </a:lnTo>
                  <a:lnTo>
                    <a:pt x="12357" y="28950"/>
                  </a:lnTo>
                  <a:lnTo>
                    <a:pt x="13129" y="29146"/>
                  </a:lnTo>
                  <a:lnTo>
                    <a:pt x="13887" y="29316"/>
                  </a:lnTo>
                  <a:lnTo>
                    <a:pt x="14632" y="29460"/>
                  </a:lnTo>
                  <a:lnTo>
                    <a:pt x="15378" y="29578"/>
                  </a:lnTo>
                  <a:lnTo>
                    <a:pt x="16097" y="29682"/>
                  </a:lnTo>
                  <a:lnTo>
                    <a:pt x="16829" y="29774"/>
                  </a:lnTo>
                  <a:lnTo>
                    <a:pt x="17574" y="29839"/>
                  </a:lnTo>
                  <a:lnTo>
                    <a:pt x="18320" y="29891"/>
                  </a:lnTo>
                  <a:lnTo>
                    <a:pt x="19091" y="29931"/>
                  </a:lnTo>
                  <a:lnTo>
                    <a:pt x="19863" y="29944"/>
                  </a:lnTo>
                  <a:lnTo>
                    <a:pt x="20660" y="29944"/>
                  </a:lnTo>
                  <a:lnTo>
                    <a:pt x="21445" y="29917"/>
                  </a:lnTo>
                  <a:lnTo>
                    <a:pt x="22242" y="29878"/>
                  </a:lnTo>
                  <a:lnTo>
                    <a:pt x="23040" y="29813"/>
                  </a:lnTo>
                  <a:lnTo>
                    <a:pt x="23838" y="29721"/>
                  </a:lnTo>
                  <a:lnTo>
                    <a:pt x="24635" y="29617"/>
                  </a:lnTo>
                  <a:lnTo>
                    <a:pt x="25420" y="29473"/>
                  </a:lnTo>
                  <a:lnTo>
                    <a:pt x="26204" y="29316"/>
                  </a:lnTo>
                  <a:lnTo>
                    <a:pt x="26976" y="29133"/>
                  </a:lnTo>
                  <a:lnTo>
                    <a:pt x="27747" y="28924"/>
                  </a:lnTo>
                  <a:lnTo>
                    <a:pt x="28493" y="28675"/>
                  </a:lnTo>
                  <a:lnTo>
                    <a:pt x="28859" y="28545"/>
                  </a:lnTo>
                  <a:lnTo>
                    <a:pt x="29225" y="28414"/>
                  </a:lnTo>
                  <a:lnTo>
                    <a:pt x="29591" y="28270"/>
                  </a:lnTo>
                  <a:lnTo>
                    <a:pt x="29944" y="28113"/>
                  </a:lnTo>
                  <a:lnTo>
                    <a:pt x="30297" y="27956"/>
                  </a:lnTo>
                  <a:lnTo>
                    <a:pt x="30637" y="27786"/>
                  </a:lnTo>
                  <a:lnTo>
                    <a:pt x="30977" y="27616"/>
                  </a:lnTo>
                  <a:lnTo>
                    <a:pt x="31317" y="27433"/>
                  </a:lnTo>
                  <a:lnTo>
                    <a:pt x="31644" y="27237"/>
                  </a:lnTo>
                  <a:lnTo>
                    <a:pt x="31958" y="27041"/>
                  </a:lnTo>
                  <a:lnTo>
                    <a:pt x="32271" y="26832"/>
                  </a:lnTo>
                  <a:lnTo>
                    <a:pt x="32585" y="26622"/>
                  </a:lnTo>
                  <a:lnTo>
                    <a:pt x="32886" y="26400"/>
                  </a:lnTo>
                  <a:lnTo>
                    <a:pt x="33187" y="26165"/>
                  </a:lnTo>
                  <a:lnTo>
                    <a:pt x="33461" y="25929"/>
                  </a:lnTo>
                  <a:lnTo>
                    <a:pt x="33749" y="25681"/>
                  </a:lnTo>
                  <a:lnTo>
                    <a:pt x="34011" y="25419"/>
                  </a:lnTo>
                  <a:lnTo>
                    <a:pt x="34285" y="25158"/>
                  </a:lnTo>
                  <a:lnTo>
                    <a:pt x="34534" y="24883"/>
                  </a:lnTo>
                  <a:lnTo>
                    <a:pt x="34782" y="24596"/>
                  </a:lnTo>
                  <a:lnTo>
                    <a:pt x="35017" y="24295"/>
                  </a:lnTo>
                  <a:lnTo>
                    <a:pt x="35240" y="23994"/>
                  </a:lnTo>
                  <a:lnTo>
                    <a:pt x="35449" y="23680"/>
                  </a:lnTo>
                  <a:lnTo>
                    <a:pt x="35658" y="23367"/>
                  </a:lnTo>
                  <a:lnTo>
                    <a:pt x="35854" y="23027"/>
                  </a:lnTo>
                  <a:lnTo>
                    <a:pt x="36037" y="22687"/>
                  </a:lnTo>
                  <a:lnTo>
                    <a:pt x="36207" y="22347"/>
                  </a:lnTo>
                  <a:lnTo>
                    <a:pt x="36377" y="21981"/>
                  </a:lnTo>
                  <a:lnTo>
                    <a:pt x="36521" y="21614"/>
                  </a:lnTo>
                  <a:lnTo>
                    <a:pt x="36665" y="21235"/>
                  </a:lnTo>
                  <a:lnTo>
                    <a:pt x="36796" y="20843"/>
                  </a:lnTo>
                  <a:lnTo>
                    <a:pt x="36913" y="20438"/>
                  </a:lnTo>
                  <a:lnTo>
                    <a:pt x="37018" y="20006"/>
                  </a:lnTo>
                  <a:lnTo>
                    <a:pt x="37096" y="19588"/>
                  </a:lnTo>
                  <a:lnTo>
                    <a:pt x="37149" y="19182"/>
                  </a:lnTo>
                  <a:lnTo>
                    <a:pt x="37175" y="18777"/>
                  </a:lnTo>
                  <a:lnTo>
                    <a:pt x="37188" y="18385"/>
                  </a:lnTo>
                  <a:lnTo>
                    <a:pt x="37175" y="17992"/>
                  </a:lnTo>
                  <a:lnTo>
                    <a:pt x="37149" y="17613"/>
                  </a:lnTo>
                  <a:lnTo>
                    <a:pt x="37096" y="17247"/>
                  </a:lnTo>
                  <a:lnTo>
                    <a:pt x="37031" y="16881"/>
                  </a:lnTo>
                  <a:lnTo>
                    <a:pt x="36939" y="16515"/>
                  </a:lnTo>
                  <a:lnTo>
                    <a:pt x="36835" y="16162"/>
                  </a:lnTo>
                  <a:lnTo>
                    <a:pt x="36730" y="15809"/>
                  </a:lnTo>
                  <a:lnTo>
                    <a:pt x="36599" y="15456"/>
                  </a:lnTo>
                  <a:lnTo>
                    <a:pt x="36456" y="15116"/>
                  </a:lnTo>
                  <a:lnTo>
                    <a:pt x="36299" y="14763"/>
                  </a:lnTo>
                  <a:lnTo>
                    <a:pt x="36129" y="14436"/>
                  </a:lnTo>
                  <a:lnTo>
                    <a:pt x="35946" y="14096"/>
                  </a:lnTo>
                  <a:lnTo>
                    <a:pt x="35763" y="13756"/>
                  </a:lnTo>
                  <a:lnTo>
                    <a:pt x="35357" y="13102"/>
                  </a:lnTo>
                  <a:lnTo>
                    <a:pt x="34939" y="12435"/>
                  </a:lnTo>
                  <a:lnTo>
                    <a:pt x="34494" y="11782"/>
                  </a:lnTo>
                  <a:lnTo>
                    <a:pt x="33579" y="10435"/>
                  </a:lnTo>
                  <a:lnTo>
                    <a:pt x="33121" y="9755"/>
                  </a:lnTo>
                  <a:lnTo>
                    <a:pt x="32690" y="9062"/>
                  </a:lnTo>
                  <a:lnTo>
                    <a:pt x="32232" y="8330"/>
                  </a:lnTo>
                  <a:lnTo>
                    <a:pt x="31788" y="7610"/>
                  </a:lnTo>
                  <a:lnTo>
                    <a:pt x="31317" y="6917"/>
                  </a:lnTo>
                  <a:lnTo>
                    <a:pt x="31082" y="6564"/>
                  </a:lnTo>
                  <a:lnTo>
                    <a:pt x="30833" y="6224"/>
                  </a:lnTo>
                  <a:lnTo>
                    <a:pt x="30572" y="5898"/>
                  </a:lnTo>
                  <a:lnTo>
                    <a:pt x="30310" y="5558"/>
                  </a:lnTo>
                  <a:lnTo>
                    <a:pt x="30049" y="5244"/>
                  </a:lnTo>
                  <a:lnTo>
                    <a:pt x="29761" y="4917"/>
                  </a:lnTo>
                  <a:lnTo>
                    <a:pt x="29460" y="4616"/>
                  </a:lnTo>
                  <a:lnTo>
                    <a:pt x="29159" y="4302"/>
                  </a:lnTo>
                  <a:lnTo>
                    <a:pt x="28833" y="4002"/>
                  </a:lnTo>
                  <a:lnTo>
                    <a:pt x="28506" y="3714"/>
                  </a:lnTo>
                  <a:lnTo>
                    <a:pt x="28153" y="3426"/>
                  </a:lnTo>
                  <a:lnTo>
                    <a:pt x="27773" y="3152"/>
                  </a:lnTo>
                  <a:lnTo>
                    <a:pt x="27394" y="2877"/>
                  </a:lnTo>
                  <a:lnTo>
                    <a:pt x="26976" y="2616"/>
                  </a:lnTo>
                  <a:lnTo>
                    <a:pt x="26557" y="2367"/>
                  </a:lnTo>
                  <a:lnTo>
                    <a:pt x="26100" y="2119"/>
                  </a:lnTo>
                  <a:lnTo>
                    <a:pt x="25629" y="1883"/>
                  </a:lnTo>
                  <a:lnTo>
                    <a:pt x="25132" y="1661"/>
                  </a:lnTo>
                  <a:lnTo>
                    <a:pt x="24609" y="1439"/>
                  </a:lnTo>
                  <a:lnTo>
                    <a:pt x="24060" y="1230"/>
                  </a:lnTo>
                  <a:lnTo>
                    <a:pt x="23498" y="1033"/>
                  </a:lnTo>
                  <a:lnTo>
                    <a:pt x="22883" y="837"/>
                  </a:lnTo>
                  <a:lnTo>
                    <a:pt x="22256" y="667"/>
                  </a:lnTo>
                  <a:lnTo>
                    <a:pt x="21602" y="497"/>
                  </a:lnTo>
                  <a:lnTo>
                    <a:pt x="20909" y="340"/>
                  </a:lnTo>
                  <a:lnTo>
                    <a:pt x="20177" y="197"/>
                  </a:lnTo>
                  <a:lnTo>
                    <a:pt x="19810" y="131"/>
                  </a:lnTo>
                  <a:lnTo>
                    <a:pt x="19431" y="79"/>
                  </a:lnTo>
                  <a:lnTo>
                    <a:pt x="19052" y="40"/>
                  </a:lnTo>
                  <a:lnTo>
                    <a:pt x="18673" y="14"/>
                  </a:lnTo>
                  <a:lnTo>
                    <a:pt x="18294" y="0"/>
                  </a:ln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811;p38">
              <a:extLst>
                <a:ext uri="{FF2B5EF4-FFF2-40B4-BE49-F238E27FC236}">
                  <a16:creationId xmlns:a16="http://schemas.microsoft.com/office/drawing/2014/main" id="{897D637E-6594-1418-C9DC-02302BC7D6E2}"/>
                </a:ext>
              </a:extLst>
            </p:cNvPr>
            <p:cNvSpPr/>
            <p:nvPr/>
          </p:nvSpPr>
          <p:spPr>
            <a:xfrm>
              <a:off x="2554075" y="2838200"/>
              <a:ext cx="501150" cy="300450"/>
            </a:xfrm>
            <a:custGeom>
              <a:avLst/>
              <a:gdLst/>
              <a:ahLst/>
              <a:cxnLst/>
              <a:rect l="l" t="t" r="r" b="b"/>
              <a:pathLst>
                <a:path w="20046" h="12018" extrusionOk="0">
                  <a:moveTo>
                    <a:pt x="2171" y="1"/>
                  </a:moveTo>
                  <a:lnTo>
                    <a:pt x="2080" y="14"/>
                  </a:lnTo>
                  <a:lnTo>
                    <a:pt x="1975" y="27"/>
                  </a:lnTo>
                  <a:lnTo>
                    <a:pt x="1883" y="66"/>
                  </a:lnTo>
                  <a:lnTo>
                    <a:pt x="1792" y="118"/>
                  </a:lnTo>
                  <a:lnTo>
                    <a:pt x="1700" y="171"/>
                  </a:lnTo>
                  <a:lnTo>
                    <a:pt x="1622" y="249"/>
                  </a:lnTo>
                  <a:lnTo>
                    <a:pt x="1374" y="550"/>
                  </a:lnTo>
                  <a:lnTo>
                    <a:pt x="1138" y="864"/>
                  </a:lnTo>
                  <a:lnTo>
                    <a:pt x="929" y="1190"/>
                  </a:lnTo>
                  <a:lnTo>
                    <a:pt x="733" y="1543"/>
                  </a:lnTo>
                  <a:lnTo>
                    <a:pt x="576" y="1897"/>
                  </a:lnTo>
                  <a:lnTo>
                    <a:pt x="432" y="2263"/>
                  </a:lnTo>
                  <a:lnTo>
                    <a:pt x="301" y="2642"/>
                  </a:lnTo>
                  <a:lnTo>
                    <a:pt x="197" y="3021"/>
                  </a:lnTo>
                  <a:lnTo>
                    <a:pt x="118" y="3413"/>
                  </a:lnTo>
                  <a:lnTo>
                    <a:pt x="66" y="3806"/>
                  </a:lnTo>
                  <a:lnTo>
                    <a:pt x="27" y="4198"/>
                  </a:lnTo>
                  <a:lnTo>
                    <a:pt x="1" y="4590"/>
                  </a:lnTo>
                  <a:lnTo>
                    <a:pt x="1" y="4982"/>
                  </a:lnTo>
                  <a:lnTo>
                    <a:pt x="27" y="5375"/>
                  </a:lnTo>
                  <a:lnTo>
                    <a:pt x="66" y="5767"/>
                  </a:lnTo>
                  <a:lnTo>
                    <a:pt x="118" y="6146"/>
                  </a:lnTo>
                  <a:lnTo>
                    <a:pt x="197" y="6525"/>
                  </a:lnTo>
                  <a:lnTo>
                    <a:pt x="301" y="6878"/>
                  </a:lnTo>
                  <a:lnTo>
                    <a:pt x="406" y="7244"/>
                  </a:lnTo>
                  <a:lnTo>
                    <a:pt x="537" y="7584"/>
                  </a:lnTo>
                  <a:lnTo>
                    <a:pt x="694" y="7911"/>
                  </a:lnTo>
                  <a:lnTo>
                    <a:pt x="851" y="8225"/>
                  </a:lnTo>
                  <a:lnTo>
                    <a:pt x="1034" y="8526"/>
                  </a:lnTo>
                  <a:lnTo>
                    <a:pt x="1243" y="8800"/>
                  </a:lnTo>
                  <a:lnTo>
                    <a:pt x="1452" y="9049"/>
                  </a:lnTo>
                  <a:lnTo>
                    <a:pt x="1687" y="9284"/>
                  </a:lnTo>
                  <a:lnTo>
                    <a:pt x="1936" y="9507"/>
                  </a:lnTo>
                  <a:lnTo>
                    <a:pt x="2197" y="9690"/>
                  </a:lnTo>
                  <a:lnTo>
                    <a:pt x="2328" y="9768"/>
                  </a:lnTo>
                  <a:lnTo>
                    <a:pt x="2472" y="9846"/>
                  </a:lnTo>
                  <a:lnTo>
                    <a:pt x="2616" y="9925"/>
                  </a:lnTo>
                  <a:lnTo>
                    <a:pt x="2760" y="9977"/>
                  </a:lnTo>
                  <a:lnTo>
                    <a:pt x="2916" y="10030"/>
                  </a:lnTo>
                  <a:lnTo>
                    <a:pt x="3073" y="10082"/>
                  </a:lnTo>
                  <a:lnTo>
                    <a:pt x="3230" y="10121"/>
                  </a:lnTo>
                  <a:lnTo>
                    <a:pt x="3387" y="10147"/>
                  </a:lnTo>
                  <a:lnTo>
                    <a:pt x="3688" y="10200"/>
                  </a:lnTo>
                  <a:lnTo>
                    <a:pt x="3976" y="10226"/>
                  </a:lnTo>
                  <a:lnTo>
                    <a:pt x="4263" y="10239"/>
                  </a:lnTo>
                  <a:lnTo>
                    <a:pt x="4538" y="10239"/>
                  </a:lnTo>
                  <a:lnTo>
                    <a:pt x="4812" y="10226"/>
                  </a:lnTo>
                  <a:lnTo>
                    <a:pt x="5074" y="10213"/>
                  </a:lnTo>
                  <a:lnTo>
                    <a:pt x="5335" y="10173"/>
                  </a:lnTo>
                  <a:lnTo>
                    <a:pt x="5584" y="10121"/>
                  </a:lnTo>
                  <a:lnTo>
                    <a:pt x="5832" y="10069"/>
                  </a:lnTo>
                  <a:lnTo>
                    <a:pt x="6081" y="9990"/>
                  </a:lnTo>
                  <a:lnTo>
                    <a:pt x="6316" y="9912"/>
                  </a:lnTo>
                  <a:lnTo>
                    <a:pt x="6538" y="9820"/>
                  </a:lnTo>
                  <a:lnTo>
                    <a:pt x="6761" y="9716"/>
                  </a:lnTo>
                  <a:lnTo>
                    <a:pt x="6970" y="9611"/>
                  </a:lnTo>
                  <a:lnTo>
                    <a:pt x="7179" y="9480"/>
                  </a:lnTo>
                  <a:lnTo>
                    <a:pt x="7388" y="9350"/>
                  </a:lnTo>
                  <a:lnTo>
                    <a:pt x="7584" y="9219"/>
                  </a:lnTo>
                  <a:lnTo>
                    <a:pt x="7767" y="9062"/>
                  </a:lnTo>
                  <a:lnTo>
                    <a:pt x="7951" y="8905"/>
                  </a:lnTo>
                  <a:lnTo>
                    <a:pt x="8134" y="8735"/>
                  </a:lnTo>
                  <a:lnTo>
                    <a:pt x="8304" y="8565"/>
                  </a:lnTo>
                  <a:lnTo>
                    <a:pt x="8474" y="8382"/>
                  </a:lnTo>
                  <a:lnTo>
                    <a:pt x="8630" y="8199"/>
                  </a:lnTo>
                  <a:lnTo>
                    <a:pt x="8787" y="8003"/>
                  </a:lnTo>
                  <a:lnTo>
                    <a:pt x="8931" y="7807"/>
                  </a:lnTo>
                  <a:lnTo>
                    <a:pt x="9075" y="7597"/>
                  </a:lnTo>
                  <a:lnTo>
                    <a:pt x="9219" y="7388"/>
                  </a:lnTo>
                  <a:lnTo>
                    <a:pt x="9350" y="7166"/>
                  </a:lnTo>
                  <a:lnTo>
                    <a:pt x="9585" y="6708"/>
                  </a:lnTo>
                  <a:lnTo>
                    <a:pt x="9807" y="6238"/>
                  </a:lnTo>
                  <a:lnTo>
                    <a:pt x="9860" y="6565"/>
                  </a:lnTo>
                  <a:lnTo>
                    <a:pt x="9912" y="6878"/>
                  </a:lnTo>
                  <a:lnTo>
                    <a:pt x="9977" y="7205"/>
                  </a:lnTo>
                  <a:lnTo>
                    <a:pt x="10069" y="7519"/>
                  </a:lnTo>
                  <a:lnTo>
                    <a:pt x="10160" y="7820"/>
                  </a:lnTo>
                  <a:lnTo>
                    <a:pt x="10265" y="8121"/>
                  </a:lnTo>
                  <a:lnTo>
                    <a:pt x="10383" y="8421"/>
                  </a:lnTo>
                  <a:lnTo>
                    <a:pt x="10513" y="8709"/>
                  </a:lnTo>
                  <a:lnTo>
                    <a:pt x="10657" y="8997"/>
                  </a:lnTo>
                  <a:lnTo>
                    <a:pt x="10814" y="9271"/>
                  </a:lnTo>
                  <a:lnTo>
                    <a:pt x="10984" y="9546"/>
                  </a:lnTo>
                  <a:lnTo>
                    <a:pt x="11167" y="9794"/>
                  </a:lnTo>
                  <a:lnTo>
                    <a:pt x="11350" y="10043"/>
                  </a:lnTo>
                  <a:lnTo>
                    <a:pt x="11546" y="10278"/>
                  </a:lnTo>
                  <a:lnTo>
                    <a:pt x="11769" y="10500"/>
                  </a:lnTo>
                  <a:lnTo>
                    <a:pt x="11978" y="10723"/>
                  </a:lnTo>
                  <a:lnTo>
                    <a:pt x="12213" y="10919"/>
                  </a:lnTo>
                  <a:lnTo>
                    <a:pt x="12462" y="11102"/>
                  </a:lnTo>
                  <a:lnTo>
                    <a:pt x="12710" y="11272"/>
                  </a:lnTo>
                  <a:lnTo>
                    <a:pt x="12972" y="11429"/>
                  </a:lnTo>
                  <a:lnTo>
                    <a:pt x="13233" y="11559"/>
                  </a:lnTo>
                  <a:lnTo>
                    <a:pt x="13508" y="11690"/>
                  </a:lnTo>
                  <a:lnTo>
                    <a:pt x="13795" y="11795"/>
                  </a:lnTo>
                  <a:lnTo>
                    <a:pt x="14096" y="11873"/>
                  </a:lnTo>
                  <a:lnTo>
                    <a:pt x="14397" y="11939"/>
                  </a:lnTo>
                  <a:lnTo>
                    <a:pt x="14711" y="11991"/>
                  </a:lnTo>
                  <a:lnTo>
                    <a:pt x="15038" y="12017"/>
                  </a:lnTo>
                  <a:lnTo>
                    <a:pt x="15364" y="12017"/>
                  </a:lnTo>
                  <a:lnTo>
                    <a:pt x="15691" y="12004"/>
                  </a:lnTo>
                  <a:lnTo>
                    <a:pt x="16044" y="11965"/>
                  </a:lnTo>
                  <a:lnTo>
                    <a:pt x="16384" y="11899"/>
                  </a:lnTo>
                  <a:lnTo>
                    <a:pt x="16750" y="11808"/>
                  </a:lnTo>
                  <a:lnTo>
                    <a:pt x="17077" y="11703"/>
                  </a:lnTo>
                  <a:lnTo>
                    <a:pt x="17391" y="11572"/>
                  </a:lnTo>
                  <a:lnTo>
                    <a:pt x="17692" y="11416"/>
                  </a:lnTo>
                  <a:lnTo>
                    <a:pt x="17966" y="11246"/>
                  </a:lnTo>
                  <a:lnTo>
                    <a:pt x="18228" y="11049"/>
                  </a:lnTo>
                  <a:lnTo>
                    <a:pt x="18463" y="10840"/>
                  </a:lnTo>
                  <a:lnTo>
                    <a:pt x="18686" y="10605"/>
                  </a:lnTo>
                  <a:lnTo>
                    <a:pt x="18882" y="10370"/>
                  </a:lnTo>
                  <a:lnTo>
                    <a:pt x="19065" y="10108"/>
                  </a:lnTo>
                  <a:lnTo>
                    <a:pt x="19235" y="9833"/>
                  </a:lnTo>
                  <a:lnTo>
                    <a:pt x="19392" y="9546"/>
                  </a:lnTo>
                  <a:lnTo>
                    <a:pt x="19522" y="9258"/>
                  </a:lnTo>
                  <a:lnTo>
                    <a:pt x="19640" y="8944"/>
                  </a:lnTo>
                  <a:lnTo>
                    <a:pt x="19745" y="8630"/>
                  </a:lnTo>
                  <a:lnTo>
                    <a:pt x="19836" y="8304"/>
                  </a:lnTo>
                  <a:lnTo>
                    <a:pt x="19902" y="7977"/>
                  </a:lnTo>
                  <a:lnTo>
                    <a:pt x="19967" y="7650"/>
                  </a:lnTo>
                  <a:lnTo>
                    <a:pt x="20006" y="7310"/>
                  </a:lnTo>
                  <a:lnTo>
                    <a:pt x="20032" y="6970"/>
                  </a:lnTo>
                  <a:lnTo>
                    <a:pt x="20045" y="6630"/>
                  </a:lnTo>
                  <a:lnTo>
                    <a:pt x="20045" y="6277"/>
                  </a:lnTo>
                  <a:lnTo>
                    <a:pt x="20045" y="5937"/>
                  </a:lnTo>
                  <a:lnTo>
                    <a:pt x="20019" y="5597"/>
                  </a:lnTo>
                  <a:lnTo>
                    <a:pt x="19980" y="5270"/>
                  </a:lnTo>
                  <a:lnTo>
                    <a:pt x="19928" y="4930"/>
                  </a:lnTo>
                  <a:lnTo>
                    <a:pt x="19875" y="4603"/>
                  </a:lnTo>
                  <a:lnTo>
                    <a:pt x="19797" y="4289"/>
                  </a:lnTo>
                  <a:lnTo>
                    <a:pt x="19719" y="3976"/>
                  </a:lnTo>
                  <a:lnTo>
                    <a:pt x="19627" y="3662"/>
                  </a:lnTo>
                  <a:lnTo>
                    <a:pt x="19522" y="3374"/>
                  </a:lnTo>
                  <a:lnTo>
                    <a:pt x="19405" y="3086"/>
                  </a:lnTo>
                  <a:lnTo>
                    <a:pt x="19287" y="2825"/>
                  </a:lnTo>
                  <a:lnTo>
                    <a:pt x="19235" y="2733"/>
                  </a:lnTo>
                  <a:lnTo>
                    <a:pt x="19169" y="2668"/>
                  </a:lnTo>
                  <a:lnTo>
                    <a:pt x="19091" y="2616"/>
                  </a:lnTo>
                  <a:lnTo>
                    <a:pt x="19013" y="2590"/>
                  </a:lnTo>
                  <a:lnTo>
                    <a:pt x="18856" y="2590"/>
                  </a:lnTo>
                  <a:lnTo>
                    <a:pt x="18764" y="2616"/>
                  </a:lnTo>
                  <a:lnTo>
                    <a:pt x="18699" y="2655"/>
                  </a:lnTo>
                  <a:lnTo>
                    <a:pt x="18620" y="2707"/>
                  </a:lnTo>
                  <a:lnTo>
                    <a:pt x="18555" y="2773"/>
                  </a:lnTo>
                  <a:lnTo>
                    <a:pt x="18503" y="2838"/>
                  </a:lnTo>
                  <a:lnTo>
                    <a:pt x="18463" y="2916"/>
                  </a:lnTo>
                  <a:lnTo>
                    <a:pt x="18450" y="3008"/>
                  </a:lnTo>
                  <a:lnTo>
                    <a:pt x="18437" y="3099"/>
                  </a:lnTo>
                  <a:lnTo>
                    <a:pt x="18450" y="3191"/>
                  </a:lnTo>
                  <a:lnTo>
                    <a:pt x="18489" y="3296"/>
                  </a:lnTo>
                  <a:lnTo>
                    <a:pt x="18594" y="3505"/>
                  </a:lnTo>
                  <a:lnTo>
                    <a:pt x="18686" y="3727"/>
                  </a:lnTo>
                  <a:lnTo>
                    <a:pt x="18764" y="3962"/>
                  </a:lnTo>
                  <a:lnTo>
                    <a:pt x="18843" y="4198"/>
                  </a:lnTo>
                  <a:lnTo>
                    <a:pt x="18921" y="4433"/>
                  </a:lnTo>
                  <a:lnTo>
                    <a:pt x="18973" y="4669"/>
                  </a:lnTo>
                  <a:lnTo>
                    <a:pt x="19026" y="4917"/>
                  </a:lnTo>
                  <a:lnTo>
                    <a:pt x="19078" y="5152"/>
                  </a:lnTo>
                  <a:lnTo>
                    <a:pt x="19117" y="5401"/>
                  </a:lnTo>
                  <a:lnTo>
                    <a:pt x="19143" y="5649"/>
                  </a:lnTo>
                  <a:lnTo>
                    <a:pt x="19156" y="5898"/>
                  </a:lnTo>
                  <a:lnTo>
                    <a:pt x="19169" y="6159"/>
                  </a:lnTo>
                  <a:lnTo>
                    <a:pt x="19169" y="6408"/>
                  </a:lnTo>
                  <a:lnTo>
                    <a:pt x="19169" y="6656"/>
                  </a:lnTo>
                  <a:lnTo>
                    <a:pt x="19143" y="6904"/>
                  </a:lnTo>
                  <a:lnTo>
                    <a:pt x="19117" y="7153"/>
                  </a:lnTo>
                  <a:lnTo>
                    <a:pt x="19091" y="7401"/>
                  </a:lnTo>
                  <a:lnTo>
                    <a:pt x="19039" y="7650"/>
                  </a:lnTo>
                  <a:lnTo>
                    <a:pt x="18986" y="7885"/>
                  </a:lnTo>
                  <a:lnTo>
                    <a:pt x="18921" y="8121"/>
                  </a:lnTo>
                  <a:lnTo>
                    <a:pt x="18843" y="8356"/>
                  </a:lnTo>
                  <a:lnTo>
                    <a:pt x="18751" y="8591"/>
                  </a:lnTo>
                  <a:lnTo>
                    <a:pt x="18659" y="8814"/>
                  </a:lnTo>
                  <a:lnTo>
                    <a:pt x="18555" y="9023"/>
                  </a:lnTo>
                  <a:lnTo>
                    <a:pt x="18437" y="9245"/>
                  </a:lnTo>
                  <a:lnTo>
                    <a:pt x="18306" y="9441"/>
                  </a:lnTo>
                  <a:lnTo>
                    <a:pt x="18163" y="9650"/>
                  </a:lnTo>
                  <a:lnTo>
                    <a:pt x="18006" y="9833"/>
                  </a:lnTo>
                  <a:lnTo>
                    <a:pt x="17849" y="10016"/>
                  </a:lnTo>
                  <a:lnTo>
                    <a:pt x="17666" y="10200"/>
                  </a:lnTo>
                  <a:lnTo>
                    <a:pt x="17483" y="10370"/>
                  </a:lnTo>
                  <a:lnTo>
                    <a:pt x="17287" y="10526"/>
                  </a:lnTo>
                  <a:lnTo>
                    <a:pt x="17156" y="10618"/>
                  </a:lnTo>
                  <a:lnTo>
                    <a:pt x="17012" y="10696"/>
                  </a:lnTo>
                  <a:lnTo>
                    <a:pt x="16868" y="10775"/>
                  </a:lnTo>
                  <a:lnTo>
                    <a:pt x="16724" y="10840"/>
                  </a:lnTo>
                  <a:lnTo>
                    <a:pt x="16580" y="10906"/>
                  </a:lnTo>
                  <a:lnTo>
                    <a:pt x="16437" y="10958"/>
                  </a:lnTo>
                  <a:lnTo>
                    <a:pt x="16280" y="10997"/>
                  </a:lnTo>
                  <a:lnTo>
                    <a:pt x="16136" y="11036"/>
                  </a:lnTo>
                  <a:lnTo>
                    <a:pt x="15822" y="11089"/>
                  </a:lnTo>
                  <a:lnTo>
                    <a:pt x="15508" y="11102"/>
                  </a:lnTo>
                  <a:lnTo>
                    <a:pt x="15194" y="11102"/>
                  </a:lnTo>
                  <a:lnTo>
                    <a:pt x="14881" y="11063"/>
                  </a:lnTo>
                  <a:lnTo>
                    <a:pt x="14567" y="11010"/>
                  </a:lnTo>
                  <a:lnTo>
                    <a:pt x="14253" y="10932"/>
                  </a:lnTo>
                  <a:lnTo>
                    <a:pt x="13952" y="10827"/>
                  </a:lnTo>
                  <a:lnTo>
                    <a:pt x="13652" y="10709"/>
                  </a:lnTo>
                  <a:lnTo>
                    <a:pt x="13364" y="10579"/>
                  </a:lnTo>
                  <a:lnTo>
                    <a:pt x="13089" y="10422"/>
                  </a:lnTo>
                  <a:lnTo>
                    <a:pt x="12828" y="10252"/>
                  </a:lnTo>
                  <a:lnTo>
                    <a:pt x="12579" y="10069"/>
                  </a:lnTo>
                  <a:lnTo>
                    <a:pt x="12422" y="9938"/>
                  </a:lnTo>
                  <a:lnTo>
                    <a:pt x="12279" y="9794"/>
                  </a:lnTo>
                  <a:lnTo>
                    <a:pt x="12135" y="9663"/>
                  </a:lnTo>
                  <a:lnTo>
                    <a:pt x="11991" y="9507"/>
                  </a:lnTo>
                  <a:lnTo>
                    <a:pt x="11873" y="9350"/>
                  </a:lnTo>
                  <a:lnTo>
                    <a:pt x="11742" y="9193"/>
                  </a:lnTo>
                  <a:lnTo>
                    <a:pt x="11625" y="9036"/>
                  </a:lnTo>
                  <a:lnTo>
                    <a:pt x="11520" y="8866"/>
                  </a:lnTo>
                  <a:lnTo>
                    <a:pt x="11324" y="8513"/>
                  </a:lnTo>
                  <a:lnTo>
                    <a:pt x="11154" y="8147"/>
                  </a:lnTo>
                  <a:lnTo>
                    <a:pt x="11010" y="7767"/>
                  </a:lnTo>
                  <a:lnTo>
                    <a:pt x="10893" y="7375"/>
                  </a:lnTo>
                  <a:lnTo>
                    <a:pt x="10801" y="6970"/>
                  </a:lnTo>
                  <a:lnTo>
                    <a:pt x="10736" y="6578"/>
                  </a:lnTo>
                  <a:lnTo>
                    <a:pt x="10683" y="6172"/>
                  </a:lnTo>
                  <a:lnTo>
                    <a:pt x="10657" y="5767"/>
                  </a:lnTo>
                  <a:lnTo>
                    <a:pt x="10670" y="5362"/>
                  </a:lnTo>
                  <a:lnTo>
                    <a:pt x="10683" y="4956"/>
                  </a:lnTo>
                  <a:lnTo>
                    <a:pt x="10736" y="4564"/>
                  </a:lnTo>
                  <a:lnTo>
                    <a:pt x="10801" y="4185"/>
                  </a:lnTo>
                  <a:lnTo>
                    <a:pt x="10814" y="4119"/>
                  </a:lnTo>
                  <a:lnTo>
                    <a:pt x="10814" y="4054"/>
                  </a:lnTo>
                  <a:lnTo>
                    <a:pt x="10801" y="3936"/>
                  </a:lnTo>
                  <a:lnTo>
                    <a:pt x="10749" y="3845"/>
                  </a:lnTo>
                  <a:lnTo>
                    <a:pt x="10683" y="3753"/>
                  </a:lnTo>
                  <a:lnTo>
                    <a:pt x="10592" y="3688"/>
                  </a:lnTo>
                  <a:lnTo>
                    <a:pt x="10500" y="3649"/>
                  </a:lnTo>
                  <a:lnTo>
                    <a:pt x="10396" y="3622"/>
                  </a:lnTo>
                  <a:lnTo>
                    <a:pt x="10291" y="3609"/>
                  </a:lnTo>
                  <a:lnTo>
                    <a:pt x="10200" y="3570"/>
                  </a:lnTo>
                  <a:lnTo>
                    <a:pt x="10095" y="3544"/>
                  </a:lnTo>
                  <a:lnTo>
                    <a:pt x="9990" y="3544"/>
                  </a:lnTo>
                  <a:lnTo>
                    <a:pt x="9886" y="3557"/>
                  </a:lnTo>
                  <a:lnTo>
                    <a:pt x="9794" y="3596"/>
                  </a:lnTo>
                  <a:lnTo>
                    <a:pt x="9716" y="3662"/>
                  </a:lnTo>
                  <a:lnTo>
                    <a:pt x="9677" y="3701"/>
                  </a:lnTo>
                  <a:lnTo>
                    <a:pt x="9650" y="3753"/>
                  </a:lnTo>
                  <a:lnTo>
                    <a:pt x="9624" y="3819"/>
                  </a:lnTo>
                  <a:lnTo>
                    <a:pt x="9611" y="3871"/>
                  </a:lnTo>
                  <a:lnTo>
                    <a:pt x="9480" y="4394"/>
                  </a:lnTo>
                  <a:lnTo>
                    <a:pt x="9337" y="4904"/>
                  </a:lnTo>
                  <a:lnTo>
                    <a:pt x="9180" y="5401"/>
                  </a:lnTo>
                  <a:lnTo>
                    <a:pt x="8997" y="5871"/>
                  </a:lnTo>
                  <a:lnTo>
                    <a:pt x="8800" y="6316"/>
                  </a:lnTo>
                  <a:lnTo>
                    <a:pt x="8683" y="6538"/>
                  </a:lnTo>
                  <a:lnTo>
                    <a:pt x="8565" y="6748"/>
                  </a:lnTo>
                  <a:lnTo>
                    <a:pt x="8447" y="6944"/>
                  </a:lnTo>
                  <a:lnTo>
                    <a:pt x="8317" y="7140"/>
                  </a:lnTo>
                  <a:lnTo>
                    <a:pt x="8186" y="7336"/>
                  </a:lnTo>
                  <a:lnTo>
                    <a:pt x="8042" y="7519"/>
                  </a:lnTo>
                  <a:lnTo>
                    <a:pt x="7885" y="7702"/>
                  </a:lnTo>
                  <a:lnTo>
                    <a:pt x="7728" y="7859"/>
                  </a:lnTo>
                  <a:lnTo>
                    <a:pt x="7558" y="8029"/>
                  </a:lnTo>
                  <a:lnTo>
                    <a:pt x="7388" y="8173"/>
                  </a:lnTo>
                  <a:lnTo>
                    <a:pt x="7205" y="8330"/>
                  </a:lnTo>
                  <a:lnTo>
                    <a:pt x="7009" y="8460"/>
                  </a:lnTo>
                  <a:lnTo>
                    <a:pt x="6813" y="8591"/>
                  </a:lnTo>
                  <a:lnTo>
                    <a:pt x="6604" y="8709"/>
                  </a:lnTo>
                  <a:lnTo>
                    <a:pt x="6395" y="8814"/>
                  </a:lnTo>
                  <a:lnTo>
                    <a:pt x="6159" y="8918"/>
                  </a:lnTo>
                  <a:lnTo>
                    <a:pt x="5924" y="9010"/>
                  </a:lnTo>
                  <a:lnTo>
                    <a:pt x="5688" y="9088"/>
                  </a:lnTo>
                  <a:lnTo>
                    <a:pt x="5427" y="9153"/>
                  </a:lnTo>
                  <a:lnTo>
                    <a:pt x="5165" y="9219"/>
                  </a:lnTo>
                  <a:lnTo>
                    <a:pt x="4891" y="9258"/>
                  </a:lnTo>
                  <a:lnTo>
                    <a:pt x="4603" y="9297"/>
                  </a:lnTo>
                  <a:lnTo>
                    <a:pt x="4433" y="9310"/>
                  </a:lnTo>
                  <a:lnTo>
                    <a:pt x="4276" y="9323"/>
                  </a:lnTo>
                  <a:lnTo>
                    <a:pt x="4119" y="9310"/>
                  </a:lnTo>
                  <a:lnTo>
                    <a:pt x="3976" y="9297"/>
                  </a:lnTo>
                  <a:lnTo>
                    <a:pt x="3819" y="9284"/>
                  </a:lnTo>
                  <a:lnTo>
                    <a:pt x="3675" y="9258"/>
                  </a:lnTo>
                  <a:lnTo>
                    <a:pt x="3544" y="9219"/>
                  </a:lnTo>
                  <a:lnTo>
                    <a:pt x="3400" y="9167"/>
                  </a:lnTo>
                  <a:lnTo>
                    <a:pt x="3269" y="9114"/>
                  </a:lnTo>
                  <a:lnTo>
                    <a:pt x="3139" y="9062"/>
                  </a:lnTo>
                  <a:lnTo>
                    <a:pt x="3021" y="8997"/>
                  </a:lnTo>
                  <a:lnTo>
                    <a:pt x="2903" y="8918"/>
                  </a:lnTo>
                  <a:lnTo>
                    <a:pt x="2681" y="8748"/>
                  </a:lnTo>
                  <a:lnTo>
                    <a:pt x="2459" y="8565"/>
                  </a:lnTo>
                  <a:lnTo>
                    <a:pt x="2276" y="8343"/>
                  </a:lnTo>
                  <a:lnTo>
                    <a:pt x="2093" y="8107"/>
                  </a:lnTo>
                  <a:lnTo>
                    <a:pt x="1936" y="7846"/>
                  </a:lnTo>
                  <a:lnTo>
                    <a:pt x="1792" y="7571"/>
                  </a:lnTo>
                  <a:lnTo>
                    <a:pt x="1661" y="7284"/>
                  </a:lnTo>
                  <a:lnTo>
                    <a:pt x="1544" y="6970"/>
                  </a:lnTo>
                  <a:lnTo>
                    <a:pt x="1452" y="6643"/>
                  </a:lnTo>
                  <a:lnTo>
                    <a:pt x="1374" y="6303"/>
                  </a:lnTo>
                  <a:lnTo>
                    <a:pt x="1321" y="5963"/>
                  </a:lnTo>
                  <a:lnTo>
                    <a:pt x="1269" y="5597"/>
                  </a:lnTo>
                  <a:lnTo>
                    <a:pt x="1243" y="5231"/>
                  </a:lnTo>
                  <a:lnTo>
                    <a:pt x="1243" y="4865"/>
                  </a:lnTo>
                  <a:lnTo>
                    <a:pt x="1243" y="4485"/>
                  </a:lnTo>
                  <a:lnTo>
                    <a:pt x="1269" y="4106"/>
                  </a:lnTo>
                  <a:lnTo>
                    <a:pt x="1321" y="3727"/>
                  </a:lnTo>
                  <a:lnTo>
                    <a:pt x="1374" y="3348"/>
                  </a:lnTo>
                  <a:lnTo>
                    <a:pt x="1465" y="2956"/>
                  </a:lnTo>
                  <a:lnTo>
                    <a:pt x="1557" y="2590"/>
                  </a:lnTo>
                  <a:lnTo>
                    <a:pt x="1674" y="2210"/>
                  </a:lnTo>
                  <a:lnTo>
                    <a:pt x="1805" y="1844"/>
                  </a:lnTo>
                  <a:lnTo>
                    <a:pt x="1962" y="1491"/>
                  </a:lnTo>
                  <a:lnTo>
                    <a:pt x="2132" y="1138"/>
                  </a:lnTo>
                  <a:lnTo>
                    <a:pt x="2315" y="798"/>
                  </a:lnTo>
                  <a:lnTo>
                    <a:pt x="2524" y="471"/>
                  </a:lnTo>
                  <a:lnTo>
                    <a:pt x="2563" y="393"/>
                  </a:lnTo>
                  <a:lnTo>
                    <a:pt x="2590" y="314"/>
                  </a:lnTo>
                  <a:lnTo>
                    <a:pt x="2590" y="236"/>
                  </a:lnTo>
                  <a:lnTo>
                    <a:pt x="2576" y="171"/>
                  </a:lnTo>
                  <a:lnTo>
                    <a:pt x="2537" y="118"/>
                  </a:lnTo>
                  <a:lnTo>
                    <a:pt x="2485" y="79"/>
                  </a:lnTo>
                  <a:lnTo>
                    <a:pt x="2420" y="40"/>
                  </a:lnTo>
                  <a:lnTo>
                    <a:pt x="2341" y="14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812;p38">
              <a:extLst>
                <a:ext uri="{FF2B5EF4-FFF2-40B4-BE49-F238E27FC236}">
                  <a16:creationId xmlns:a16="http://schemas.microsoft.com/office/drawing/2014/main" id="{68E6A04A-D0A8-BA91-2775-E6DE9F1A649C}"/>
                </a:ext>
              </a:extLst>
            </p:cNvPr>
            <p:cNvSpPr/>
            <p:nvPr/>
          </p:nvSpPr>
          <p:spPr>
            <a:xfrm>
              <a:off x="2750550" y="2839175"/>
              <a:ext cx="134700" cy="98750"/>
            </a:xfrm>
            <a:custGeom>
              <a:avLst/>
              <a:gdLst/>
              <a:ahLst/>
              <a:cxnLst/>
              <a:rect l="l" t="t" r="r" b="b"/>
              <a:pathLst>
                <a:path w="5388" h="3950" extrusionOk="0">
                  <a:moveTo>
                    <a:pt x="2066" y="1"/>
                  </a:moveTo>
                  <a:lnTo>
                    <a:pt x="1818" y="14"/>
                  </a:lnTo>
                  <a:lnTo>
                    <a:pt x="1569" y="40"/>
                  </a:lnTo>
                  <a:lnTo>
                    <a:pt x="1347" y="79"/>
                  </a:lnTo>
                  <a:lnTo>
                    <a:pt x="1125" y="132"/>
                  </a:lnTo>
                  <a:lnTo>
                    <a:pt x="928" y="197"/>
                  </a:lnTo>
                  <a:lnTo>
                    <a:pt x="732" y="275"/>
                  </a:lnTo>
                  <a:lnTo>
                    <a:pt x="562" y="367"/>
                  </a:lnTo>
                  <a:lnTo>
                    <a:pt x="418" y="458"/>
                  </a:lnTo>
                  <a:lnTo>
                    <a:pt x="288" y="563"/>
                  </a:lnTo>
                  <a:lnTo>
                    <a:pt x="183" y="681"/>
                  </a:lnTo>
                  <a:lnTo>
                    <a:pt x="92" y="811"/>
                  </a:lnTo>
                  <a:lnTo>
                    <a:pt x="39" y="942"/>
                  </a:lnTo>
                  <a:lnTo>
                    <a:pt x="0" y="1086"/>
                  </a:lnTo>
                  <a:lnTo>
                    <a:pt x="0" y="1164"/>
                  </a:lnTo>
                  <a:lnTo>
                    <a:pt x="0" y="1243"/>
                  </a:lnTo>
                  <a:lnTo>
                    <a:pt x="26" y="1426"/>
                  </a:lnTo>
                  <a:lnTo>
                    <a:pt x="92" y="1622"/>
                  </a:lnTo>
                  <a:lnTo>
                    <a:pt x="170" y="1831"/>
                  </a:lnTo>
                  <a:lnTo>
                    <a:pt x="288" y="2054"/>
                  </a:lnTo>
                  <a:lnTo>
                    <a:pt x="418" y="2276"/>
                  </a:lnTo>
                  <a:lnTo>
                    <a:pt x="575" y="2498"/>
                  </a:lnTo>
                  <a:lnTo>
                    <a:pt x="745" y="2720"/>
                  </a:lnTo>
                  <a:lnTo>
                    <a:pt x="915" y="2930"/>
                  </a:lnTo>
                  <a:lnTo>
                    <a:pt x="1111" y="3139"/>
                  </a:lnTo>
                  <a:lnTo>
                    <a:pt x="1321" y="3335"/>
                  </a:lnTo>
                  <a:lnTo>
                    <a:pt x="1530" y="3505"/>
                  </a:lnTo>
                  <a:lnTo>
                    <a:pt x="1739" y="3649"/>
                  </a:lnTo>
                  <a:lnTo>
                    <a:pt x="1948" y="3780"/>
                  </a:lnTo>
                  <a:lnTo>
                    <a:pt x="2157" y="3871"/>
                  </a:lnTo>
                  <a:lnTo>
                    <a:pt x="2262" y="3910"/>
                  </a:lnTo>
                  <a:lnTo>
                    <a:pt x="2354" y="3937"/>
                  </a:lnTo>
                  <a:lnTo>
                    <a:pt x="2432" y="3950"/>
                  </a:lnTo>
                  <a:lnTo>
                    <a:pt x="2511" y="3950"/>
                  </a:lnTo>
                  <a:lnTo>
                    <a:pt x="2681" y="3923"/>
                  </a:lnTo>
                  <a:lnTo>
                    <a:pt x="2890" y="3871"/>
                  </a:lnTo>
                  <a:lnTo>
                    <a:pt x="3112" y="3780"/>
                  </a:lnTo>
                  <a:lnTo>
                    <a:pt x="3347" y="3675"/>
                  </a:lnTo>
                  <a:lnTo>
                    <a:pt x="3596" y="3544"/>
                  </a:lnTo>
                  <a:lnTo>
                    <a:pt x="3844" y="3387"/>
                  </a:lnTo>
                  <a:lnTo>
                    <a:pt x="4093" y="3230"/>
                  </a:lnTo>
                  <a:lnTo>
                    <a:pt x="4328" y="3047"/>
                  </a:lnTo>
                  <a:lnTo>
                    <a:pt x="4563" y="2864"/>
                  </a:lnTo>
                  <a:lnTo>
                    <a:pt x="4773" y="2681"/>
                  </a:lnTo>
                  <a:lnTo>
                    <a:pt x="4956" y="2498"/>
                  </a:lnTo>
                  <a:lnTo>
                    <a:pt x="5126" y="2315"/>
                  </a:lnTo>
                  <a:lnTo>
                    <a:pt x="5243" y="2132"/>
                  </a:lnTo>
                  <a:lnTo>
                    <a:pt x="5296" y="2041"/>
                  </a:lnTo>
                  <a:lnTo>
                    <a:pt x="5335" y="1962"/>
                  </a:lnTo>
                  <a:lnTo>
                    <a:pt x="5361" y="1884"/>
                  </a:lnTo>
                  <a:lnTo>
                    <a:pt x="5374" y="1805"/>
                  </a:lnTo>
                  <a:lnTo>
                    <a:pt x="5387" y="1661"/>
                  </a:lnTo>
                  <a:lnTo>
                    <a:pt x="5361" y="1518"/>
                  </a:lnTo>
                  <a:lnTo>
                    <a:pt x="5309" y="1374"/>
                  </a:lnTo>
                  <a:lnTo>
                    <a:pt x="5243" y="1230"/>
                  </a:lnTo>
                  <a:lnTo>
                    <a:pt x="5139" y="1099"/>
                  </a:lnTo>
                  <a:lnTo>
                    <a:pt x="5021" y="955"/>
                  </a:lnTo>
                  <a:lnTo>
                    <a:pt x="4877" y="825"/>
                  </a:lnTo>
                  <a:lnTo>
                    <a:pt x="4720" y="707"/>
                  </a:lnTo>
                  <a:lnTo>
                    <a:pt x="4550" y="589"/>
                  </a:lnTo>
                  <a:lnTo>
                    <a:pt x="4354" y="485"/>
                  </a:lnTo>
                  <a:lnTo>
                    <a:pt x="4132" y="380"/>
                  </a:lnTo>
                  <a:lnTo>
                    <a:pt x="3910" y="288"/>
                  </a:lnTo>
                  <a:lnTo>
                    <a:pt x="3674" y="210"/>
                  </a:lnTo>
                  <a:lnTo>
                    <a:pt x="3413" y="145"/>
                  </a:lnTo>
                  <a:lnTo>
                    <a:pt x="3151" y="79"/>
                  </a:lnTo>
                  <a:lnTo>
                    <a:pt x="2877" y="40"/>
                  </a:lnTo>
                  <a:lnTo>
                    <a:pt x="2602" y="14"/>
                  </a:lnTo>
                  <a:lnTo>
                    <a:pt x="2327" y="1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813;p38">
              <a:extLst>
                <a:ext uri="{FF2B5EF4-FFF2-40B4-BE49-F238E27FC236}">
                  <a16:creationId xmlns:a16="http://schemas.microsoft.com/office/drawing/2014/main" id="{1AD64033-5ABA-7601-D60A-BB103A89ED8D}"/>
                </a:ext>
              </a:extLst>
            </p:cNvPr>
            <p:cNvSpPr/>
            <p:nvPr/>
          </p:nvSpPr>
          <p:spPr>
            <a:xfrm>
              <a:off x="3084950" y="2543675"/>
              <a:ext cx="166075" cy="120975"/>
            </a:xfrm>
            <a:custGeom>
              <a:avLst/>
              <a:gdLst/>
              <a:ahLst/>
              <a:cxnLst/>
              <a:rect l="l" t="t" r="r" b="b"/>
              <a:pathLst>
                <a:path w="6643" h="4839" extrusionOk="0">
                  <a:moveTo>
                    <a:pt x="3322" y="0"/>
                  </a:moveTo>
                  <a:lnTo>
                    <a:pt x="3099" y="27"/>
                  </a:lnTo>
                  <a:lnTo>
                    <a:pt x="2877" y="53"/>
                  </a:lnTo>
                  <a:lnTo>
                    <a:pt x="2694" y="92"/>
                  </a:lnTo>
                  <a:lnTo>
                    <a:pt x="2498" y="131"/>
                  </a:lnTo>
                  <a:lnTo>
                    <a:pt x="2315" y="197"/>
                  </a:lnTo>
                  <a:lnTo>
                    <a:pt x="2145" y="249"/>
                  </a:lnTo>
                  <a:lnTo>
                    <a:pt x="1975" y="327"/>
                  </a:lnTo>
                  <a:lnTo>
                    <a:pt x="1805" y="406"/>
                  </a:lnTo>
                  <a:lnTo>
                    <a:pt x="1648" y="497"/>
                  </a:lnTo>
                  <a:lnTo>
                    <a:pt x="1491" y="589"/>
                  </a:lnTo>
                  <a:lnTo>
                    <a:pt x="1334" y="693"/>
                  </a:lnTo>
                  <a:lnTo>
                    <a:pt x="1203" y="798"/>
                  </a:lnTo>
                  <a:lnTo>
                    <a:pt x="1059" y="916"/>
                  </a:lnTo>
                  <a:lnTo>
                    <a:pt x="929" y="1046"/>
                  </a:lnTo>
                  <a:lnTo>
                    <a:pt x="811" y="1177"/>
                  </a:lnTo>
                  <a:lnTo>
                    <a:pt x="693" y="1308"/>
                  </a:lnTo>
                  <a:lnTo>
                    <a:pt x="589" y="1452"/>
                  </a:lnTo>
                  <a:lnTo>
                    <a:pt x="484" y="1596"/>
                  </a:lnTo>
                  <a:lnTo>
                    <a:pt x="406" y="1739"/>
                  </a:lnTo>
                  <a:lnTo>
                    <a:pt x="314" y="1896"/>
                  </a:lnTo>
                  <a:lnTo>
                    <a:pt x="249" y="2053"/>
                  </a:lnTo>
                  <a:lnTo>
                    <a:pt x="183" y="2223"/>
                  </a:lnTo>
                  <a:lnTo>
                    <a:pt x="131" y="2380"/>
                  </a:lnTo>
                  <a:lnTo>
                    <a:pt x="79" y="2550"/>
                  </a:lnTo>
                  <a:lnTo>
                    <a:pt x="53" y="2733"/>
                  </a:lnTo>
                  <a:lnTo>
                    <a:pt x="27" y="2903"/>
                  </a:lnTo>
                  <a:lnTo>
                    <a:pt x="13" y="3086"/>
                  </a:lnTo>
                  <a:lnTo>
                    <a:pt x="0" y="3269"/>
                  </a:lnTo>
                  <a:lnTo>
                    <a:pt x="13" y="3452"/>
                  </a:lnTo>
                  <a:lnTo>
                    <a:pt x="40" y="3635"/>
                  </a:lnTo>
                  <a:lnTo>
                    <a:pt x="66" y="3818"/>
                  </a:lnTo>
                  <a:lnTo>
                    <a:pt x="105" y="4002"/>
                  </a:lnTo>
                  <a:lnTo>
                    <a:pt x="170" y="4198"/>
                  </a:lnTo>
                  <a:lnTo>
                    <a:pt x="236" y="4381"/>
                  </a:lnTo>
                  <a:lnTo>
                    <a:pt x="262" y="4459"/>
                  </a:lnTo>
                  <a:lnTo>
                    <a:pt x="301" y="4525"/>
                  </a:lnTo>
                  <a:lnTo>
                    <a:pt x="393" y="4629"/>
                  </a:lnTo>
                  <a:lnTo>
                    <a:pt x="497" y="4721"/>
                  </a:lnTo>
                  <a:lnTo>
                    <a:pt x="615" y="4786"/>
                  </a:lnTo>
                  <a:lnTo>
                    <a:pt x="746" y="4825"/>
                  </a:lnTo>
                  <a:lnTo>
                    <a:pt x="876" y="4838"/>
                  </a:lnTo>
                  <a:lnTo>
                    <a:pt x="1007" y="4838"/>
                  </a:lnTo>
                  <a:lnTo>
                    <a:pt x="1138" y="4812"/>
                  </a:lnTo>
                  <a:lnTo>
                    <a:pt x="1256" y="4760"/>
                  </a:lnTo>
                  <a:lnTo>
                    <a:pt x="1373" y="4708"/>
                  </a:lnTo>
                  <a:lnTo>
                    <a:pt x="1465" y="4629"/>
                  </a:lnTo>
                  <a:lnTo>
                    <a:pt x="1530" y="4525"/>
                  </a:lnTo>
                  <a:lnTo>
                    <a:pt x="1582" y="4420"/>
                  </a:lnTo>
                  <a:lnTo>
                    <a:pt x="1609" y="4355"/>
                  </a:lnTo>
                  <a:lnTo>
                    <a:pt x="1609" y="4289"/>
                  </a:lnTo>
                  <a:lnTo>
                    <a:pt x="1609" y="4224"/>
                  </a:lnTo>
                  <a:lnTo>
                    <a:pt x="1609" y="4158"/>
                  </a:lnTo>
                  <a:lnTo>
                    <a:pt x="1582" y="4080"/>
                  </a:lnTo>
                  <a:lnTo>
                    <a:pt x="1556" y="4002"/>
                  </a:lnTo>
                  <a:lnTo>
                    <a:pt x="1478" y="3779"/>
                  </a:lnTo>
                  <a:lnTo>
                    <a:pt x="1426" y="3557"/>
                  </a:lnTo>
                  <a:lnTo>
                    <a:pt x="1399" y="3335"/>
                  </a:lnTo>
                  <a:lnTo>
                    <a:pt x="1399" y="3125"/>
                  </a:lnTo>
                  <a:lnTo>
                    <a:pt x="1426" y="2929"/>
                  </a:lnTo>
                  <a:lnTo>
                    <a:pt x="1465" y="2733"/>
                  </a:lnTo>
                  <a:lnTo>
                    <a:pt x="1530" y="2550"/>
                  </a:lnTo>
                  <a:lnTo>
                    <a:pt x="1622" y="2380"/>
                  </a:lnTo>
                  <a:lnTo>
                    <a:pt x="1726" y="2223"/>
                  </a:lnTo>
                  <a:lnTo>
                    <a:pt x="1857" y="2066"/>
                  </a:lnTo>
                  <a:lnTo>
                    <a:pt x="2001" y="1923"/>
                  </a:lnTo>
                  <a:lnTo>
                    <a:pt x="2171" y="1805"/>
                  </a:lnTo>
                  <a:lnTo>
                    <a:pt x="2341" y="1687"/>
                  </a:lnTo>
                  <a:lnTo>
                    <a:pt x="2537" y="1596"/>
                  </a:lnTo>
                  <a:lnTo>
                    <a:pt x="2759" y="1504"/>
                  </a:lnTo>
                  <a:lnTo>
                    <a:pt x="2982" y="1439"/>
                  </a:lnTo>
                  <a:lnTo>
                    <a:pt x="3125" y="1399"/>
                  </a:lnTo>
                  <a:lnTo>
                    <a:pt x="3282" y="1373"/>
                  </a:lnTo>
                  <a:lnTo>
                    <a:pt x="3413" y="1360"/>
                  </a:lnTo>
                  <a:lnTo>
                    <a:pt x="3557" y="1360"/>
                  </a:lnTo>
                  <a:lnTo>
                    <a:pt x="3675" y="1373"/>
                  </a:lnTo>
                  <a:lnTo>
                    <a:pt x="3805" y="1386"/>
                  </a:lnTo>
                  <a:lnTo>
                    <a:pt x="3923" y="1413"/>
                  </a:lnTo>
                  <a:lnTo>
                    <a:pt x="4041" y="1452"/>
                  </a:lnTo>
                  <a:lnTo>
                    <a:pt x="4145" y="1491"/>
                  </a:lnTo>
                  <a:lnTo>
                    <a:pt x="4250" y="1543"/>
                  </a:lnTo>
                  <a:lnTo>
                    <a:pt x="4341" y="1609"/>
                  </a:lnTo>
                  <a:lnTo>
                    <a:pt x="4433" y="1674"/>
                  </a:lnTo>
                  <a:lnTo>
                    <a:pt x="4525" y="1739"/>
                  </a:lnTo>
                  <a:lnTo>
                    <a:pt x="4603" y="1831"/>
                  </a:lnTo>
                  <a:lnTo>
                    <a:pt x="4747" y="2001"/>
                  </a:lnTo>
                  <a:lnTo>
                    <a:pt x="4878" y="2210"/>
                  </a:lnTo>
                  <a:lnTo>
                    <a:pt x="4982" y="2419"/>
                  </a:lnTo>
                  <a:lnTo>
                    <a:pt x="5074" y="2655"/>
                  </a:lnTo>
                  <a:lnTo>
                    <a:pt x="5152" y="2903"/>
                  </a:lnTo>
                  <a:lnTo>
                    <a:pt x="5204" y="3152"/>
                  </a:lnTo>
                  <a:lnTo>
                    <a:pt x="5244" y="3413"/>
                  </a:lnTo>
                  <a:lnTo>
                    <a:pt x="5270" y="3675"/>
                  </a:lnTo>
                  <a:lnTo>
                    <a:pt x="5270" y="3923"/>
                  </a:lnTo>
                  <a:lnTo>
                    <a:pt x="5270" y="4015"/>
                  </a:lnTo>
                  <a:lnTo>
                    <a:pt x="5283" y="4080"/>
                  </a:lnTo>
                  <a:lnTo>
                    <a:pt x="5296" y="4158"/>
                  </a:lnTo>
                  <a:lnTo>
                    <a:pt x="5322" y="4224"/>
                  </a:lnTo>
                  <a:lnTo>
                    <a:pt x="5387" y="4328"/>
                  </a:lnTo>
                  <a:lnTo>
                    <a:pt x="5479" y="4433"/>
                  </a:lnTo>
                  <a:lnTo>
                    <a:pt x="5584" y="4498"/>
                  </a:lnTo>
                  <a:lnTo>
                    <a:pt x="5688" y="4551"/>
                  </a:lnTo>
                  <a:lnTo>
                    <a:pt x="5819" y="4577"/>
                  </a:lnTo>
                  <a:lnTo>
                    <a:pt x="5950" y="4590"/>
                  </a:lnTo>
                  <a:lnTo>
                    <a:pt x="6081" y="4577"/>
                  </a:lnTo>
                  <a:lnTo>
                    <a:pt x="6198" y="4551"/>
                  </a:lnTo>
                  <a:lnTo>
                    <a:pt x="6316" y="4498"/>
                  </a:lnTo>
                  <a:lnTo>
                    <a:pt x="6420" y="4420"/>
                  </a:lnTo>
                  <a:lnTo>
                    <a:pt x="6512" y="4328"/>
                  </a:lnTo>
                  <a:lnTo>
                    <a:pt x="6577" y="4211"/>
                  </a:lnTo>
                  <a:lnTo>
                    <a:pt x="6604" y="4145"/>
                  </a:lnTo>
                  <a:lnTo>
                    <a:pt x="6630" y="4080"/>
                  </a:lnTo>
                  <a:lnTo>
                    <a:pt x="6643" y="4002"/>
                  </a:lnTo>
                  <a:lnTo>
                    <a:pt x="6643" y="3923"/>
                  </a:lnTo>
                  <a:lnTo>
                    <a:pt x="6643" y="3714"/>
                  </a:lnTo>
                  <a:lnTo>
                    <a:pt x="6643" y="3505"/>
                  </a:lnTo>
                  <a:lnTo>
                    <a:pt x="6617" y="3295"/>
                  </a:lnTo>
                  <a:lnTo>
                    <a:pt x="6590" y="3099"/>
                  </a:lnTo>
                  <a:lnTo>
                    <a:pt x="6564" y="2903"/>
                  </a:lnTo>
                  <a:lnTo>
                    <a:pt x="6525" y="2707"/>
                  </a:lnTo>
                  <a:lnTo>
                    <a:pt x="6473" y="2511"/>
                  </a:lnTo>
                  <a:lnTo>
                    <a:pt x="6420" y="2315"/>
                  </a:lnTo>
                  <a:lnTo>
                    <a:pt x="6355" y="2132"/>
                  </a:lnTo>
                  <a:lnTo>
                    <a:pt x="6277" y="1949"/>
                  </a:lnTo>
                  <a:lnTo>
                    <a:pt x="6198" y="1779"/>
                  </a:lnTo>
                  <a:lnTo>
                    <a:pt x="6120" y="1609"/>
                  </a:lnTo>
                  <a:lnTo>
                    <a:pt x="6015" y="1452"/>
                  </a:lnTo>
                  <a:lnTo>
                    <a:pt x="5924" y="1295"/>
                  </a:lnTo>
                  <a:lnTo>
                    <a:pt x="5806" y="1138"/>
                  </a:lnTo>
                  <a:lnTo>
                    <a:pt x="5688" y="994"/>
                  </a:lnTo>
                  <a:lnTo>
                    <a:pt x="5571" y="863"/>
                  </a:lnTo>
                  <a:lnTo>
                    <a:pt x="5440" y="733"/>
                  </a:lnTo>
                  <a:lnTo>
                    <a:pt x="5296" y="615"/>
                  </a:lnTo>
                  <a:lnTo>
                    <a:pt x="5152" y="510"/>
                  </a:lnTo>
                  <a:lnTo>
                    <a:pt x="5008" y="406"/>
                  </a:lnTo>
                  <a:lnTo>
                    <a:pt x="4838" y="314"/>
                  </a:lnTo>
                  <a:lnTo>
                    <a:pt x="4681" y="236"/>
                  </a:lnTo>
                  <a:lnTo>
                    <a:pt x="4498" y="170"/>
                  </a:lnTo>
                  <a:lnTo>
                    <a:pt x="4328" y="118"/>
                  </a:lnTo>
                  <a:lnTo>
                    <a:pt x="4132" y="66"/>
                  </a:lnTo>
                  <a:lnTo>
                    <a:pt x="3949" y="27"/>
                  </a:lnTo>
                  <a:lnTo>
                    <a:pt x="3740" y="13"/>
                  </a:lnTo>
                  <a:lnTo>
                    <a:pt x="3531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814;p38">
              <a:extLst>
                <a:ext uri="{FF2B5EF4-FFF2-40B4-BE49-F238E27FC236}">
                  <a16:creationId xmlns:a16="http://schemas.microsoft.com/office/drawing/2014/main" id="{167BB6D0-4FF7-A75B-B549-7B5D81D4B2A1}"/>
                </a:ext>
              </a:extLst>
            </p:cNvPr>
            <p:cNvSpPr/>
            <p:nvPr/>
          </p:nvSpPr>
          <p:spPr>
            <a:xfrm>
              <a:off x="2491650" y="2463575"/>
              <a:ext cx="168050" cy="137000"/>
            </a:xfrm>
            <a:custGeom>
              <a:avLst/>
              <a:gdLst/>
              <a:ahLst/>
              <a:cxnLst/>
              <a:rect l="l" t="t" r="r" b="b"/>
              <a:pathLst>
                <a:path w="6722" h="5480" extrusionOk="0">
                  <a:moveTo>
                    <a:pt x="3269" y="1"/>
                  </a:moveTo>
                  <a:lnTo>
                    <a:pt x="3086" y="14"/>
                  </a:lnTo>
                  <a:lnTo>
                    <a:pt x="2890" y="27"/>
                  </a:lnTo>
                  <a:lnTo>
                    <a:pt x="2720" y="66"/>
                  </a:lnTo>
                  <a:lnTo>
                    <a:pt x="2537" y="105"/>
                  </a:lnTo>
                  <a:lnTo>
                    <a:pt x="2367" y="171"/>
                  </a:lnTo>
                  <a:lnTo>
                    <a:pt x="2197" y="236"/>
                  </a:lnTo>
                  <a:lnTo>
                    <a:pt x="2027" y="315"/>
                  </a:lnTo>
                  <a:lnTo>
                    <a:pt x="1870" y="393"/>
                  </a:lnTo>
                  <a:lnTo>
                    <a:pt x="1713" y="498"/>
                  </a:lnTo>
                  <a:lnTo>
                    <a:pt x="1569" y="602"/>
                  </a:lnTo>
                  <a:lnTo>
                    <a:pt x="1425" y="720"/>
                  </a:lnTo>
                  <a:lnTo>
                    <a:pt x="1282" y="838"/>
                  </a:lnTo>
                  <a:lnTo>
                    <a:pt x="1151" y="982"/>
                  </a:lnTo>
                  <a:lnTo>
                    <a:pt x="1020" y="1112"/>
                  </a:lnTo>
                  <a:lnTo>
                    <a:pt x="902" y="1269"/>
                  </a:lnTo>
                  <a:lnTo>
                    <a:pt x="785" y="1413"/>
                  </a:lnTo>
                  <a:lnTo>
                    <a:pt x="667" y="1583"/>
                  </a:lnTo>
                  <a:lnTo>
                    <a:pt x="562" y="1753"/>
                  </a:lnTo>
                  <a:lnTo>
                    <a:pt x="471" y="1923"/>
                  </a:lnTo>
                  <a:lnTo>
                    <a:pt x="379" y="2106"/>
                  </a:lnTo>
                  <a:lnTo>
                    <a:pt x="288" y="2289"/>
                  </a:lnTo>
                  <a:lnTo>
                    <a:pt x="222" y="2472"/>
                  </a:lnTo>
                  <a:lnTo>
                    <a:pt x="144" y="2668"/>
                  </a:lnTo>
                  <a:lnTo>
                    <a:pt x="79" y="2864"/>
                  </a:lnTo>
                  <a:lnTo>
                    <a:pt x="26" y="3061"/>
                  </a:lnTo>
                  <a:lnTo>
                    <a:pt x="13" y="3139"/>
                  </a:lnTo>
                  <a:lnTo>
                    <a:pt x="0" y="3217"/>
                  </a:lnTo>
                  <a:lnTo>
                    <a:pt x="0" y="3296"/>
                  </a:lnTo>
                  <a:lnTo>
                    <a:pt x="13" y="3361"/>
                  </a:lnTo>
                  <a:lnTo>
                    <a:pt x="52" y="3492"/>
                  </a:lnTo>
                  <a:lnTo>
                    <a:pt x="118" y="3610"/>
                  </a:lnTo>
                  <a:lnTo>
                    <a:pt x="196" y="3701"/>
                  </a:lnTo>
                  <a:lnTo>
                    <a:pt x="301" y="3793"/>
                  </a:lnTo>
                  <a:lnTo>
                    <a:pt x="406" y="3858"/>
                  </a:lnTo>
                  <a:lnTo>
                    <a:pt x="523" y="3897"/>
                  </a:lnTo>
                  <a:lnTo>
                    <a:pt x="654" y="3924"/>
                  </a:lnTo>
                  <a:lnTo>
                    <a:pt x="785" y="3924"/>
                  </a:lnTo>
                  <a:lnTo>
                    <a:pt x="902" y="3910"/>
                  </a:lnTo>
                  <a:lnTo>
                    <a:pt x="1020" y="3858"/>
                  </a:lnTo>
                  <a:lnTo>
                    <a:pt x="1138" y="3793"/>
                  </a:lnTo>
                  <a:lnTo>
                    <a:pt x="1229" y="3701"/>
                  </a:lnTo>
                  <a:lnTo>
                    <a:pt x="1268" y="3649"/>
                  </a:lnTo>
                  <a:lnTo>
                    <a:pt x="1308" y="3584"/>
                  </a:lnTo>
                  <a:lnTo>
                    <a:pt x="1334" y="3518"/>
                  </a:lnTo>
                  <a:lnTo>
                    <a:pt x="1360" y="3440"/>
                  </a:lnTo>
                  <a:lnTo>
                    <a:pt x="1425" y="3191"/>
                  </a:lnTo>
                  <a:lnTo>
                    <a:pt x="1517" y="2943"/>
                  </a:lnTo>
                  <a:lnTo>
                    <a:pt x="1622" y="2708"/>
                  </a:lnTo>
                  <a:lnTo>
                    <a:pt x="1739" y="2472"/>
                  </a:lnTo>
                  <a:lnTo>
                    <a:pt x="1870" y="2263"/>
                  </a:lnTo>
                  <a:lnTo>
                    <a:pt x="2027" y="2054"/>
                  </a:lnTo>
                  <a:lnTo>
                    <a:pt x="2184" y="1871"/>
                  </a:lnTo>
                  <a:lnTo>
                    <a:pt x="2367" y="1714"/>
                  </a:lnTo>
                  <a:lnTo>
                    <a:pt x="2550" y="1583"/>
                  </a:lnTo>
                  <a:lnTo>
                    <a:pt x="2655" y="1531"/>
                  </a:lnTo>
                  <a:lnTo>
                    <a:pt x="2759" y="1478"/>
                  </a:lnTo>
                  <a:lnTo>
                    <a:pt x="2864" y="1439"/>
                  </a:lnTo>
                  <a:lnTo>
                    <a:pt x="2968" y="1400"/>
                  </a:lnTo>
                  <a:lnTo>
                    <a:pt x="3086" y="1374"/>
                  </a:lnTo>
                  <a:lnTo>
                    <a:pt x="3204" y="1361"/>
                  </a:lnTo>
                  <a:lnTo>
                    <a:pt x="3439" y="1361"/>
                  </a:lnTo>
                  <a:lnTo>
                    <a:pt x="3557" y="1387"/>
                  </a:lnTo>
                  <a:lnTo>
                    <a:pt x="3687" y="1413"/>
                  </a:lnTo>
                  <a:lnTo>
                    <a:pt x="3818" y="1452"/>
                  </a:lnTo>
                  <a:lnTo>
                    <a:pt x="3949" y="1491"/>
                  </a:lnTo>
                  <a:lnTo>
                    <a:pt x="4080" y="1557"/>
                  </a:lnTo>
                  <a:lnTo>
                    <a:pt x="4224" y="1635"/>
                  </a:lnTo>
                  <a:lnTo>
                    <a:pt x="4420" y="1753"/>
                  </a:lnTo>
                  <a:lnTo>
                    <a:pt x="4603" y="1897"/>
                  </a:lnTo>
                  <a:lnTo>
                    <a:pt x="4760" y="2041"/>
                  </a:lnTo>
                  <a:lnTo>
                    <a:pt x="4904" y="2198"/>
                  </a:lnTo>
                  <a:lnTo>
                    <a:pt x="5034" y="2368"/>
                  </a:lnTo>
                  <a:lnTo>
                    <a:pt x="5139" y="2538"/>
                  </a:lnTo>
                  <a:lnTo>
                    <a:pt x="5217" y="2721"/>
                  </a:lnTo>
                  <a:lnTo>
                    <a:pt x="5283" y="2904"/>
                  </a:lnTo>
                  <a:lnTo>
                    <a:pt x="5322" y="3087"/>
                  </a:lnTo>
                  <a:lnTo>
                    <a:pt x="5335" y="3283"/>
                  </a:lnTo>
                  <a:lnTo>
                    <a:pt x="5322" y="3479"/>
                  </a:lnTo>
                  <a:lnTo>
                    <a:pt x="5296" y="3675"/>
                  </a:lnTo>
                  <a:lnTo>
                    <a:pt x="5243" y="3884"/>
                  </a:lnTo>
                  <a:lnTo>
                    <a:pt x="5152" y="4080"/>
                  </a:lnTo>
                  <a:lnTo>
                    <a:pt x="5047" y="4277"/>
                  </a:lnTo>
                  <a:lnTo>
                    <a:pt x="4917" y="4486"/>
                  </a:lnTo>
                  <a:lnTo>
                    <a:pt x="4864" y="4551"/>
                  </a:lnTo>
                  <a:lnTo>
                    <a:pt x="4838" y="4617"/>
                  </a:lnTo>
                  <a:lnTo>
                    <a:pt x="4812" y="4682"/>
                  </a:lnTo>
                  <a:lnTo>
                    <a:pt x="4786" y="4747"/>
                  </a:lnTo>
                  <a:lnTo>
                    <a:pt x="4786" y="4813"/>
                  </a:lnTo>
                  <a:lnTo>
                    <a:pt x="4773" y="4878"/>
                  </a:lnTo>
                  <a:lnTo>
                    <a:pt x="4799" y="4996"/>
                  </a:lnTo>
                  <a:lnTo>
                    <a:pt x="4851" y="5100"/>
                  </a:lnTo>
                  <a:lnTo>
                    <a:pt x="4917" y="5205"/>
                  </a:lnTo>
                  <a:lnTo>
                    <a:pt x="5008" y="5297"/>
                  </a:lnTo>
                  <a:lnTo>
                    <a:pt x="5113" y="5375"/>
                  </a:lnTo>
                  <a:lnTo>
                    <a:pt x="5230" y="5427"/>
                  </a:lnTo>
                  <a:lnTo>
                    <a:pt x="5348" y="5466"/>
                  </a:lnTo>
                  <a:lnTo>
                    <a:pt x="5479" y="5480"/>
                  </a:lnTo>
                  <a:lnTo>
                    <a:pt x="5610" y="5480"/>
                  </a:lnTo>
                  <a:lnTo>
                    <a:pt x="5740" y="5453"/>
                  </a:lnTo>
                  <a:lnTo>
                    <a:pt x="5871" y="5401"/>
                  </a:lnTo>
                  <a:lnTo>
                    <a:pt x="5989" y="5310"/>
                  </a:lnTo>
                  <a:lnTo>
                    <a:pt x="6041" y="5257"/>
                  </a:lnTo>
                  <a:lnTo>
                    <a:pt x="6093" y="5192"/>
                  </a:lnTo>
                  <a:lnTo>
                    <a:pt x="6211" y="5035"/>
                  </a:lnTo>
                  <a:lnTo>
                    <a:pt x="6316" y="4865"/>
                  </a:lnTo>
                  <a:lnTo>
                    <a:pt x="6407" y="4695"/>
                  </a:lnTo>
                  <a:lnTo>
                    <a:pt x="6486" y="4525"/>
                  </a:lnTo>
                  <a:lnTo>
                    <a:pt x="6551" y="4355"/>
                  </a:lnTo>
                  <a:lnTo>
                    <a:pt x="6603" y="4172"/>
                  </a:lnTo>
                  <a:lnTo>
                    <a:pt x="6656" y="4002"/>
                  </a:lnTo>
                  <a:lnTo>
                    <a:pt x="6682" y="3832"/>
                  </a:lnTo>
                  <a:lnTo>
                    <a:pt x="6708" y="3649"/>
                  </a:lnTo>
                  <a:lnTo>
                    <a:pt x="6721" y="3479"/>
                  </a:lnTo>
                  <a:lnTo>
                    <a:pt x="6721" y="3296"/>
                  </a:lnTo>
                  <a:lnTo>
                    <a:pt x="6708" y="3126"/>
                  </a:lnTo>
                  <a:lnTo>
                    <a:pt x="6695" y="2956"/>
                  </a:lnTo>
                  <a:lnTo>
                    <a:pt x="6669" y="2773"/>
                  </a:lnTo>
                  <a:lnTo>
                    <a:pt x="6629" y="2603"/>
                  </a:lnTo>
                  <a:lnTo>
                    <a:pt x="6577" y="2433"/>
                  </a:lnTo>
                  <a:lnTo>
                    <a:pt x="6525" y="2276"/>
                  </a:lnTo>
                  <a:lnTo>
                    <a:pt x="6460" y="2106"/>
                  </a:lnTo>
                  <a:lnTo>
                    <a:pt x="6381" y="1949"/>
                  </a:lnTo>
                  <a:lnTo>
                    <a:pt x="6303" y="1792"/>
                  </a:lnTo>
                  <a:lnTo>
                    <a:pt x="6198" y="1635"/>
                  </a:lnTo>
                  <a:lnTo>
                    <a:pt x="6106" y="1491"/>
                  </a:lnTo>
                  <a:lnTo>
                    <a:pt x="5989" y="1348"/>
                  </a:lnTo>
                  <a:lnTo>
                    <a:pt x="5884" y="1217"/>
                  </a:lnTo>
                  <a:lnTo>
                    <a:pt x="5753" y="1073"/>
                  </a:lnTo>
                  <a:lnTo>
                    <a:pt x="5623" y="955"/>
                  </a:lnTo>
                  <a:lnTo>
                    <a:pt x="5479" y="825"/>
                  </a:lnTo>
                  <a:lnTo>
                    <a:pt x="5335" y="720"/>
                  </a:lnTo>
                  <a:lnTo>
                    <a:pt x="5178" y="602"/>
                  </a:lnTo>
                  <a:lnTo>
                    <a:pt x="5021" y="511"/>
                  </a:lnTo>
                  <a:lnTo>
                    <a:pt x="4851" y="406"/>
                  </a:lnTo>
                  <a:lnTo>
                    <a:pt x="4681" y="328"/>
                  </a:lnTo>
                  <a:lnTo>
                    <a:pt x="4472" y="236"/>
                  </a:lnTo>
                  <a:lnTo>
                    <a:pt x="4263" y="158"/>
                  </a:lnTo>
                  <a:lnTo>
                    <a:pt x="4054" y="105"/>
                  </a:lnTo>
                  <a:lnTo>
                    <a:pt x="3857" y="53"/>
                  </a:lnTo>
                  <a:lnTo>
                    <a:pt x="3661" y="27"/>
                  </a:lnTo>
                  <a:lnTo>
                    <a:pt x="3465" y="1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815;p38">
              <a:extLst>
                <a:ext uri="{FF2B5EF4-FFF2-40B4-BE49-F238E27FC236}">
                  <a16:creationId xmlns:a16="http://schemas.microsoft.com/office/drawing/2014/main" id="{DA4AA3E4-67B5-D6D5-392D-D91BFFA1F101}"/>
                </a:ext>
              </a:extLst>
            </p:cNvPr>
            <p:cNvSpPr/>
            <p:nvPr/>
          </p:nvSpPr>
          <p:spPr>
            <a:xfrm>
              <a:off x="2446850" y="3662300"/>
              <a:ext cx="393600" cy="1423625"/>
            </a:xfrm>
            <a:custGeom>
              <a:avLst/>
              <a:gdLst/>
              <a:ahLst/>
              <a:cxnLst/>
              <a:rect l="l" t="t" r="r" b="b"/>
              <a:pathLst>
                <a:path w="15744" h="56945" extrusionOk="0">
                  <a:moveTo>
                    <a:pt x="6539" y="0"/>
                  </a:moveTo>
                  <a:lnTo>
                    <a:pt x="6342" y="26"/>
                  </a:lnTo>
                  <a:lnTo>
                    <a:pt x="6133" y="53"/>
                  </a:lnTo>
                  <a:lnTo>
                    <a:pt x="5937" y="105"/>
                  </a:lnTo>
                  <a:lnTo>
                    <a:pt x="5754" y="157"/>
                  </a:lnTo>
                  <a:lnTo>
                    <a:pt x="5571" y="236"/>
                  </a:lnTo>
                  <a:lnTo>
                    <a:pt x="5388" y="327"/>
                  </a:lnTo>
                  <a:lnTo>
                    <a:pt x="5218" y="432"/>
                  </a:lnTo>
                  <a:lnTo>
                    <a:pt x="5048" y="536"/>
                  </a:lnTo>
                  <a:lnTo>
                    <a:pt x="4878" y="667"/>
                  </a:lnTo>
                  <a:lnTo>
                    <a:pt x="4721" y="811"/>
                  </a:lnTo>
                  <a:lnTo>
                    <a:pt x="4564" y="955"/>
                  </a:lnTo>
                  <a:lnTo>
                    <a:pt x="4420" y="1112"/>
                  </a:lnTo>
                  <a:lnTo>
                    <a:pt x="4277" y="1282"/>
                  </a:lnTo>
                  <a:lnTo>
                    <a:pt x="4133" y="1465"/>
                  </a:lnTo>
                  <a:lnTo>
                    <a:pt x="4002" y="1648"/>
                  </a:lnTo>
                  <a:lnTo>
                    <a:pt x="3871" y="1844"/>
                  </a:lnTo>
                  <a:lnTo>
                    <a:pt x="3754" y="2053"/>
                  </a:lnTo>
                  <a:lnTo>
                    <a:pt x="3623" y="2262"/>
                  </a:lnTo>
                  <a:lnTo>
                    <a:pt x="3400" y="2707"/>
                  </a:lnTo>
                  <a:lnTo>
                    <a:pt x="3191" y="3191"/>
                  </a:lnTo>
                  <a:lnTo>
                    <a:pt x="2995" y="3674"/>
                  </a:lnTo>
                  <a:lnTo>
                    <a:pt x="2812" y="4184"/>
                  </a:lnTo>
                  <a:lnTo>
                    <a:pt x="2642" y="4721"/>
                  </a:lnTo>
                  <a:lnTo>
                    <a:pt x="2498" y="5257"/>
                  </a:lnTo>
                  <a:lnTo>
                    <a:pt x="2367" y="5793"/>
                  </a:lnTo>
                  <a:lnTo>
                    <a:pt x="2237" y="6342"/>
                  </a:lnTo>
                  <a:lnTo>
                    <a:pt x="2132" y="6878"/>
                  </a:lnTo>
                  <a:lnTo>
                    <a:pt x="2028" y="7414"/>
                  </a:lnTo>
                  <a:lnTo>
                    <a:pt x="1949" y="7950"/>
                  </a:lnTo>
                  <a:lnTo>
                    <a:pt x="1871" y="8460"/>
                  </a:lnTo>
                  <a:lnTo>
                    <a:pt x="1805" y="8970"/>
                  </a:lnTo>
                  <a:lnTo>
                    <a:pt x="1701" y="9898"/>
                  </a:lnTo>
                  <a:lnTo>
                    <a:pt x="1635" y="10735"/>
                  </a:lnTo>
                  <a:lnTo>
                    <a:pt x="1478" y="12867"/>
                  </a:lnTo>
                  <a:lnTo>
                    <a:pt x="1295" y="15024"/>
                  </a:lnTo>
                  <a:lnTo>
                    <a:pt x="916" y="19404"/>
                  </a:lnTo>
                  <a:lnTo>
                    <a:pt x="720" y="21601"/>
                  </a:lnTo>
                  <a:lnTo>
                    <a:pt x="537" y="23811"/>
                  </a:lnTo>
                  <a:lnTo>
                    <a:pt x="367" y="26034"/>
                  </a:lnTo>
                  <a:lnTo>
                    <a:pt x="223" y="28244"/>
                  </a:lnTo>
                  <a:lnTo>
                    <a:pt x="171" y="29355"/>
                  </a:lnTo>
                  <a:lnTo>
                    <a:pt x="118" y="30466"/>
                  </a:lnTo>
                  <a:lnTo>
                    <a:pt x="66" y="31565"/>
                  </a:lnTo>
                  <a:lnTo>
                    <a:pt x="40" y="32676"/>
                  </a:lnTo>
                  <a:lnTo>
                    <a:pt x="14" y="33775"/>
                  </a:lnTo>
                  <a:lnTo>
                    <a:pt x="1" y="34886"/>
                  </a:lnTo>
                  <a:lnTo>
                    <a:pt x="1" y="35984"/>
                  </a:lnTo>
                  <a:lnTo>
                    <a:pt x="14" y="37070"/>
                  </a:lnTo>
                  <a:lnTo>
                    <a:pt x="40" y="38168"/>
                  </a:lnTo>
                  <a:lnTo>
                    <a:pt x="79" y="39253"/>
                  </a:lnTo>
                  <a:lnTo>
                    <a:pt x="132" y="40339"/>
                  </a:lnTo>
                  <a:lnTo>
                    <a:pt x="210" y="41424"/>
                  </a:lnTo>
                  <a:lnTo>
                    <a:pt x="302" y="42496"/>
                  </a:lnTo>
                  <a:lnTo>
                    <a:pt x="406" y="43568"/>
                  </a:lnTo>
                  <a:lnTo>
                    <a:pt x="537" y="44627"/>
                  </a:lnTo>
                  <a:lnTo>
                    <a:pt x="681" y="45686"/>
                  </a:lnTo>
                  <a:lnTo>
                    <a:pt x="720" y="45935"/>
                  </a:lnTo>
                  <a:lnTo>
                    <a:pt x="772" y="46196"/>
                  </a:lnTo>
                  <a:lnTo>
                    <a:pt x="838" y="46471"/>
                  </a:lnTo>
                  <a:lnTo>
                    <a:pt x="916" y="46746"/>
                  </a:lnTo>
                  <a:lnTo>
                    <a:pt x="1086" y="47321"/>
                  </a:lnTo>
                  <a:lnTo>
                    <a:pt x="1308" y="47922"/>
                  </a:lnTo>
                  <a:lnTo>
                    <a:pt x="1557" y="48537"/>
                  </a:lnTo>
                  <a:lnTo>
                    <a:pt x="1831" y="49165"/>
                  </a:lnTo>
                  <a:lnTo>
                    <a:pt x="2145" y="49805"/>
                  </a:lnTo>
                  <a:lnTo>
                    <a:pt x="2498" y="50446"/>
                  </a:lnTo>
                  <a:lnTo>
                    <a:pt x="2864" y="51087"/>
                  </a:lnTo>
                  <a:lnTo>
                    <a:pt x="3270" y="51727"/>
                  </a:lnTo>
                  <a:lnTo>
                    <a:pt x="3688" y="52342"/>
                  </a:lnTo>
                  <a:lnTo>
                    <a:pt x="4120" y="52956"/>
                  </a:lnTo>
                  <a:lnTo>
                    <a:pt x="4577" y="53532"/>
                  </a:lnTo>
                  <a:lnTo>
                    <a:pt x="4826" y="53806"/>
                  </a:lnTo>
                  <a:lnTo>
                    <a:pt x="5061" y="54081"/>
                  </a:lnTo>
                  <a:lnTo>
                    <a:pt x="5309" y="54356"/>
                  </a:lnTo>
                  <a:lnTo>
                    <a:pt x="5545" y="54604"/>
                  </a:lnTo>
                  <a:lnTo>
                    <a:pt x="5806" y="54852"/>
                  </a:lnTo>
                  <a:lnTo>
                    <a:pt x="6055" y="55088"/>
                  </a:lnTo>
                  <a:lnTo>
                    <a:pt x="6316" y="55310"/>
                  </a:lnTo>
                  <a:lnTo>
                    <a:pt x="6565" y="55519"/>
                  </a:lnTo>
                  <a:lnTo>
                    <a:pt x="6826" y="55729"/>
                  </a:lnTo>
                  <a:lnTo>
                    <a:pt x="7088" y="55912"/>
                  </a:lnTo>
                  <a:lnTo>
                    <a:pt x="7362" y="56082"/>
                  </a:lnTo>
                  <a:lnTo>
                    <a:pt x="7624" y="56252"/>
                  </a:lnTo>
                  <a:lnTo>
                    <a:pt x="7885" y="56395"/>
                  </a:lnTo>
                  <a:lnTo>
                    <a:pt x="8160" y="56526"/>
                  </a:lnTo>
                  <a:lnTo>
                    <a:pt x="8421" y="56631"/>
                  </a:lnTo>
                  <a:lnTo>
                    <a:pt x="8696" y="56735"/>
                  </a:lnTo>
                  <a:lnTo>
                    <a:pt x="8958" y="56814"/>
                  </a:lnTo>
                  <a:lnTo>
                    <a:pt x="9232" y="56879"/>
                  </a:lnTo>
                  <a:lnTo>
                    <a:pt x="9494" y="56918"/>
                  </a:lnTo>
                  <a:lnTo>
                    <a:pt x="9768" y="56945"/>
                  </a:lnTo>
                  <a:lnTo>
                    <a:pt x="10030" y="56945"/>
                  </a:lnTo>
                  <a:lnTo>
                    <a:pt x="10291" y="56931"/>
                  </a:lnTo>
                  <a:lnTo>
                    <a:pt x="10553" y="56892"/>
                  </a:lnTo>
                  <a:lnTo>
                    <a:pt x="10814" y="56827"/>
                  </a:lnTo>
                  <a:lnTo>
                    <a:pt x="11076" y="56748"/>
                  </a:lnTo>
                  <a:lnTo>
                    <a:pt x="11337" y="56644"/>
                  </a:lnTo>
                  <a:lnTo>
                    <a:pt x="11586" y="56513"/>
                  </a:lnTo>
                  <a:lnTo>
                    <a:pt x="11847" y="56356"/>
                  </a:lnTo>
                  <a:lnTo>
                    <a:pt x="12096" y="56186"/>
                  </a:lnTo>
                  <a:lnTo>
                    <a:pt x="12331" y="55977"/>
                  </a:lnTo>
                  <a:lnTo>
                    <a:pt x="12580" y="55742"/>
                  </a:lnTo>
                  <a:lnTo>
                    <a:pt x="12815" y="55480"/>
                  </a:lnTo>
                  <a:lnTo>
                    <a:pt x="13050" y="55192"/>
                  </a:lnTo>
                  <a:lnTo>
                    <a:pt x="13273" y="54879"/>
                  </a:lnTo>
                  <a:lnTo>
                    <a:pt x="13508" y="54539"/>
                  </a:lnTo>
                  <a:lnTo>
                    <a:pt x="13730" y="54159"/>
                  </a:lnTo>
                  <a:lnTo>
                    <a:pt x="13939" y="53754"/>
                  </a:lnTo>
                  <a:lnTo>
                    <a:pt x="14149" y="53323"/>
                  </a:lnTo>
                  <a:lnTo>
                    <a:pt x="14397" y="52747"/>
                  </a:lnTo>
                  <a:lnTo>
                    <a:pt x="14619" y="52159"/>
                  </a:lnTo>
                  <a:lnTo>
                    <a:pt x="14829" y="51570"/>
                  </a:lnTo>
                  <a:lnTo>
                    <a:pt x="15012" y="50969"/>
                  </a:lnTo>
                  <a:lnTo>
                    <a:pt x="15168" y="50354"/>
                  </a:lnTo>
                  <a:lnTo>
                    <a:pt x="15299" y="49740"/>
                  </a:lnTo>
                  <a:lnTo>
                    <a:pt x="15417" y="49125"/>
                  </a:lnTo>
                  <a:lnTo>
                    <a:pt x="15508" y="48498"/>
                  </a:lnTo>
                  <a:lnTo>
                    <a:pt x="15587" y="47870"/>
                  </a:lnTo>
                  <a:lnTo>
                    <a:pt x="15652" y="47229"/>
                  </a:lnTo>
                  <a:lnTo>
                    <a:pt x="15705" y="46589"/>
                  </a:lnTo>
                  <a:lnTo>
                    <a:pt x="15731" y="45948"/>
                  </a:lnTo>
                  <a:lnTo>
                    <a:pt x="15744" y="45307"/>
                  </a:lnTo>
                  <a:lnTo>
                    <a:pt x="15744" y="44653"/>
                  </a:lnTo>
                  <a:lnTo>
                    <a:pt x="15744" y="44013"/>
                  </a:lnTo>
                  <a:lnTo>
                    <a:pt x="15718" y="43359"/>
                  </a:lnTo>
                  <a:lnTo>
                    <a:pt x="15678" y="42705"/>
                  </a:lnTo>
                  <a:lnTo>
                    <a:pt x="15639" y="42051"/>
                  </a:lnTo>
                  <a:lnTo>
                    <a:pt x="15600" y="41398"/>
                  </a:lnTo>
                  <a:lnTo>
                    <a:pt x="15535" y="40757"/>
                  </a:lnTo>
                  <a:lnTo>
                    <a:pt x="15404" y="39449"/>
                  </a:lnTo>
                  <a:lnTo>
                    <a:pt x="15247" y="38155"/>
                  </a:lnTo>
                  <a:lnTo>
                    <a:pt x="14920" y="35618"/>
                  </a:lnTo>
                  <a:lnTo>
                    <a:pt x="14763" y="34363"/>
                  </a:lnTo>
                  <a:lnTo>
                    <a:pt x="14606" y="33147"/>
                  </a:lnTo>
                  <a:lnTo>
                    <a:pt x="14109" y="28923"/>
                  </a:lnTo>
                  <a:lnTo>
                    <a:pt x="13495" y="23968"/>
                  </a:lnTo>
                  <a:lnTo>
                    <a:pt x="13155" y="21327"/>
                  </a:lnTo>
                  <a:lnTo>
                    <a:pt x="12802" y="18672"/>
                  </a:lnTo>
                  <a:lnTo>
                    <a:pt x="12436" y="16018"/>
                  </a:lnTo>
                  <a:lnTo>
                    <a:pt x="12070" y="13429"/>
                  </a:lnTo>
                  <a:lnTo>
                    <a:pt x="11703" y="10971"/>
                  </a:lnTo>
                  <a:lnTo>
                    <a:pt x="11337" y="8669"/>
                  </a:lnTo>
                  <a:lnTo>
                    <a:pt x="10984" y="6577"/>
                  </a:lnTo>
                  <a:lnTo>
                    <a:pt x="10801" y="5636"/>
                  </a:lnTo>
                  <a:lnTo>
                    <a:pt x="10644" y="4760"/>
                  </a:lnTo>
                  <a:lnTo>
                    <a:pt x="10474" y="3975"/>
                  </a:lnTo>
                  <a:lnTo>
                    <a:pt x="10317" y="3269"/>
                  </a:lnTo>
                  <a:lnTo>
                    <a:pt x="10161" y="2641"/>
                  </a:lnTo>
                  <a:lnTo>
                    <a:pt x="10017" y="2132"/>
                  </a:lnTo>
                  <a:lnTo>
                    <a:pt x="9873" y="1713"/>
                  </a:lnTo>
                  <a:lnTo>
                    <a:pt x="9807" y="1556"/>
                  </a:lnTo>
                  <a:lnTo>
                    <a:pt x="9742" y="1412"/>
                  </a:lnTo>
                  <a:lnTo>
                    <a:pt x="9677" y="1308"/>
                  </a:lnTo>
                  <a:lnTo>
                    <a:pt x="9611" y="1229"/>
                  </a:lnTo>
                  <a:lnTo>
                    <a:pt x="9559" y="1177"/>
                  </a:lnTo>
                  <a:lnTo>
                    <a:pt x="9494" y="1164"/>
                  </a:lnTo>
                  <a:lnTo>
                    <a:pt x="9219" y="968"/>
                  </a:lnTo>
                  <a:lnTo>
                    <a:pt x="8945" y="785"/>
                  </a:lnTo>
                  <a:lnTo>
                    <a:pt x="8670" y="615"/>
                  </a:lnTo>
                  <a:lnTo>
                    <a:pt x="8408" y="471"/>
                  </a:lnTo>
                  <a:lnTo>
                    <a:pt x="8160" y="353"/>
                  </a:lnTo>
                  <a:lnTo>
                    <a:pt x="7912" y="249"/>
                  </a:lnTo>
                  <a:lnTo>
                    <a:pt x="7663" y="170"/>
                  </a:lnTo>
                  <a:lnTo>
                    <a:pt x="7428" y="105"/>
                  </a:lnTo>
                  <a:lnTo>
                    <a:pt x="7192" y="53"/>
                  </a:lnTo>
                  <a:lnTo>
                    <a:pt x="6970" y="13"/>
                  </a:lnTo>
                  <a:lnTo>
                    <a:pt x="6761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816;p38">
              <a:extLst>
                <a:ext uri="{FF2B5EF4-FFF2-40B4-BE49-F238E27FC236}">
                  <a16:creationId xmlns:a16="http://schemas.microsoft.com/office/drawing/2014/main" id="{06B2FFFE-0415-EE82-A1E7-30570A5D5EFE}"/>
                </a:ext>
              </a:extLst>
            </p:cNvPr>
            <p:cNvSpPr/>
            <p:nvPr/>
          </p:nvSpPr>
          <p:spPr>
            <a:xfrm>
              <a:off x="2373300" y="4816550"/>
              <a:ext cx="606425" cy="295200"/>
            </a:xfrm>
            <a:custGeom>
              <a:avLst/>
              <a:gdLst/>
              <a:ahLst/>
              <a:cxnLst/>
              <a:rect l="l" t="t" r="r" b="b"/>
              <a:pathLst>
                <a:path w="24257" h="11808" extrusionOk="0">
                  <a:moveTo>
                    <a:pt x="14541" y="0"/>
                  </a:moveTo>
                  <a:lnTo>
                    <a:pt x="14057" y="13"/>
                  </a:lnTo>
                  <a:lnTo>
                    <a:pt x="13586" y="39"/>
                  </a:lnTo>
                  <a:lnTo>
                    <a:pt x="13116" y="66"/>
                  </a:lnTo>
                  <a:lnTo>
                    <a:pt x="12671" y="118"/>
                  </a:lnTo>
                  <a:lnTo>
                    <a:pt x="12240" y="157"/>
                  </a:lnTo>
                  <a:lnTo>
                    <a:pt x="11363" y="157"/>
                  </a:lnTo>
                  <a:lnTo>
                    <a:pt x="10448" y="183"/>
                  </a:lnTo>
                  <a:lnTo>
                    <a:pt x="9494" y="223"/>
                  </a:lnTo>
                  <a:lnTo>
                    <a:pt x="9010" y="262"/>
                  </a:lnTo>
                  <a:lnTo>
                    <a:pt x="8526" y="301"/>
                  </a:lnTo>
                  <a:lnTo>
                    <a:pt x="8042" y="353"/>
                  </a:lnTo>
                  <a:lnTo>
                    <a:pt x="7545" y="419"/>
                  </a:lnTo>
                  <a:lnTo>
                    <a:pt x="7062" y="497"/>
                  </a:lnTo>
                  <a:lnTo>
                    <a:pt x="6591" y="576"/>
                  </a:lnTo>
                  <a:lnTo>
                    <a:pt x="6107" y="667"/>
                  </a:lnTo>
                  <a:lnTo>
                    <a:pt x="5636" y="772"/>
                  </a:lnTo>
                  <a:lnTo>
                    <a:pt x="5179" y="889"/>
                  </a:lnTo>
                  <a:lnTo>
                    <a:pt x="4721" y="1020"/>
                  </a:lnTo>
                  <a:lnTo>
                    <a:pt x="4277" y="1164"/>
                  </a:lnTo>
                  <a:lnTo>
                    <a:pt x="3858" y="1334"/>
                  </a:lnTo>
                  <a:lnTo>
                    <a:pt x="3440" y="1504"/>
                  </a:lnTo>
                  <a:lnTo>
                    <a:pt x="3034" y="1687"/>
                  </a:lnTo>
                  <a:lnTo>
                    <a:pt x="2655" y="1896"/>
                  </a:lnTo>
                  <a:lnTo>
                    <a:pt x="2289" y="2118"/>
                  </a:lnTo>
                  <a:lnTo>
                    <a:pt x="1949" y="2354"/>
                  </a:lnTo>
                  <a:lnTo>
                    <a:pt x="1635" y="2615"/>
                  </a:lnTo>
                  <a:lnTo>
                    <a:pt x="1335" y="2890"/>
                  </a:lnTo>
                  <a:lnTo>
                    <a:pt x="1191" y="3034"/>
                  </a:lnTo>
                  <a:lnTo>
                    <a:pt x="1060" y="3191"/>
                  </a:lnTo>
                  <a:lnTo>
                    <a:pt x="929" y="3335"/>
                  </a:lnTo>
                  <a:lnTo>
                    <a:pt x="811" y="3505"/>
                  </a:lnTo>
                  <a:lnTo>
                    <a:pt x="707" y="3661"/>
                  </a:lnTo>
                  <a:lnTo>
                    <a:pt x="602" y="3831"/>
                  </a:lnTo>
                  <a:lnTo>
                    <a:pt x="498" y="4001"/>
                  </a:lnTo>
                  <a:lnTo>
                    <a:pt x="406" y="4184"/>
                  </a:lnTo>
                  <a:lnTo>
                    <a:pt x="328" y="4368"/>
                  </a:lnTo>
                  <a:lnTo>
                    <a:pt x="249" y="4564"/>
                  </a:lnTo>
                  <a:lnTo>
                    <a:pt x="184" y="4760"/>
                  </a:lnTo>
                  <a:lnTo>
                    <a:pt x="132" y="4956"/>
                  </a:lnTo>
                  <a:lnTo>
                    <a:pt x="79" y="5165"/>
                  </a:lnTo>
                  <a:lnTo>
                    <a:pt x="40" y="5374"/>
                  </a:lnTo>
                  <a:lnTo>
                    <a:pt x="14" y="5570"/>
                  </a:lnTo>
                  <a:lnTo>
                    <a:pt x="1" y="5767"/>
                  </a:lnTo>
                  <a:lnTo>
                    <a:pt x="1" y="5950"/>
                  </a:lnTo>
                  <a:lnTo>
                    <a:pt x="1" y="6133"/>
                  </a:lnTo>
                  <a:lnTo>
                    <a:pt x="27" y="6316"/>
                  </a:lnTo>
                  <a:lnTo>
                    <a:pt x="53" y="6499"/>
                  </a:lnTo>
                  <a:lnTo>
                    <a:pt x="105" y="6669"/>
                  </a:lnTo>
                  <a:lnTo>
                    <a:pt x="158" y="6852"/>
                  </a:lnTo>
                  <a:lnTo>
                    <a:pt x="210" y="7022"/>
                  </a:lnTo>
                  <a:lnTo>
                    <a:pt x="288" y="7192"/>
                  </a:lnTo>
                  <a:lnTo>
                    <a:pt x="367" y="7362"/>
                  </a:lnTo>
                  <a:lnTo>
                    <a:pt x="458" y="7519"/>
                  </a:lnTo>
                  <a:lnTo>
                    <a:pt x="550" y="7676"/>
                  </a:lnTo>
                  <a:lnTo>
                    <a:pt x="655" y="7833"/>
                  </a:lnTo>
                  <a:lnTo>
                    <a:pt x="890" y="8146"/>
                  </a:lnTo>
                  <a:lnTo>
                    <a:pt x="1151" y="8434"/>
                  </a:lnTo>
                  <a:lnTo>
                    <a:pt x="1426" y="8722"/>
                  </a:lnTo>
                  <a:lnTo>
                    <a:pt x="1727" y="8983"/>
                  </a:lnTo>
                  <a:lnTo>
                    <a:pt x="2054" y="9245"/>
                  </a:lnTo>
                  <a:lnTo>
                    <a:pt x="2381" y="9480"/>
                  </a:lnTo>
                  <a:lnTo>
                    <a:pt x="2734" y="9702"/>
                  </a:lnTo>
                  <a:lnTo>
                    <a:pt x="3087" y="9912"/>
                  </a:lnTo>
                  <a:lnTo>
                    <a:pt x="3453" y="10095"/>
                  </a:lnTo>
                  <a:lnTo>
                    <a:pt x="3976" y="10343"/>
                  </a:lnTo>
                  <a:lnTo>
                    <a:pt x="4512" y="10565"/>
                  </a:lnTo>
                  <a:lnTo>
                    <a:pt x="5061" y="10761"/>
                  </a:lnTo>
                  <a:lnTo>
                    <a:pt x="5623" y="10945"/>
                  </a:lnTo>
                  <a:lnTo>
                    <a:pt x="6199" y="11101"/>
                  </a:lnTo>
                  <a:lnTo>
                    <a:pt x="6774" y="11232"/>
                  </a:lnTo>
                  <a:lnTo>
                    <a:pt x="7362" y="11350"/>
                  </a:lnTo>
                  <a:lnTo>
                    <a:pt x="7964" y="11454"/>
                  </a:lnTo>
                  <a:lnTo>
                    <a:pt x="8565" y="11533"/>
                  </a:lnTo>
                  <a:lnTo>
                    <a:pt x="9167" y="11611"/>
                  </a:lnTo>
                  <a:lnTo>
                    <a:pt x="9768" y="11664"/>
                  </a:lnTo>
                  <a:lnTo>
                    <a:pt x="10370" y="11716"/>
                  </a:lnTo>
                  <a:lnTo>
                    <a:pt x="10958" y="11742"/>
                  </a:lnTo>
                  <a:lnTo>
                    <a:pt x="11547" y="11768"/>
                  </a:lnTo>
                  <a:lnTo>
                    <a:pt x="12710" y="11808"/>
                  </a:lnTo>
                  <a:lnTo>
                    <a:pt x="13142" y="11808"/>
                  </a:lnTo>
                  <a:lnTo>
                    <a:pt x="13573" y="11794"/>
                  </a:lnTo>
                  <a:lnTo>
                    <a:pt x="14018" y="11781"/>
                  </a:lnTo>
                  <a:lnTo>
                    <a:pt x="14462" y="11742"/>
                  </a:lnTo>
                  <a:lnTo>
                    <a:pt x="14920" y="11716"/>
                  </a:lnTo>
                  <a:lnTo>
                    <a:pt x="15391" y="11664"/>
                  </a:lnTo>
                  <a:lnTo>
                    <a:pt x="15861" y="11598"/>
                  </a:lnTo>
                  <a:lnTo>
                    <a:pt x="16345" y="11533"/>
                  </a:lnTo>
                  <a:lnTo>
                    <a:pt x="16816" y="11454"/>
                  </a:lnTo>
                  <a:lnTo>
                    <a:pt x="17300" y="11363"/>
                  </a:lnTo>
                  <a:lnTo>
                    <a:pt x="17771" y="11258"/>
                  </a:lnTo>
                  <a:lnTo>
                    <a:pt x="18241" y="11141"/>
                  </a:lnTo>
                  <a:lnTo>
                    <a:pt x="18699" y="11010"/>
                  </a:lnTo>
                  <a:lnTo>
                    <a:pt x="19157" y="10866"/>
                  </a:lnTo>
                  <a:lnTo>
                    <a:pt x="19614" y="10709"/>
                  </a:lnTo>
                  <a:lnTo>
                    <a:pt x="20046" y="10539"/>
                  </a:lnTo>
                  <a:lnTo>
                    <a:pt x="20477" y="10356"/>
                  </a:lnTo>
                  <a:lnTo>
                    <a:pt x="20883" y="10160"/>
                  </a:lnTo>
                  <a:lnTo>
                    <a:pt x="21275" y="9951"/>
                  </a:lnTo>
                  <a:lnTo>
                    <a:pt x="21654" y="9729"/>
                  </a:lnTo>
                  <a:lnTo>
                    <a:pt x="22020" y="9480"/>
                  </a:lnTo>
                  <a:lnTo>
                    <a:pt x="22360" y="9232"/>
                  </a:lnTo>
                  <a:lnTo>
                    <a:pt x="22674" y="8957"/>
                  </a:lnTo>
                  <a:lnTo>
                    <a:pt x="22975" y="8669"/>
                  </a:lnTo>
                  <a:lnTo>
                    <a:pt x="23236" y="8356"/>
                  </a:lnTo>
                  <a:lnTo>
                    <a:pt x="23354" y="8199"/>
                  </a:lnTo>
                  <a:lnTo>
                    <a:pt x="23471" y="8042"/>
                  </a:lnTo>
                  <a:lnTo>
                    <a:pt x="23589" y="7872"/>
                  </a:lnTo>
                  <a:lnTo>
                    <a:pt x="23681" y="7702"/>
                  </a:lnTo>
                  <a:lnTo>
                    <a:pt x="23785" y="7519"/>
                  </a:lnTo>
                  <a:lnTo>
                    <a:pt x="23864" y="7336"/>
                  </a:lnTo>
                  <a:lnTo>
                    <a:pt x="23942" y="7153"/>
                  </a:lnTo>
                  <a:lnTo>
                    <a:pt x="24008" y="6970"/>
                  </a:lnTo>
                  <a:lnTo>
                    <a:pt x="24073" y="6773"/>
                  </a:lnTo>
                  <a:lnTo>
                    <a:pt x="24125" y="6577"/>
                  </a:lnTo>
                  <a:lnTo>
                    <a:pt x="24164" y="6368"/>
                  </a:lnTo>
                  <a:lnTo>
                    <a:pt x="24204" y="6159"/>
                  </a:lnTo>
                  <a:lnTo>
                    <a:pt x="24230" y="5950"/>
                  </a:lnTo>
                  <a:lnTo>
                    <a:pt x="24243" y="5727"/>
                  </a:lnTo>
                  <a:lnTo>
                    <a:pt x="24256" y="5479"/>
                  </a:lnTo>
                  <a:lnTo>
                    <a:pt x="24243" y="5244"/>
                  </a:lnTo>
                  <a:lnTo>
                    <a:pt x="24230" y="5008"/>
                  </a:lnTo>
                  <a:lnTo>
                    <a:pt x="24204" y="4773"/>
                  </a:lnTo>
                  <a:lnTo>
                    <a:pt x="24164" y="4551"/>
                  </a:lnTo>
                  <a:lnTo>
                    <a:pt x="24112" y="4341"/>
                  </a:lnTo>
                  <a:lnTo>
                    <a:pt x="24060" y="4132"/>
                  </a:lnTo>
                  <a:lnTo>
                    <a:pt x="23981" y="3923"/>
                  </a:lnTo>
                  <a:lnTo>
                    <a:pt x="23903" y="3727"/>
                  </a:lnTo>
                  <a:lnTo>
                    <a:pt x="23811" y="3531"/>
                  </a:lnTo>
                  <a:lnTo>
                    <a:pt x="23720" y="3348"/>
                  </a:lnTo>
                  <a:lnTo>
                    <a:pt x="23615" y="3165"/>
                  </a:lnTo>
                  <a:lnTo>
                    <a:pt x="23498" y="2995"/>
                  </a:lnTo>
                  <a:lnTo>
                    <a:pt x="23380" y="2825"/>
                  </a:lnTo>
                  <a:lnTo>
                    <a:pt x="23249" y="2668"/>
                  </a:lnTo>
                  <a:lnTo>
                    <a:pt x="23105" y="2511"/>
                  </a:lnTo>
                  <a:lnTo>
                    <a:pt x="22962" y="2354"/>
                  </a:lnTo>
                  <a:lnTo>
                    <a:pt x="22805" y="2210"/>
                  </a:lnTo>
                  <a:lnTo>
                    <a:pt x="22648" y="2079"/>
                  </a:lnTo>
                  <a:lnTo>
                    <a:pt x="22478" y="1935"/>
                  </a:lnTo>
                  <a:lnTo>
                    <a:pt x="22295" y="1805"/>
                  </a:lnTo>
                  <a:lnTo>
                    <a:pt x="22125" y="1687"/>
                  </a:lnTo>
                  <a:lnTo>
                    <a:pt x="21746" y="1452"/>
                  </a:lnTo>
                  <a:lnTo>
                    <a:pt x="21340" y="1242"/>
                  </a:lnTo>
                  <a:lnTo>
                    <a:pt x="20922" y="1046"/>
                  </a:lnTo>
                  <a:lnTo>
                    <a:pt x="20477" y="876"/>
                  </a:lnTo>
                  <a:lnTo>
                    <a:pt x="20020" y="719"/>
                  </a:lnTo>
                  <a:lnTo>
                    <a:pt x="19549" y="576"/>
                  </a:lnTo>
                  <a:lnTo>
                    <a:pt x="19065" y="445"/>
                  </a:lnTo>
                  <a:lnTo>
                    <a:pt x="18581" y="340"/>
                  </a:lnTo>
                  <a:lnTo>
                    <a:pt x="18084" y="249"/>
                  </a:lnTo>
                  <a:lnTo>
                    <a:pt x="17574" y="183"/>
                  </a:lnTo>
                  <a:lnTo>
                    <a:pt x="17064" y="118"/>
                  </a:lnTo>
                  <a:lnTo>
                    <a:pt x="16554" y="66"/>
                  </a:lnTo>
                  <a:lnTo>
                    <a:pt x="16045" y="39"/>
                  </a:lnTo>
                  <a:lnTo>
                    <a:pt x="15535" y="13"/>
                  </a:lnTo>
                  <a:lnTo>
                    <a:pt x="15038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817;p38">
              <a:extLst>
                <a:ext uri="{FF2B5EF4-FFF2-40B4-BE49-F238E27FC236}">
                  <a16:creationId xmlns:a16="http://schemas.microsoft.com/office/drawing/2014/main" id="{5E5F5B6C-B652-5BE4-7183-DCA858495110}"/>
                </a:ext>
              </a:extLst>
            </p:cNvPr>
            <p:cNvSpPr/>
            <p:nvPr/>
          </p:nvSpPr>
          <p:spPr>
            <a:xfrm>
              <a:off x="3029375" y="3644650"/>
              <a:ext cx="393600" cy="1423625"/>
            </a:xfrm>
            <a:custGeom>
              <a:avLst/>
              <a:gdLst/>
              <a:ahLst/>
              <a:cxnLst/>
              <a:rect l="l" t="t" r="r" b="b"/>
              <a:pathLst>
                <a:path w="15744" h="56945" extrusionOk="0">
                  <a:moveTo>
                    <a:pt x="6538" y="0"/>
                  </a:moveTo>
                  <a:lnTo>
                    <a:pt x="6342" y="13"/>
                  </a:lnTo>
                  <a:lnTo>
                    <a:pt x="6133" y="52"/>
                  </a:lnTo>
                  <a:lnTo>
                    <a:pt x="5937" y="92"/>
                  </a:lnTo>
                  <a:lnTo>
                    <a:pt x="5754" y="157"/>
                  </a:lnTo>
                  <a:lnTo>
                    <a:pt x="5571" y="235"/>
                  </a:lnTo>
                  <a:lnTo>
                    <a:pt x="5388" y="327"/>
                  </a:lnTo>
                  <a:lnTo>
                    <a:pt x="5218" y="419"/>
                  </a:lnTo>
                  <a:lnTo>
                    <a:pt x="5048" y="536"/>
                  </a:lnTo>
                  <a:lnTo>
                    <a:pt x="4878" y="667"/>
                  </a:lnTo>
                  <a:lnTo>
                    <a:pt x="4721" y="798"/>
                  </a:lnTo>
                  <a:lnTo>
                    <a:pt x="4564" y="955"/>
                  </a:lnTo>
                  <a:lnTo>
                    <a:pt x="4420" y="1112"/>
                  </a:lnTo>
                  <a:lnTo>
                    <a:pt x="4276" y="1282"/>
                  </a:lnTo>
                  <a:lnTo>
                    <a:pt x="4132" y="1452"/>
                  </a:lnTo>
                  <a:lnTo>
                    <a:pt x="4002" y="1648"/>
                  </a:lnTo>
                  <a:lnTo>
                    <a:pt x="3871" y="1844"/>
                  </a:lnTo>
                  <a:lnTo>
                    <a:pt x="3753" y="2053"/>
                  </a:lnTo>
                  <a:lnTo>
                    <a:pt x="3622" y="2262"/>
                  </a:lnTo>
                  <a:lnTo>
                    <a:pt x="3400" y="2707"/>
                  </a:lnTo>
                  <a:lnTo>
                    <a:pt x="3191" y="3177"/>
                  </a:lnTo>
                  <a:lnTo>
                    <a:pt x="2995" y="3674"/>
                  </a:lnTo>
                  <a:lnTo>
                    <a:pt x="2812" y="4184"/>
                  </a:lnTo>
                  <a:lnTo>
                    <a:pt x="2655" y="4707"/>
                  </a:lnTo>
                  <a:lnTo>
                    <a:pt x="2498" y="5243"/>
                  </a:lnTo>
                  <a:lnTo>
                    <a:pt x="2367" y="5793"/>
                  </a:lnTo>
                  <a:lnTo>
                    <a:pt x="2236" y="6329"/>
                  </a:lnTo>
                  <a:lnTo>
                    <a:pt x="2132" y="6878"/>
                  </a:lnTo>
                  <a:lnTo>
                    <a:pt x="2027" y="7414"/>
                  </a:lnTo>
                  <a:lnTo>
                    <a:pt x="1949" y="7937"/>
                  </a:lnTo>
                  <a:lnTo>
                    <a:pt x="1870" y="8460"/>
                  </a:lnTo>
                  <a:lnTo>
                    <a:pt x="1805" y="8957"/>
                  </a:lnTo>
                  <a:lnTo>
                    <a:pt x="1700" y="9898"/>
                  </a:lnTo>
                  <a:lnTo>
                    <a:pt x="1635" y="10722"/>
                  </a:lnTo>
                  <a:lnTo>
                    <a:pt x="1478" y="12867"/>
                  </a:lnTo>
                  <a:lnTo>
                    <a:pt x="1295" y="15024"/>
                  </a:lnTo>
                  <a:lnTo>
                    <a:pt x="916" y="19391"/>
                  </a:lnTo>
                  <a:lnTo>
                    <a:pt x="720" y="21601"/>
                  </a:lnTo>
                  <a:lnTo>
                    <a:pt x="537" y="23811"/>
                  </a:lnTo>
                  <a:lnTo>
                    <a:pt x="367" y="26021"/>
                  </a:lnTo>
                  <a:lnTo>
                    <a:pt x="223" y="28243"/>
                  </a:lnTo>
                  <a:lnTo>
                    <a:pt x="170" y="29355"/>
                  </a:lnTo>
                  <a:lnTo>
                    <a:pt x="118" y="30453"/>
                  </a:lnTo>
                  <a:lnTo>
                    <a:pt x="66" y="31565"/>
                  </a:lnTo>
                  <a:lnTo>
                    <a:pt x="27" y="32676"/>
                  </a:lnTo>
                  <a:lnTo>
                    <a:pt x="14" y="33774"/>
                  </a:lnTo>
                  <a:lnTo>
                    <a:pt x="1" y="34873"/>
                  </a:lnTo>
                  <a:lnTo>
                    <a:pt x="1" y="35971"/>
                  </a:lnTo>
                  <a:lnTo>
                    <a:pt x="14" y="37070"/>
                  </a:lnTo>
                  <a:lnTo>
                    <a:pt x="40" y="38155"/>
                  </a:lnTo>
                  <a:lnTo>
                    <a:pt x="79" y="39253"/>
                  </a:lnTo>
                  <a:lnTo>
                    <a:pt x="131" y="40338"/>
                  </a:lnTo>
                  <a:lnTo>
                    <a:pt x="210" y="41411"/>
                  </a:lnTo>
                  <a:lnTo>
                    <a:pt x="301" y="42483"/>
                  </a:lnTo>
                  <a:lnTo>
                    <a:pt x="406" y="43555"/>
                  </a:lnTo>
                  <a:lnTo>
                    <a:pt x="537" y="44614"/>
                  </a:lnTo>
                  <a:lnTo>
                    <a:pt x="680" y="45673"/>
                  </a:lnTo>
                  <a:lnTo>
                    <a:pt x="720" y="45935"/>
                  </a:lnTo>
                  <a:lnTo>
                    <a:pt x="772" y="46183"/>
                  </a:lnTo>
                  <a:lnTo>
                    <a:pt x="837" y="46458"/>
                  </a:lnTo>
                  <a:lnTo>
                    <a:pt x="916" y="46732"/>
                  </a:lnTo>
                  <a:lnTo>
                    <a:pt x="1086" y="47308"/>
                  </a:lnTo>
                  <a:lnTo>
                    <a:pt x="1308" y="47909"/>
                  </a:lnTo>
                  <a:lnTo>
                    <a:pt x="1556" y="48537"/>
                  </a:lnTo>
                  <a:lnTo>
                    <a:pt x="1831" y="49164"/>
                  </a:lnTo>
                  <a:lnTo>
                    <a:pt x="2145" y="49805"/>
                  </a:lnTo>
                  <a:lnTo>
                    <a:pt x="2498" y="50446"/>
                  </a:lnTo>
                  <a:lnTo>
                    <a:pt x="2864" y="51087"/>
                  </a:lnTo>
                  <a:lnTo>
                    <a:pt x="3256" y="51727"/>
                  </a:lnTo>
                  <a:lnTo>
                    <a:pt x="3688" y="52342"/>
                  </a:lnTo>
                  <a:lnTo>
                    <a:pt x="4119" y="52943"/>
                  </a:lnTo>
                  <a:lnTo>
                    <a:pt x="4577" y="53532"/>
                  </a:lnTo>
                  <a:lnTo>
                    <a:pt x="4825" y="53806"/>
                  </a:lnTo>
                  <a:lnTo>
                    <a:pt x="5061" y="54081"/>
                  </a:lnTo>
                  <a:lnTo>
                    <a:pt x="5309" y="54342"/>
                  </a:lnTo>
                  <a:lnTo>
                    <a:pt x="5545" y="54604"/>
                  </a:lnTo>
                  <a:lnTo>
                    <a:pt x="5806" y="54839"/>
                  </a:lnTo>
                  <a:lnTo>
                    <a:pt x="6054" y="55075"/>
                  </a:lnTo>
                  <a:lnTo>
                    <a:pt x="6316" y="55310"/>
                  </a:lnTo>
                  <a:lnTo>
                    <a:pt x="6564" y="55519"/>
                  </a:lnTo>
                  <a:lnTo>
                    <a:pt x="6826" y="55715"/>
                  </a:lnTo>
                  <a:lnTo>
                    <a:pt x="7087" y="55911"/>
                  </a:lnTo>
                  <a:lnTo>
                    <a:pt x="7362" y="56081"/>
                  </a:lnTo>
                  <a:lnTo>
                    <a:pt x="7624" y="56238"/>
                  </a:lnTo>
                  <a:lnTo>
                    <a:pt x="7885" y="56382"/>
                  </a:lnTo>
                  <a:lnTo>
                    <a:pt x="8160" y="56513"/>
                  </a:lnTo>
                  <a:lnTo>
                    <a:pt x="8421" y="56631"/>
                  </a:lnTo>
                  <a:lnTo>
                    <a:pt x="8696" y="56722"/>
                  </a:lnTo>
                  <a:lnTo>
                    <a:pt x="8957" y="56814"/>
                  </a:lnTo>
                  <a:lnTo>
                    <a:pt x="9232" y="56866"/>
                  </a:lnTo>
                  <a:lnTo>
                    <a:pt x="9493" y="56918"/>
                  </a:lnTo>
                  <a:lnTo>
                    <a:pt x="9768" y="56931"/>
                  </a:lnTo>
                  <a:lnTo>
                    <a:pt x="10029" y="56944"/>
                  </a:lnTo>
                  <a:lnTo>
                    <a:pt x="10291" y="56918"/>
                  </a:lnTo>
                  <a:lnTo>
                    <a:pt x="10553" y="56892"/>
                  </a:lnTo>
                  <a:lnTo>
                    <a:pt x="10814" y="56827"/>
                  </a:lnTo>
                  <a:lnTo>
                    <a:pt x="11076" y="56748"/>
                  </a:lnTo>
                  <a:lnTo>
                    <a:pt x="11337" y="56644"/>
                  </a:lnTo>
                  <a:lnTo>
                    <a:pt x="11585" y="56513"/>
                  </a:lnTo>
                  <a:lnTo>
                    <a:pt x="11847" y="56356"/>
                  </a:lnTo>
                  <a:lnTo>
                    <a:pt x="12095" y="56173"/>
                  </a:lnTo>
                  <a:lnTo>
                    <a:pt x="12331" y="55964"/>
                  </a:lnTo>
                  <a:lnTo>
                    <a:pt x="12579" y="55742"/>
                  </a:lnTo>
                  <a:lnTo>
                    <a:pt x="12815" y="55480"/>
                  </a:lnTo>
                  <a:lnTo>
                    <a:pt x="13050" y="55192"/>
                  </a:lnTo>
                  <a:lnTo>
                    <a:pt x="13285" y="54879"/>
                  </a:lnTo>
                  <a:lnTo>
                    <a:pt x="13508" y="54539"/>
                  </a:lnTo>
                  <a:lnTo>
                    <a:pt x="13730" y="54159"/>
                  </a:lnTo>
                  <a:lnTo>
                    <a:pt x="13939" y="53754"/>
                  </a:lnTo>
                  <a:lnTo>
                    <a:pt x="14148" y="53323"/>
                  </a:lnTo>
                  <a:lnTo>
                    <a:pt x="14397" y="52747"/>
                  </a:lnTo>
                  <a:lnTo>
                    <a:pt x="14632" y="52159"/>
                  </a:lnTo>
                  <a:lnTo>
                    <a:pt x="14828" y="51557"/>
                  </a:lnTo>
                  <a:lnTo>
                    <a:pt x="15011" y="50956"/>
                  </a:lnTo>
                  <a:lnTo>
                    <a:pt x="15168" y="50354"/>
                  </a:lnTo>
                  <a:lnTo>
                    <a:pt x="15299" y="49740"/>
                  </a:lnTo>
                  <a:lnTo>
                    <a:pt x="15417" y="49112"/>
                  </a:lnTo>
                  <a:lnTo>
                    <a:pt x="15508" y="48485"/>
                  </a:lnTo>
                  <a:lnTo>
                    <a:pt x="15587" y="47857"/>
                  </a:lnTo>
                  <a:lnTo>
                    <a:pt x="15652" y="47229"/>
                  </a:lnTo>
                  <a:lnTo>
                    <a:pt x="15704" y="46589"/>
                  </a:lnTo>
                  <a:lnTo>
                    <a:pt x="15730" y="45948"/>
                  </a:lnTo>
                  <a:lnTo>
                    <a:pt x="15744" y="45294"/>
                  </a:lnTo>
                  <a:lnTo>
                    <a:pt x="15744" y="44653"/>
                  </a:lnTo>
                  <a:lnTo>
                    <a:pt x="15744" y="44000"/>
                  </a:lnTo>
                  <a:lnTo>
                    <a:pt x="15717" y="43359"/>
                  </a:lnTo>
                  <a:lnTo>
                    <a:pt x="15678" y="42705"/>
                  </a:lnTo>
                  <a:lnTo>
                    <a:pt x="15639" y="42051"/>
                  </a:lnTo>
                  <a:lnTo>
                    <a:pt x="15600" y="41398"/>
                  </a:lnTo>
                  <a:lnTo>
                    <a:pt x="15534" y="40744"/>
                  </a:lnTo>
                  <a:lnTo>
                    <a:pt x="15404" y="39449"/>
                  </a:lnTo>
                  <a:lnTo>
                    <a:pt x="15247" y="38155"/>
                  </a:lnTo>
                  <a:lnTo>
                    <a:pt x="14920" y="35605"/>
                  </a:lnTo>
                  <a:lnTo>
                    <a:pt x="14763" y="34363"/>
                  </a:lnTo>
                  <a:lnTo>
                    <a:pt x="14606" y="33134"/>
                  </a:lnTo>
                  <a:lnTo>
                    <a:pt x="14109" y="28923"/>
                  </a:lnTo>
                  <a:lnTo>
                    <a:pt x="13495" y="23955"/>
                  </a:lnTo>
                  <a:lnTo>
                    <a:pt x="13155" y="21326"/>
                  </a:lnTo>
                  <a:lnTo>
                    <a:pt x="12802" y="18659"/>
                  </a:lnTo>
                  <a:lnTo>
                    <a:pt x="12435" y="16018"/>
                  </a:lnTo>
                  <a:lnTo>
                    <a:pt x="12069" y="13429"/>
                  </a:lnTo>
                  <a:lnTo>
                    <a:pt x="11703" y="10957"/>
                  </a:lnTo>
                  <a:lnTo>
                    <a:pt x="11337" y="8656"/>
                  </a:lnTo>
                  <a:lnTo>
                    <a:pt x="10984" y="6577"/>
                  </a:lnTo>
                  <a:lnTo>
                    <a:pt x="10814" y="5636"/>
                  </a:lnTo>
                  <a:lnTo>
                    <a:pt x="10644" y="4760"/>
                  </a:lnTo>
                  <a:lnTo>
                    <a:pt x="10474" y="3962"/>
                  </a:lnTo>
                  <a:lnTo>
                    <a:pt x="10317" y="3256"/>
                  </a:lnTo>
                  <a:lnTo>
                    <a:pt x="10160" y="2641"/>
                  </a:lnTo>
                  <a:lnTo>
                    <a:pt x="10016" y="2118"/>
                  </a:lnTo>
                  <a:lnTo>
                    <a:pt x="9873" y="1713"/>
                  </a:lnTo>
                  <a:lnTo>
                    <a:pt x="9807" y="1543"/>
                  </a:lnTo>
                  <a:lnTo>
                    <a:pt x="9742" y="1412"/>
                  </a:lnTo>
                  <a:lnTo>
                    <a:pt x="9676" y="1295"/>
                  </a:lnTo>
                  <a:lnTo>
                    <a:pt x="9611" y="1216"/>
                  </a:lnTo>
                  <a:lnTo>
                    <a:pt x="9559" y="1177"/>
                  </a:lnTo>
                  <a:lnTo>
                    <a:pt x="9493" y="1164"/>
                  </a:lnTo>
                  <a:lnTo>
                    <a:pt x="9219" y="955"/>
                  </a:lnTo>
                  <a:lnTo>
                    <a:pt x="8944" y="772"/>
                  </a:lnTo>
                  <a:lnTo>
                    <a:pt x="8670" y="615"/>
                  </a:lnTo>
                  <a:lnTo>
                    <a:pt x="8408" y="471"/>
                  </a:lnTo>
                  <a:lnTo>
                    <a:pt x="8160" y="353"/>
                  </a:lnTo>
                  <a:lnTo>
                    <a:pt x="7911" y="249"/>
                  </a:lnTo>
                  <a:lnTo>
                    <a:pt x="7663" y="157"/>
                  </a:lnTo>
                  <a:lnTo>
                    <a:pt x="7427" y="92"/>
                  </a:lnTo>
                  <a:lnTo>
                    <a:pt x="7205" y="39"/>
                  </a:lnTo>
                  <a:lnTo>
                    <a:pt x="6970" y="13"/>
                  </a:lnTo>
                  <a:lnTo>
                    <a:pt x="6761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818;p38">
              <a:extLst>
                <a:ext uri="{FF2B5EF4-FFF2-40B4-BE49-F238E27FC236}">
                  <a16:creationId xmlns:a16="http://schemas.microsoft.com/office/drawing/2014/main" id="{6A3E2241-C0C8-A385-F970-474D881BF8C4}"/>
                </a:ext>
              </a:extLst>
            </p:cNvPr>
            <p:cNvSpPr/>
            <p:nvPr/>
          </p:nvSpPr>
          <p:spPr>
            <a:xfrm>
              <a:off x="3023825" y="4803800"/>
              <a:ext cx="519125" cy="295525"/>
            </a:xfrm>
            <a:custGeom>
              <a:avLst/>
              <a:gdLst/>
              <a:ahLst/>
              <a:cxnLst/>
              <a:rect l="l" t="t" r="r" b="b"/>
              <a:pathLst>
                <a:path w="20765" h="11821" extrusionOk="0">
                  <a:moveTo>
                    <a:pt x="12984" y="0"/>
                  </a:moveTo>
                  <a:lnTo>
                    <a:pt x="12566" y="13"/>
                  </a:lnTo>
                  <a:lnTo>
                    <a:pt x="12147" y="40"/>
                  </a:lnTo>
                  <a:lnTo>
                    <a:pt x="11742" y="66"/>
                  </a:lnTo>
                  <a:lnTo>
                    <a:pt x="11337" y="105"/>
                  </a:lnTo>
                  <a:lnTo>
                    <a:pt x="10958" y="157"/>
                  </a:lnTo>
                  <a:lnTo>
                    <a:pt x="10591" y="223"/>
                  </a:lnTo>
                  <a:lnTo>
                    <a:pt x="9833" y="236"/>
                  </a:lnTo>
                  <a:lnTo>
                    <a:pt x="9049" y="275"/>
                  </a:lnTo>
                  <a:lnTo>
                    <a:pt x="8238" y="327"/>
                  </a:lnTo>
                  <a:lnTo>
                    <a:pt x="7819" y="379"/>
                  </a:lnTo>
                  <a:lnTo>
                    <a:pt x="7414" y="432"/>
                  </a:lnTo>
                  <a:lnTo>
                    <a:pt x="6996" y="484"/>
                  </a:lnTo>
                  <a:lnTo>
                    <a:pt x="6577" y="563"/>
                  </a:lnTo>
                  <a:lnTo>
                    <a:pt x="6159" y="641"/>
                  </a:lnTo>
                  <a:lnTo>
                    <a:pt x="5740" y="733"/>
                  </a:lnTo>
                  <a:lnTo>
                    <a:pt x="5335" y="837"/>
                  </a:lnTo>
                  <a:lnTo>
                    <a:pt x="4930" y="955"/>
                  </a:lnTo>
                  <a:lnTo>
                    <a:pt x="4537" y="1072"/>
                  </a:lnTo>
                  <a:lnTo>
                    <a:pt x="4145" y="1216"/>
                  </a:lnTo>
                  <a:lnTo>
                    <a:pt x="3766" y="1373"/>
                  </a:lnTo>
                  <a:lnTo>
                    <a:pt x="3387" y="1530"/>
                  </a:lnTo>
                  <a:lnTo>
                    <a:pt x="3034" y="1713"/>
                  </a:lnTo>
                  <a:lnTo>
                    <a:pt x="2694" y="1909"/>
                  </a:lnTo>
                  <a:lnTo>
                    <a:pt x="2354" y="2119"/>
                  </a:lnTo>
                  <a:lnTo>
                    <a:pt x="2040" y="2354"/>
                  </a:lnTo>
                  <a:lnTo>
                    <a:pt x="1739" y="2602"/>
                  </a:lnTo>
                  <a:lnTo>
                    <a:pt x="1465" y="2864"/>
                  </a:lnTo>
                  <a:lnTo>
                    <a:pt x="1203" y="3138"/>
                  </a:lnTo>
                  <a:lnTo>
                    <a:pt x="968" y="3439"/>
                  </a:lnTo>
                  <a:lnTo>
                    <a:pt x="759" y="3753"/>
                  </a:lnTo>
                  <a:lnTo>
                    <a:pt x="562" y="4093"/>
                  </a:lnTo>
                  <a:lnTo>
                    <a:pt x="471" y="4263"/>
                  </a:lnTo>
                  <a:lnTo>
                    <a:pt x="392" y="4446"/>
                  </a:lnTo>
                  <a:lnTo>
                    <a:pt x="314" y="4629"/>
                  </a:lnTo>
                  <a:lnTo>
                    <a:pt x="249" y="4825"/>
                  </a:lnTo>
                  <a:lnTo>
                    <a:pt x="196" y="5021"/>
                  </a:lnTo>
                  <a:lnTo>
                    <a:pt x="131" y="5231"/>
                  </a:lnTo>
                  <a:lnTo>
                    <a:pt x="92" y="5427"/>
                  </a:lnTo>
                  <a:lnTo>
                    <a:pt x="53" y="5649"/>
                  </a:lnTo>
                  <a:lnTo>
                    <a:pt x="26" y="5832"/>
                  </a:lnTo>
                  <a:lnTo>
                    <a:pt x="13" y="6028"/>
                  </a:lnTo>
                  <a:lnTo>
                    <a:pt x="0" y="6211"/>
                  </a:lnTo>
                  <a:lnTo>
                    <a:pt x="13" y="6394"/>
                  </a:lnTo>
                  <a:lnTo>
                    <a:pt x="26" y="6577"/>
                  </a:lnTo>
                  <a:lnTo>
                    <a:pt x="53" y="6760"/>
                  </a:lnTo>
                  <a:lnTo>
                    <a:pt x="79" y="6930"/>
                  </a:lnTo>
                  <a:lnTo>
                    <a:pt x="118" y="7113"/>
                  </a:lnTo>
                  <a:lnTo>
                    <a:pt x="170" y="7283"/>
                  </a:lnTo>
                  <a:lnTo>
                    <a:pt x="236" y="7440"/>
                  </a:lnTo>
                  <a:lnTo>
                    <a:pt x="301" y="7610"/>
                  </a:lnTo>
                  <a:lnTo>
                    <a:pt x="366" y="7767"/>
                  </a:lnTo>
                  <a:lnTo>
                    <a:pt x="536" y="8081"/>
                  </a:lnTo>
                  <a:lnTo>
                    <a:pt x="732" y="8382"/>
                  </a:lnTo>
                  <a:lnTo>
                    <a:pt x="942" y="8669"/>
                  </a:lnTo>
                  <a:lnTo>
                    <a:pt x="1177" y="8944"/>
                  </a:lnTo>
                  <a:lnTo>
                    <a:pt x="1439" y="9206"/>
                  </a:lnTo>
                  <a:lnTo>
                    <a:pt x="1700" y="9454"/>
                  </a:lnTo>
                  <a:lnTo>
                    <a:pt x="1988" y="9689"/>
                  </a:lnTo>
                  <a:lnTo>
                    <a:pt x="2275" y="9912"/>
                  </a:lnTo>
                  <a:lnTo>
                    <a:pt x="2576" y="10108"/>
                  </a:lnTo>
                  <a:lnTo>
                    <a:pt x="2890" y="10291"/>
                  </a:lnTo>
                  <a:lnTo>
                    <a:pt x="3334" y="10526"/>
                  </a:lnTo>
                  <a:lnTo>
                    <a:pt x="3779" y="10735"/>
                  </a:lnTo>
                  <a:lnTo>
                    <a:pt x="4250" y="10932"/>
                  </a:lnTo>
                  <a:lnTo>
                    <a:pt x="4734" y="11088"/>
                  </a:lnTo>
                  <a:lnTo>
                    <a:pt x="5217" y="11232"/>
                  </a:lnTo>
                  <a:lnTo>
                    <a:pt x="5714" y="11363"/>
                  </a:lnTo>
                  <a:lnTo>
                    <a:pt x="6224" y="11468"/>
                  </a:lnTo>
                  <a:lnTo>
                    <a:pt x="6721" y="11559"/>
                  </a:lnTo>
                  <a:lnTo>
                    <a:pt x="7231" y="11638"/>
                  </a:lnTo>
                  <a:lnTo>
                    <a:pt x="7754" y="11690"/>
                  </a:lnTo>
                  <a:lnTo>
                    <a:pt x="8264" y="11742"/>
                  </a:lnTo>
                  <a:lnTo>
                    <a:pt x="8774" y="11781"/>
                  </a:lnTo>
                  <a:lnTo>
                    <a:pt x="9284" y="11795"/>
                  </a:lnTo>
                  <a:lnTo>
                    <a:pt x="9794" y="11808"/>
                  </a:lnTo>
                  <a:lnTo>
                    <a:pt x="10788" y="11821"/>
                  </a:lnTo>
                  <a:lnTo>
                    <a:pt x="11141" y="11808"/>
                  </a:lnTo>
                  <a:lnTo>
                    <a:pt x="11507" y="11795"/>
                  </a:lnTo>
                  <a:lnTo>
                    <a:pt x="11899" y="11768"/>
                  </a:lnTo>
                  <a:lnTo>
                    <a:pt x="12278" y="11729"/>
                  </a:lnTo>
                  <a:lnTo>
                    <a:pt x="12684" y="11690"/>
                  </a:lnTo>
                  <a:lnTo>
                    <a:pt x="13076" y="11638"/>
                  </a:lnTo>
                  <a:lnTo>
                    <a:pt x="13481" y="11559"/>
                  </a:lnTo>
                  <a:lnTo>
                    <a:pt x="13886" y="11481"/>
                  </a:lnTo>
                  <a:lnTo>
                    <a:pt x="14305" y="11402"/>
                  </a:lnTo>
                  <a:lnTo>
                    <a:pt x="14710" y="11298"/>
                  </a:lnTo>
                  <a:lnTo>
                    <a:pt x="15116" y="11180"/>
                  </a:lnTo>
                  <a:lnTo>
                    <a:pt x="15521" y="11062"/>
                  </a:lnTo>
                  <a:lnTo>
                    <a:pt x="15926" y="10918"/>
                  </a:lnTo>
                  <a:lnTo>
                    <a:pt x="16319" y="10775"/>
                  </a:lnTo>
                  <a:lnTo>
                    <a:pt x="16698" y="10605"/>
                  </a:lnTo>
                  <a:lnTo>
                    <a:pt x="17077" y="10435"/>
                  </a:lnTo>
                  <a:lnTo>
                    <a:pt x="17443" y="10239"/>
                  </a:lnTo>
                  <a:lnTo>
                    <a:pt x="17809" y="10042"/>
                  </a:lnTo>
                  <a:lnTo>
                    <a:pt x="18149" y="9820"/>
                  </a:lnTo>
                  <a:lnTo>
                    <a:pt x="18476" y="9585"/>
                  </a:lnTo>
                  <a:lnTo>
                    <a:pt x="18790" y="9336"/>
                  </a:lnTo>
                  <a:lnTo>
                    <a:pt x="19078" y="9075"/>
                  </a:lnTo>
                  <a:lnTo>
                    <a:pt x="19365" y="8800"/>
                  </a:lnTo>
                  <a:lnTo>
                    <a:pt x="19614" y="8499"/>
                  </a:lnTo>
                  <a:lnTo>
                    <a:pt x="19849" y="8199"/>
                  </a:lnTo>
                  <a:lnTo>
                    <a:pt x="20058" y="7872"/>
                  </a:lnTo>
                  <a:lnTo>
                    <a:pt x="20241" y="7532"/>
                  </a:lnTo>
                  <a:lnTo>
                    <a:pt x="20333" y="7349"/>
                  </a:lnTo>
                  <a:lnTo>
                    <a:pt x="20411" y="7166"/>
                  </a:lnTo>
                  <a:lnTo>
                    <a:pt x="20477" y="6983"/>
                  </a:lnTo>
                  <a:lnTo>
                    <a:pt x="20542" y="6787"/>
                  </a:lnTo>
                  <a:lnTo>
                    <a:pt x="20594" y="6590"/>
                  </a:lnTo>
                  <a:lnTo>
                    <a:pt x="20647" y="6394"/>
                  </a:lnTo>
                  <a:lnTo>
                    <a:pt x="20686" y="6198"/>
                  </a:lnTo>
                  <a:lnTo>
                    <a:pt x="20712" y="5989"/>
                  </a:lnTo>
                  <a:lnTo>
                    <a:pt x="20738" y="5767"/>
                  </a:lnTo>
                  <a:lnTo>
                    <a:pt x="20764" y="5557"/>
                  </a:lnTo>
                  <a:lnTo>
                    <a:pt x="20764" y="5309"/>
                  </a:lnTo>
                  <a:lnTo>
                    <a:pt x="20764" y="5061"/>
                  </a:lnTo>
                  <a:lnTo>
                    <a:pt x="20764" y="4825"/>
                  </a:lnTo>
                  <a:lnTo>
                    <a:pt x="20738" y="4603"/>
                  </a:lnTo>
                  <a:lnTo>
                    <a:pt x="20712" y="4381"/>
                  </a:lnTo>
                  <a:lnTo>
                    <a:pt x="20673" y="4171"/>
                  </a:lnTo>
                  <a:lnTo>
                    <a:pt x="20620" y="3962"/>
                  </a:lnTo>
                  <a:lnTo>
                    <a:pt x="20568" y="3753"/>
                  </a:lnTo>
                  <a:lnTo>
                    <a:pt x="20503" y="3557"/>
                  </a:lnTo>
                  <a:lnTo>
                    <a:pt x="20437" y="3374"/>
                  </a:lnTo>
                  <a:lnTo>
                    <a:pt x="20359" y="3191"/>
                  </a:lnTo>
                  <a:lnTo>
                    <a:pt x="20267" y="3008"/>
                  </a:lnTo>
                  <a:lnTo>
                    <a:pt x="20176" y="2838"/>
                  </a:lnTo>
                  <a:lnTo>
                    <a:pt x="20071" y="2668"/>
                  </a:lnTo>
                  <a:lnTo>
                    <a:pt x="19967" y="2511"/>
                  </a:lnTo>
                  <a:lnTo>
                    <a:pt x="19849" y="2367"/>
                  </a:lnTo>
                  <a:lnTo>
                    <a:pt x="19718" y="2210"/>
                  </a:lnTo>
                  <a:lnTo>
                    <a:pt x="19587" y="2066"/>
                  </a:lnTo>
                  <a:lnTo>
                    <a:pt x="19457" y="1935"/>
                  </a:lnTo>
                  <a:lnTo>
                    <a:pt x="19313" y="1805"/>
                  </a:lnTo>
                  <a:lnTo>
                    <a:pt x="19012" y="1556"/>
                  </a:lnTo>
                  <a:lnTo>
                    <a:pt x="18698" y="1334"/>
                  </a:lnTo>
                  <a:lnTo>
                    <a:pt x="18358" y="1125"/>
                  </a:lnTo>
                  <a:lnTo>
                    <a:pt x="18005" y="942"/>
                  </a:lnTo>
                  <a:lnTo>
                    <a:pt x="17626" y="772"/>
                  </a:lnTo>
                  <a:lnTo>
                    <a:pt x="17234" y="628"/>
                  </a:lnTo>
                  <a:lnTo>
                    <a:pt x="16842" y="497"/>
                  </a:lnTo>
                  <a:lnTo>
                    <a:pt x="16423" y="379"/>
                  </a:lnTo>
                  <a:lnTo>
                    <a:pt x="16005" y="288"/>
                  </a:lnTo>
                  <a:lnTo>
                    <a:pt x="15586" y="196"/>
                  </a:lnTo>
                  <a:lnTo>
                    <a:pt x="15155" y="131"/>
                  </a:lnTo>
                  <a:lnTo>
                    <a:pt x="14723" y="79"/>
                  </a:lnTo>
                  <a:lnTo>
                    <a:pt x="14292" y="40"/>
                  </a:lnTo>
                  <a:lnTo>
                    <a:pt x="13847" y="13"/>
                  </a:lnTo>
                  <a:lnTo>
                    <a:pt x="1341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819;p38">
              <a:extLst>
                <a:ext uri="{FF2B5EF4-FFF2-40B4-BE49-F238E27FC236}">
                  <a16:creationId xmlns:a16="http://schemas.microsoft.com/office/drawing/2014/main" id="{71030E12-BF61-4B59-1AA9-5978C3CA2E5E}"/>
                </a:ext>
              </a:extLst>
            </p:cNvPr>
            <p:cNvSpPr/>
            <p:nvPr/>
          </p:nvSpPr>
          <p:spPr>
            <a:xfrm>
              <a:off x="3381750" y="4928350"/>
              <a:ext cx="80125" cy="148100"/>
            </a:xfrm>
            <a:custGeom>
              <a:avLst/>
              <a:gdLst/>
              <a:ahLst/>
              <a:cxnLst/>
              <a:rect l="l" t="t" r="r" b="b"/>
              <a:pathLst>
                <a:path w="3205" h="5924" extrusionOk="0">
                  <a:moveTo>
                    <a:pt x="1936" y="0"/>
                  </a:moveTo>
                  <a:lnTo>
                    <a:pt x="1845" y="26"/>
                  </a:lnTo>
                  <a:lnTo>
                    <a:pt x="1753" y="65"/>
                  </a:lnTo>
                  <a:lnTo>
                    <a:pt x="1688" y="118"/>
                  </a:lnTo>
                  <a:lnTo>
                    <a:pt x="1635" y="170"/>
                  </a:lnTo>
                  <a:lnTo>
                    <a:pt x="1622" y="209"/>
                  </a:lnTo>
                  <a:lnTo>
                    <a:pt x="1609" y="235"/>
                  </a:lnTo>
                  <a:lnTo>
                    <a:pt x="1596" y="549"/>
                  </a:lnTo>
                  <a:lnTo>
                    <a:pt x="1570" y="876"/>
                  </a:lnTo>
                  <a:lnTo>
                    <a:pt x="1544" y="1203"/>
                  </a:lnTo>
                  <a:lnTo>
                    <a:pt x="1492" y="1517"/>
                  </a:lnTo>
                  <a:lnTo>
                    <a:pt x="1426" y="1844"/>
                  </a:lnTo>
                  <a:lnTo>
                    <a:pt x="1348" y="2171"/>
                  </a:lnTo>
                  <a:lnTo>
                    <a:pt x="1269" y="2511"/>
                  </a:lnTo>
                  <a:lnTo>
                    <a:pt x="1178" y="2838"/>
                  </a:lnTo>
                  <a:lnTo>
                    <a:pt x="1073" y="3177"/>
                  </a:lnTo>
                  <a:lnTo>
                    <a:pt x="956" y="3504"/>
                  </a:lnTo>
                  <a:lnTo>
                    <a:pt x="707" y="4184"/>
                  </a:lnTo>
                  <a:lnTo>
                    <a:pt x="432" y="4864"/>
                  </a:lnTo>
                  <a:lnTo>
                    <a:pt x="132" y="5557"/>
                  </a:lnTo>
                  <a:lnTo>
                    <a:pt x="53" y="5610"/>
                  </a:lnTo>
                  <a:lnTo>
                    <a:pt x="14" y="5675"/>
                  </a:lnTo>
                  <a:lnTo>
                    <a:pt x="1" y="5701"/>
                  </a:lnTo>
                  <a:lnTo>
                    <a:pt x="1" y="5740"/>
                  </a:lnTo>
                  <a:lnTo>
                    <a:pt x="14" y="5766"/>
                  </a:lnTo>
                  <a:lnTo>
                    <a:pt x="27" y="5793"/>
                  </a:lnTo>
                  <a:lnTo>
                    <a:pt x="27" y="5819"/>
                  </a:lnTo>
                  <a:lnTo>
                    <a:pt x="27" y="5845"/>
                  </a:lnTo>
                  <a:lnTo>
                    <a:pt x="40" y="5871"/>
                  </a:lnTo>
                  <a:lnTo>
                    <a:pt x="53" y="5884"/>
                  </a:lnTo>
                  <a:lnTo>
                    <a:pt x="106" y="5910"/>
                  </a:lnTo>
                  <a:lnTo>
                    <a:pt x="171" y="5923"/>
                  </a:lnTo>
                  <a:lnTo>
                    <a:pt x="263" y="5910"/>
                  </a:lnTo>
                  <a:lnTo>
                    <a:pt x="341" y="5897"/>
                  </a:lnTo>
                  <a:lnTo>
                    <a:pt x="419" y="5871"/>
                  </a:lnTo>
                  <a:lnTo>
                    <a:pt x="498" y="5819"/>
                  </a:lnTo>
                  <a:lnTo>
                    <a:pt x="877" y="5793"/>
                  </a:lnTo>
                  <a:lnTo>
                    <a:pt x="1230" y="5740"/>
                  </a:lnTo>
                  <a:lnTo>
                    <a:pt x="1544" y="5649"/>
                  </a:lnTo>
                  <a:lnTo>
                    <a:pt x="1832" y="5544"/>
                  </a:lnTo>
                  <a:lnTo>
                    <a:pt x="2080" y="5426"/>
                  </a:lnTo>
                  <a:lnTo>
                    <a:pt x="2302" y="5283"/>
                  </a:lnTo>
                  <a:lnTo>
                    <a:pt x="2498" y="5126"/>
                  </a:lnTo>
                  <a:lnTo>
                    <a:pt x="2668" y="4943"/>
                  </a:lnTo>
                  <a:lnTo>
                    <a:pt x="2812" y="4760"/>
                  </a:lnTo>
                  <a:lnTo>
                    <a:pt x="2930" y="4550"/>
                  </a:lnTo>
                  <a:lnTo>
                    <a:pt x="3021" y="4341"/>
                  </a:lnTo>
                  <a:lnTo>
                    <a:pt x="3100" y="4119"/>
                  </a:lnTo>
                  <a:lnTo>
                    <a:pt x="3152" y="3884"/>
                  </a:lnTo>
                  <a:lnTo>
                    <a:pt x="3191" y="3648"/>
                  </a:lnTo>
                  <a:lnTo>
                    <a:pt x="3205" y="3400"/>
                  </a:lnTo>
                  <a:lnTo>
                    <a:pt x="3205" y="3164"/>
                  </a:lnTo>
                  <a:lnTo>
                    <a:pt x="3205" y="2916"/>
                  </a:lnTo>
                  <a:lnTo>
                    <a:pt x="3178" y="2668"/>
                  </a:lnTo>
                  <a:lnTo>
                    <a:pt x="3139" y="2419"/>
                  </a:lnTo>
                  <a:lnTo>
                    <a:pt x="3087" y="2171"/>
                  </a:lnTo>
                  <a:lnTo>
                    <a:pt x="3021" y="1935"/>
                  </a:lnTo>
                  <a:lnTo>
                    <a:pt x="2956" y="1700"/>
                  </a:lnTo>
                  <a:lnTo>
                    <a:pt x="2891" y="1478"/>
                  </a:lnTo>
                  <a:lnTo>
                    <a:pt x="2812" y="1255"/>
                  </a:lnTo>
                  <a:lnTo>
                    <a:pt x="2642" y="850"/>
                  </a:lnTo>
                  <a:lnTo>
                    <a:pt x="2472" y="510"/>
                  </a:lnTo>
                  <a:lnTo>
                    <a:pt x="2302" y="235"/>
                  </a:lnTo>
                  <a:lnTo>
                    <a:pt x="2224" y="118"/>
                  </a:lnTo>
                  <a:lnTo>
                    <a:pt x="2158" y="39"/>
                  </a:lnTo>
                  <a:lnTo>
                    <a:pt x="2132" y="1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820;p38">
              <a:extLst>
                <a:ext uri="{FF2B5EF4-FFF2-40B4-BE49-F238E27FC236}">
                  <a16:creationId xmlns:a16="http://schemas.microsoft.com/office/drawing/2014/main" id="{9D1AAA5E-B0BC-72B5-BB79-EE0E815F5C30}"/>
                </a:ext>
              </a:extLst>
            </p:cNvPr>
            <p:cNvSpPr/>
            <p:nvPr/>
          </p:nvSpPr>
          <p:spPr>
            <a:xfrm>
              <a:off x="3171575" y="4939775"/>
              <a:ext cx="76175" cy="152025"/>
            </a:xfrm>
            <a:custGeom>
              <a:avLst/>
              <a:gdLst/>
              <a:ahLst/>
              <a:cxnLst/>
              <a:rect l="l" t="t" r="r" b="b"/>
              <a:pathLst>
                <a:path w="3047" h="6081" extrusionOk="0">
                  <a:moveTo>
                    <a:pt x="1936" y="1"/>
                  </a:moveTo>
                  <a:lnTo>
                    <a:pt x="1844" y="27"/>
                  </a:lnTo>
                  <a:lnTo>
                    <a:pt x="1753" y="66"/>
                  </a:lnTo>
                  <a:lnTo>
                    <a:pt x="1674" y="118"/>
                  </a:lnTo>
                  <a:lnTo>
                    <a:pt x="1622" y="171"/>
                  </a:lnTo>
                  <a:lnTo>
                    <a:pt x="1609" y="210"/>
                  </a:lnTo>
                  <a:lnTo>
                    <a:pt x="1609" y="236"/>
                  </a:lnTo>
                  <a:lnTo>
                    <a:pt x="1596" y="550"/>
                  </a:lnTo>
                  <a:lnTo>
                    <a:pt x="1569" y="877"/>
                  </a:lnTo>
                  <a:lnTo>
                    <a:pt x="1530" y="1204"/>
                  </a:lnTo>
                  <a:lnTo>
                    <a:pt x="1478" y="1518"/>
                  </a:lnTo>
                  <a:lnTo>
                    <a:pt x="1413" y="1844"/>
                  </a:lnTo>
                  <a:lnTo>
                    <a:pt x="1347" y="2171"/>
                  </a:lnTo>
                  <a:lnTo>
                    <a:pt x="1256" y="2511"/>
                  </a:lnTo>
                  <a:lnTo>
                    <a:pt x="1164" y="2838"/>
                  </a:lnTo>
                  <a:lnTo>
                    <a:pt x="1060" y="3178"/>
                  </a:lnTo>
                  <a:lnTo>
                    <a:pt x="955" y="3505"/>
                  </a:lnTo>
                  <a:lnTo>
                    <a:pt x="706" y="4185"/>
                  </a:lnTo>
                  <a:lnTo>
                    <a:pt x="419" y="4865"/>
                  </a:lnTo>
                  <a:lnTo>
                    <a:pt x="118" y="5558"/>
                  </a:lnTo>
                  <a:lnTo>
                    <a:pt x="53" y="5610"/>
                  </a:lnTo>
                  <a:lnTo>
                    <a:pt x="0" y="5676"/>
                  </a:lnTo>
                  <a:lnTo>
                    <a:pt x="0" y="5702"/>
                  </a:lnTo>
                  <a:lnTo>
                    <a:pt x="0" y="5741"/>
                  </a:lnTo>
                  <a:lnTo>
                    <a:pt x="0" y="5767"/>
                  </a:lnTo>
                  <a:lnTo>
                    <a:pt x="27" y="5793"/>
                  </a:lnTo>
                  <a:lnTo>
                    <a:pt x="13" y="5819"/>
                  </a:lnTo>
                  <a:lnTo>
                    <a:pt x="13" y="5846"/>
                  </a:lnTo>
                  <a:lnTo>
                    <a:pt x="27" y="5872"/>
                  </a:lnTo>
                  <a:lnTo>
                    <a:pt x="53" y="5885"/>
                  </a:lnTo>
                  <a:lnTo>
                    <a:pt x="105" y="5911"/>
                  </a:lnTo>
                  <a:lnTo>
                    <a:pt x="170" y="5924"/>
                  </a:lnTo>
                  <a:lnTo>
                    <a:pt x="249" y="5911"/>
                  </a:lnTo>
                  <a:lnTo>
                    <a:pt x="327" y="5898"/>
                  </a:lnTo>
                  <a:lnTo>
                    <a:pt x="419" y="5872"/>
                  </a:lnTo>
                  <a:lnTo>
                    <a:pt x="484" y="5819"/>
                  </a:lnTo>
                  <a:lnTo>
                    <a:pt x="667" y="5898"/>
                  </a:lnTo>
                  <a:lnTo>
                    <a:pt x="837" y="5950"/>
                  </a:lnTo>
                  <a:lnTo>
                    <a:pt x="994" y="6002"/>
                  </a:lnTo>
                  <a:lnTo>
                    <a:pt x="1151" y="6042"/>
                  </a:lnTo>
                  <a:lnTo>
                    <a:pt x="1295" y="6068"/>
                  </a:lnTo>
                  <a:lnTo>
                    <a:pt x="1439" y="6081"/>
                  </a:lnTo>
                  <a:lnTo>
                    <a:pt x="1700" y="6081"/>
                  </a:lnTo>
                  <a:lnTo>
                    <a:pt x="1818" y="6055"/>
                  </a:lnTo>
                  <a:lnTo>
                    <a:pt x="1936" y="6042"/>
                  </a:lnTo>
                  <a:lnTo>
                    <a:pt x="2040" y="6002"/>
                  </a:lnTo>
                  <a:lnTo>
                    <a:pt x="2145" y="5963"/>
                  </a:lnTo>
                  <a:lnTo>
                    <a:pt x="2236" y="5911"/>
                  </a:lnTo>
                  <a:lnTo>
                    <a:pt x="2328" y="5859"/>
                  </a:lnTo>
                  <a:lnTo>
                    <a:pt x="2406" y="5793"/>
                  </a:lnTo>
                  <a:lnTo>
                    <a:pt x="2485" y="5715"/>
                  </a:lnTo>
                  <a:lnTo>
                    <a:pt x="2550" y="5636"/>
                  </a:lnTo>
                  <a:lnTo>
                    <a:pt x="2616" y="5558"/>
                  </a:lnTo>
                  <a:lnTo>
                    <a:pt x="2733" y="5362"/>
                  </a:lnTo>
                  <a:lnTo>
                    <a:pt x="2838" y="5153"/>
                  </a:lnTo>
                  <a:lnTo>
                    <a:pt x="2903" y="4917"/>
                  </a:lnTo>
                  <a:lnTo>
                    <a:pt x="2969" y="4669"/>
                  </a:lnTo>
                  <a:lnTo>
                    <a:pt x="3008" y="4407"/>
                  </a:lnTo>
                  <a:lnTo>
                    <a:pt x="3034" y="4133"/>
                  </a:lnTo>
                  <a:lnTo>
                    <a:pt x="3047" y="3845"/>
                  </a:lnTo>
                  <a:lnTo>
                    <a:pt x="3047" y="3557"/>
                  </a:lnTo>
                  <a:lnTo>
                    <a:pt x="3034" y="3257"/>
                  </a:lnTo>
                  <a:lnTo>
                    <a:pt x="3008" y="2956"/>
                  </a:lnTo>
                  <a:lnTo>
                    <a:pt x="2969" y="2655"/>
                  </a:lnTo>
                  <a:lnTo>
                    <a:pt x="2916" y="2354"/>
                  </a:lnTo>
                  <a:lnTo>
                    <a:pt x="2864" y="2067"/>
                  </a:lnTo>
                  <a:lnTo>
                    <a:pt x="2812" y="1779"/>
                  </a:lnTo>
                  <a:lnTo>
                    <a:pt x="2746" y="1518"/>
                  </a:lnTo>
                  <a:lnTo>
                    <a:pt x="2602" y="1008"/>
                  </a:lnTo>
                  <a:lnTo>
                    <a:pt x="2524" y="785"/>
                  </a:lnTo>
                  <a:lnTo>
                    <a:pt x="2446" y="589"/>
                  </a:lnTo>
                  <a:lnTo>
                    <a:pt x="2367" y="406"/>
                  </a:lnTo>
                  <a:lnTo>
                    <a:pt x="2289" y="249"/>
                  </a:lnTo>
                  <a:lnTo>
                    <a:pt x="2223" y="132"/>
                  </a:lnTo>
                  <a:lnTo>
                    <a:pt x="2145" y="40"/>
                  </a:lnTo>
                  <a:lnTo>
                    <a:pt x="2132" y="14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821;p38">
              <a:extLst>
                <a:ext uri="{FF2B5EF4-FFF2-40B4-BE49-F238E27FC236}">
                  <a16:creationId xmlns:a16="http://schemas.microsoft.com/office/drawing/2014/main" id="{EAD6C762-8FC5-E41F-4DE1-B978236DC231}"/>
                </a:ext>
              </a:extLst>
            </p:cNvPr>
            <p:cNvSpPr/>
            <p:nvPr/>
          </p:nvSpPr>
          <p:spPr>
            <a:xfrm>
              <a:off x="2758375" y="4965600"/>
              <a:ext cx="86975" cy="142550"/>
            </a:xfrm>
            <a:custGeom>
              <a:avLst/>
              <a:gdLst/>
              <a:ahLst/>
              <a:cxnLst/>
              <a:rect l="l" t="t" r="r" b="b"/>
              <a:pathLst>
                <a:path w="3479" h="5702" extrusionOk="0">
                  <a:moveTo>
                    <a:pt x="2524" y="1"/>
                  </a:moveTo>
                  <a:lnTo>
                    <a:pt x="2433" y="14"/>
                  </a:lnTo>
                  <a:lnTo>
                    <a:pt x="2341" y="40"/>
                  </a:lnTo>
                  <a:lnTo>
                    <a:pt x="2263" y="79"/>
                  </a:lnTo>
                  <a:lnTo>
                    <a:pt x="2198" y="131"/>
                  </a:lnTo>
                  <a:lnTo>
                    <a:pt x="2184" y="158"/>
                  </a:lnTo>
                  <a:lnTo>
                    <a:pt x="2171" y="184"/>
                  </a:lnTo>
                  <a:lnTo>
                    <a:pt x="2132" y="511"/>
                  </a:lnTo>
                  <a:lnTo>
                    <a:pt x="2067" y="824"/>
                  </a:lnTo>
                  <a:lnTo>
                    <a:pt x="2001" y="1138"/>
                  </a:lnTo>
                  <a:lnTo>
                    <a:pt x="1923" y="1452"/>
                  </a:lnTo>
                  <a:lnTo>
                    <a:pt x="1818" y="1779"/>
                  </a:lnTo>
                  <a:lnTo>
                    <a:pt x="1714" y="2093"/>
                  </a:lnTo>
                  <a:lnTo>
                    <a:pt x="1596" y="2420"/>
                  </a:lnTo>
                  <a:lnTo>
                    <a:pt x="1465" y="2734"/>
                  </a:lnTo>
                  <a:lnTo>
                    <a:pt x="1335" y="3060"/>
                  </a:lnTo>
                  <a:lnTo>
                    <a:pt x="1191" y="3374"/>
                  </a:lnTo>
                  <a:lnTo>
                    <a:pt x="864" y="4028"/>
                  </a:lnTo>
                  <a:lnTo>
                    <a:pt x="524" y="4669"/>
                  </a:lnTo>
                  <a:lnTo>
                    <a:pt x="145" y="5323"/>
                  </a:lnTo>
                  <a:lnTo>
                    <a:pt x="79" y="5375"/>
                  </a:lnTo>
                  <a:lnTo>
                    <a:pt x="27" y="5440"/>
                  </a:lnTo>
                  <a:lnTo>
                    <a:pt x="14" y="5466"/>
                  </a:lnTo>
                  <a:lnTo>
                    <a:pt x="1" y="5492"/>
                  </a:lnTo>
                  <a:lnTo>
                    <a:pt x="14" y="5519"/>
                  </a:lnTo>
                  <a:lnTo>
                    <a:pt x="27" y="5545"/>
                  </a:lnTo>
                  <a:lnTo>
                    <a:pt x="14" y="5584"/>
                  </a:lnTo>
                  <a:lnTo>
                    <a:pt x="14" y="5610"/>
                  </a:lnTo>
                  <a:lnTo>
                    <a:pt x="27" y="5623"/>
                  </a:lnTo>
                  <a:lnTo>
                    <a:pt x="40" y="5649"/>
                  </a:lnTo>
                  <a:lnTo>
                    <a:pt x="92" y="5676"/>
                  </a:lnTo>
                  <a:lnTo>
                    <a:pt x="158" y="5689"/>
                  </a:lnTo>
                  <a:lnTo>
                    <a:pt x="236" y="5702"/>
                  </a:lnTo>
                  <a:lnTo>
                    <a:pt x="328" y="5689"/>
                  </a:lnTo>
                  <a:lnTo>
                    <a:pt x="406" y="5676"/>
                  </a:lnTo>
                  <a:lnTo>
                    <a:pt x="485" y="5636"/>
                  </a:lnTo>
                  <a:lnTo>
                    <a:pt x="864" y="5636"/>
                  </a:lnTo>
                  <a:lnTo>
                    <a:pt x="1230" y="5623"/>
                  </a:lnTo>
                  <a:lnTo>
                    <a:pt x="1544" y="5571"/>
                  </a:lnTo>
                  <a:lnTo>
                    <a:pt x="1844" y="5506"/>
                  </a:lnTo>
                  <a:lnTo>
                    <a:pt x="2106" y="5401"/>
                  </a:lnTo>
                  <a:lnTo>
                    <a:pt x="2341" y="5283"/>
                  </a:lnTo>
                  <a:lnTo>
                    <a:pt x="2551" y="5139"/>
                  </a:lnTo>
                  <a:lnTo>
                    <a:pt x="2734" y="4983"/>
                  </a:lnTo>
                  <a:lnTo>
                    <a:pt x="2904" y="4813"/>
                  </a:lnTo>
                  <a:lnTo>
                    <a:pt x="3034" y="4629"/>
                  </a:lnTo>
                  <a:lnTo>
                    <a:pt x="3152" y="4420"/>
                  </a:lnTo>
                  <a:lnTo>
                    <a:pt x="3257" y="4211"/>
                  </a:lnTo>
                  <a:lnTo>
                    <a:pt x="3335" y="3989"/>
                  </a:lnTo>
                  <a:lnTo>
                    <a:pt x="3387" y="3753"/>
                  </a:lnTo>
                  <a:lnTo>
                    <a:pt x="3440" y="3505"/>
                  </a:lnTo>
                  <a:lnTo>
                    <a:pt x="3466" y="3270"/>
                  </a:lnTo>
                  <a:lnTo>
                    <a:pt x="3479" y="3021"/>
                  </a:lnTo>
                  <a:lnTo>
                    <a:pt x="3479" y="2773"/>
                  </a:lnTo>
                  <a:lnTo>
                    <a:pt x="3466" y="2524"/>
                  </a:lnTo>
                  <a:lnTo>
                    <a:pt x="3440" y="2276"/>
                  </a:lnTo>
                  <a:lnTo>
                    <a:pt x="3414" y="2027"/>
                  </a:lnTo>
                  <a:lnTo>
                    <a:pt x="3361" y="1792"/>
                  </a:lnTo>
                  <a:lnTo>
                    <a:pt x="3322" y="1557"/>
                  </a:lnTo>
                  <a:lnTo>
                    <a:pt x="3257" y="1334"/>
                  </a:lnTo>
                  <a:lnTo>
                    <a:pt x="3139" y="916"/>
                  </a:lnTo>
                  <a:lnTo>
                    <a:pt x="3008" y="550"/>
                  </a:lnTo>
                  <a:lnTo>
                    <a:pt x="2864" y="262"/>
                  </a:lnTo>
                  <a:lnTo>
                    <a:pt x="2799" y="145"/>
                  </a:lnTo>
                  <a:lnTo>
                    <a:pt x="2734" y="53"/>
                  </a:lnTo>
                  <a:lnTo>
                    <a:pt x="2721" y="27"/>
                  </a:lnTo>
                  <a:lnTo>
                    <a:pt x="2694" y="14"/>
                  </a:lnTo>
                  <a:lnTo>
                    <a:pt x="2616" y="1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822;p38">
              <a:extLst>
                <a:ext uri="{FF2B5EF4-FFF2-40B4-BE49-F238E27FC236}">
                  <a16:creationId xmlns:a16="http://schemas.microsoft.com/office/drawing/2014/main" id="{4145590A-0EAF-E4B9-B8C0-E33A130261AD}"/>
                </a:ext>
              </a:extLst>
            </p:cNvPr>
            <p:cNvSpPr/>
            <p:nvPr/>
          </p:nvSpPr>
          <p:spPr>
            <a:xfrm>
              <a:off x="2548200" y="4955150"/>
              <a:ext cx="81750" cy="150400"/>
            </a:xfrm>
            <a:custGeom>
              <a:avLst/>
              <a:gdLst/>
              <a:ahLst/>
              <a:cxnLst/>
              <a:rect l="l" t="t" r="r" b="b"/>
              <a:pathLst>
                <a:path w="3270" h="6016" extrusionOk="0">
                  <a:moveTo>
                    <a:pt x="2511" y="0"/>
                  </a:moveTo>
                  <a:lnTo>
                    <a:pt x="2419" y="13"/>
                  </a:lnTo>
                  <a:lnTo>
                    <a:pt x="2328" y="40"/>
                  </a:lnTo>
                  <a:lnTo>
                    <a:pt x="2249" y="79"/>
                  </a:lnTo>
                  <a:lnTo>
                    <a:pt x="2197" y="131"/>
                  </a:lnTo>
                  <a:lnTo>
                    <a:pt x="2171" y="157"/>
                  </a:lnTo>
                  <a:lnTo>
                    <a:pt x="2171" y="183"/>
                  </a:lnTo>
                  <a:lnTo>
                    <a:pt x="2118" y="510"/>
                  </a:lnTo>
                  <a:lnTo>
                    <a:pt x="2066" y="824"/>
                  </a:lnTo>
                  <a:lnTo>
                    <a:pt x="1988" y="1138"/>
                  </a:lnTo>
                  <a:lnTo>
                    <a:pt x="1909" y="1465"/>
                  </a:lnTo>
                  <a:lnTo>
                    <a:pt x="1818" y="1779"/>
                  </a:lnTo>
                  <a:lnTo>
                    <a:pt x="1700" y="2092"/>
                  </a:lnTo>
                  <a:lnTo>
                    <a:pt x="1582" y="2419"/>
                  </a:lnTo>
                  <a:lnTo>
                    <a:pt x="1465" y="2733"/>
                  </a:lnTo>
                  <a:lnTo>
                    <a:pt x="1321" y="3060"/>
                  </a:lnTo>
                  <a:lnTo>
                    <a:pt x="1177" y="3374"/>
                  </a:lnTo>
                  <a:lnTo>
                    <a:pt x="863" y="4028"/>
                  </a:lnTo>
                  <a:lnTo>
                    <a:pt x="510" y="4668"/>
                  </a:lnTo>
                  <a:lnTo>
                    <a:pt x="144" y="5322"/>
                  </a:lnTo>
                  <a:lnTo>
                    <a:pt x="66" y="5374"/>
                  </a:lnTo>
                  <a:lnTo>
                    <a:pt x="13" y="5440"/>
                  </a:lnTo>
                  <a:lnTo>
                    <a:pt x="0" y="5466"/>
                  </a:lnTo>
                  <a:lnTo>
                    <a:pt x="0" y="5492"/>
                  </a:lnTo>
                  <a:lnTo>
                    <a:pt x="0" y="5531"/>
                  </a:lnTo>
                  <a:lnTo>
                    <a:pt x="13" y="5557"/>
                  </a:lnTo>
                  <a:lnTo>
                    <a:pt x="0" y="5584"/>
                  </a:lnTo>
                  <a:lnTo>
                    <a:pt x="0" y="5610"/>
                  </a:lnTo>
                  <a:lnTo>
                    <a:pt x="13" y="5623"/>
                  </a:lnTo>
                  <a:lnTo>
                    <a:pt x="26" y="5649"/>
                  </a:lnTo>
                  <a:lnTo>
                    <a:pt x="79" y="5675"/>
                  </a:lnTo>
                  <a:lnTo>
                    <a:pt x="144" y="5701"/>
                  </a:lnTo>
                  <a:lnTo>
                    <a:pt x="223" y="5701"/>
                  </a:lnTo>
                  <a:lnTo>
                    <a:pt x="314" y="5688"/>
                  </a:lnTo>
                  <a:lnTo>
                    <a:pt x="393" y="5675"/>
                  </a:lnTo>
                  <a:lnTo>
                    <a:pt x="471" y="5636"/>
                  </a:lnTo>
                  <a:lnTo>
                    <a:pt x="641" y="5727"/>
                  </a:lnTo>
                  <a:lnTo>
                    <a:pt x="811" y="5793"/>
                  </a:lnTo>
                  <a:lnTo>
                    <a:pt x="968" y="5858"/>
                  </a:lnTo>
                  <a:lnTo>
                    <a:pt x="1112" y="5910"/>
                  </a:lnTo>
                  <a:lnTo>
                    <a:pt x="1255" y="5950"/>
                  </a:lnTo>
                  <a:lnTo>
                    <a:pt x="1399" y="5989"/>
                  </a:lnTo>
                  <a:lnTo>
                    <a:pt x="1530" y="6002"/>
                  </a:lnTo>
                  <a:lnTo>
                    <a:pt x="1661" y="6015"/>
                  </a:lnTo>
                  <a:lnTo>
                    <a:pt x="1779" y="6015"/>
                  </a:lnTo>
                  <a:lnTo>
                    <a:pt x="1896" y="6002"/>
                  </a:lnTo>
                  <a:lnTo>
                    <a:pt x="2001" y="5976"/>
                  </a:lnTo>
                  <a:lnTo>
                    <a:pt x="2105" y="5950"/>
                  </a:lnTo>
                  <a:lnTo>
                    <a:pt x="2210" y="5910"/>
                  </a:lnTo>
                  <a:lnTo>
                    <a:pt x="2302" y="5858"/>
                  </a:lnTo>
                  <a:lnTo>
                    <a:pt x="2393" y="5806"/>
                  </a:lnTo>
                  <a:lnTo>
                    <a:pt x="2472" y="5741"/>
                  </a:lnTo>
                  <a:lnTo>
                    <a:pt x="2550" y="5662"/>
                  </a:lnTo>
                  <a:lnTo>
                    <a:pt x="2628" y="5584"/>
                  </a:lnTo>
                  <a:lnTo>
                    <a:pt x="2759" y="5414"/>
                  </a:lnTo>
                  <a:lnTo>
                    <a:pt x="2877" y="5217"/>
                  </a:lnTo>
                  <a:lnTo>
                    <a:pt x="2981" y="4982"/>
                  </a:lnTo>
                  <a:lnTo>
                    <a:pt x="3060" y="4747"/>
                  </a:lnTo>
                  <a:lnTo>
                    <a:pt x="3125" y="4485"/>
                  </a:lnTo>
                  <a:lnTo>
                    <a:pt x="3178" y="4211"/>
                  </a:lnTo>
                  <a:lnTo>
                    <a:pt x="3230" y="3936"/>
                  </a:lnTo>
                  <a:lnTo>
                    <a:pt x="3256" y="3635"/>
                  </a:lnTo>
                  <a:lnTo>
                    <a:pt x="3269" y="3348"/>
                  </a:lnTo>
                  <a:lnTo>
                    <a:pt x="3269" y="3047"/>
                  </a:lnTo>
                  <a:lnTo>
                    <a:pt x="3269" y="2733"/>
                  </a:lnTo>
                  <a:lnTo>
                    <a:pt x="3256" y="2445"/>
                  </a:lnTo>
                  <a:lnTo>
                    <a:pt x="3230" y="2145"/>
                  </a:lnTo>
                  <a:lnTo>
                    <a:pt x="3204" y="1857"/>
                  </a:lnTo>
                  <a:lnTo>
                    <a:pt x="3165" y="1582"/>
                  </a:lnTo>
                  <a:lnTo>
                    <a:pt x="3073" y="1073"/>
                  </a:lnTo>
                  <a:lnTo>
                    <a:pt x="3021" y="837"/>
                  </a:lnTo>
                  <a:lnTo>
                    <a:pt x="2968" y="628"/>
                  </a:lnTo>
                  <a:lnTo>
                    <a:pt x="2903" y="445"/>
                  </a:lnTo>
                  <a:lnTo>
                    <a:pt x="2851" y="275"/>
                  </a:lnTo>
                  <a:lnTo>
                    <a:pt x="2785" y="144"/>
                  </a:lnTo>
                  <a:lnTo>
                    <a:pt x="2733" y="53"/>
                  </a:lnTo>
                  <a:lnTo>
                    <a:pt x="2707" y="26"/>
                  </a:lnTo>
                  <a:lnTo>
                    <a:pt x="2681" y="13"/>
                  </a:lnTo>
                  <a:lnTo>
                    <a:pt x="2602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823;p38">
              <a:extLst>
                <a:ext uri="{FF2B5EF4-FFF2-40B4-BE49-F238E27FC236}">
                  <a16:creationId xmlns:a16="http://schemas.microsoft.com/office/drawing/2014/main" id="{8797357F-E265-CF07-DC9F-13CD5742C7E5}"/>
                </a:ext>
              </a:extLst>
            </p:cNvPr>
            <p:cNvSpPr/>
            <p:nvPr/>
          </p:nvSpPr>
          <p:spPr>
            <a:xfrm>
              <a:off x="2204950" y="3429550"/>
              <a:ext cx="213175" cy="176225"/>
            </a:xfrm>
            <a:custGeom>
              <a:avLst/>
              <a:gdLst/>
              <a:ahLst/>
              <a:cxnLst/>
              <a:rect l="l" t="t" r="r" b="b"/>
              <a:pathLst>
                <a:path w="8527" h="7049" extrusionOk="0">
                  <a:moveTo>
                    <a:pt x="1583" y="0"/>
                  </a:moveTo>
                  <a:lnTo>
                    <a:pt x="1557" y="13"/>
                  </a:lnTo>
                  <a:lnTo>
                    <a:pt x="1518" y="40"/>
                  </a:lnTo>
                  <a:lnTo>
                    <a:pt x="1478" y="66"/>
                  </a:lnTo>
                  <a:lnTo>
                    <a:pt x="1426" y="157"/>
                  </a:lnTo>
                  <a:lnTo>
                    <a:pt x="1374" y="275"/>
                  </a:lnTo>
                  <a:lnTo>
                    <a:pt x="1335" y="406"/>
                  </a:lnTo>
                  <a:lnTo>
                    <a:pt x="1322" y="536"/>
                  </a:lnTo>
                  <a:lnTo>
                    <a:pt x="1335" y="667"/>
                  </a:lnTo>
                  <a:lnTo>
                    <a:pt x="1112" y="863"/>
                  </a:lnTo>
                  <a:lnTo>
                    <a:pt x="916" y="1073"/>
                  </a:lnTo>
                  <a:lnTo>
                    <a:pt x="733" y="1256"/>
                  </a:lnTo>
                  <a:lnTo>
                    <a:pt x="576" y="1452"/>
                  </a:lnTo>
                  <a:lnTo>
                    <a:pt x="445" y="1648"/>
                  </a:lnTo>
                  <a:lnTo>
                    <a:pt x="328" y="1831"/>
                  </a:lnTo>
                  <a:lnTo>
                    <a:pt x="223" y="2014"/>
                  </a:lnTo>
                  <a:lnTo>
                    <a:pt x="145" y="2197"/>
                  </a:lnTo>
                  <a:lnTo>
                    <a:pt x="79" y="2380"/>
                  </a:lnTo>
                  <a:lnTo>
                    <a:pt x="40" y="2550"/>
                  </a:lnTo>
                  <a:lnTo>
                    <a:pt x="14" y="2720"/>
                  </a:lnTo>
                  <a:lnTo>
                    <a:pt x="1" y="2890"/>
                  </a:lnTo>
                  <a:lnTo>
                    <a:pt x="1" y="3060"/>
                  </a:lnTo>
                  <a:lnTo>
                    <a:pt x="14" y="3230"/>
                  </a:lnTo>
                  <a:lnTo>
                    <a:pt x="53" y="3387"/>
                  </a:lnTo>
                  <a:lnTo>
                    <a:pt x="105" y="3544"/>
                  </a:lnTo>
                  <a:lnTo>
                    <a:pt x="158" y="3701"/>
                  </a:lnTo>
                  <a:lnTo>
                    <a:pt x="236" y="3845"/>
                  </a:lnTo>
                  <a:lnTo>
                    <a:pt x="328" y="4001"/>
                  </a:lnTo>
                  <a:lnTo>
                    <a:pt x="419" y="4145"/>
                  </a:lnTo>
                  <a:lnTo>
                    <a:pt x="537" y="4289"/>
                  </a:lnTo>
                  <a:lnTo>
                    <a:pt x="655" y="4420"/>
                  </a:lnTo>
                  <a:lnTo>
                    <a:pt x="785" y="4551"/>
                  </a:lnTo>
                  <a:lnTo>
                    <a:pt x="929" y="4695"/>
                  </a:lnTo>
                  <a:lnTo>
                    <a:pt x="1073" y="4812"/>
                  </a:lnTo>
                  <a:lnTo>
                    <a:pt x="1243" y="4943"/>
                  </a:lnTo>
                  <a:lnTo>
                    <a:pt x="1583" y="5178"/>
                  </a:lnTo>
                  <a:lnTo>
                    <a:pt x="1949" y="5414"/>
                  </a:lnTo>
                  <a:lnTo>
                    <a:pt x="2341" y="5623"/>
                  </a:lnTo>
                  <a:lnTo>
                    <a:pt x="2760" y="5819"/>
                  </a:lnTo>
                  <a:lnTo>
                    <a:pt x="3191" y="6002"/>
                  </a:lnTo>
                  <a:lnTo>
                    <a:pt x="3623" y="6172"/>
                  </a:lnTo>
                  <a:lnTo>
                    <a:pt x="4067" y="6329"/>
                  </a:lnTo>
                  <a:lnTo>
                    <a:pt x="4512" y="6473"/>
                  </a:lnTo>
                  <a:lnTo>
                    <a:pt x="4957" y="6604"/>
                  </a:lnTo>
                  <a:lnTo>
                    <a:pt x="5401" y="6708"/>
                  </a:lnTo>
                  <a:lnTo>
                    <a:pt x="5820" y="6800"/>
                  </a:lnTo>
                  <a:lnTo>
                    <a:pt x="6238" y="6878"/>
                  </a:lnTo>
                  <a:lnTo>
                    <a:pt x="6630" y="6944"/>
                  </a:lnTo>
                  <a:lnTo>
                    <a:pt x="6996" y="6996"/>
                  </a:lnTo>
                  <a:lnTo>
                    <a:pt x="7336" y="7022"/>
                  </a:lnTo>
                  <a:lnTo>
                    <a:pt x="7637" y="7048"/>
                  </a:lnTo>
                  <a:lnTo>
                    <a:pt x="7899" y="7048"/>
                  </a:lnTo>
                  <a:lnTo>
                    <a:pt x="8121" y="7022"/>
                  </a:lnTo>
                  <a:lnTo>
                    <a:pt x="8304" y="6996"/>
                  </a:lnTo>
                  <a:lnTo>
                    <a:pt x="8343" y="6970"/>
                  </a:lnTo>
                  <a:lnTo>
                    <a:pt x="8382" y="6944"/>
                  </a:lnTo>
                  <a:lnTo>
                    <a:pt x="8422" y="6891"/>
                  </a:lnTo>
                  <a:lnTo>
                    <a:pt x="8448" y="6839"/>
                  </a:lnTo>
                  <a:lnTo>
                    <a:pt x="8500" y="6708"/>
                  </a:lnTo>
                  <a:lnTo>
                    <a:pt x="8526" y="6551"/>
                  </a:lnTo>
                  <a:lnTo>
                    <a:pt x="8526" y="6407"/>
                  </a:lnTo>
                  <a:lnTo>
                    <a:pt x="8513" y="6264"/>
                  </a:lnTo>
                  <a:lnTo>
                    <a:pt x="8500" y="6211"/>
                  </a:lnTo>
                  <a:lnTo>
                    <a:pt x="8474" y="6159"/>
                  </a:lnTo>
                  <a:lnTo>
                    <a:pt x="8448" y="6120"/>
                  </a:lnTo>
                  <a:lnTo>
                    <a:pt x="8408" y="6094"/>
                  </a:lnTo>
                  <a:lnTo>
                    <a:pt x="7964" y="5858"/>
                  </a:lnTo>
                  <a:lnTo>
                    <a:pt x="7532" y="5597"/>
                  </a:lnTo>
                  <a:lnTo>
                    <a:pt x="7101" y="5322"/>
                  </a:lnTo>
                  <a:lnTo>
                    <a:pt x="6682" y="5021"/>
                  </a:lnTo>
                  <a:lnTo>
                    <a:pt x="6264" y="4708"/>
                  </a:lnTo>
                  <a:lnTo>
                    <a:pt x="5859" y="4381"/>
                  </a:lnTo>
                  <a:lnTo>
                    <a:pt x="5453" y="4041"/>
                  </a:lnTo>
                  <a:lnTo>
                    <a:pt x="5048" y="3675"/>
                  </a:lnTo>
                  <a:lnTo>
                    <a:pt x="4656" y="3308"/>
                  </a:lnTo>
                  <a:lnTo>
                    <a:pt x="4264" y="2916"/>
                  </a:lnTo>
                  <a:lnTo>
                    <a:pt x="3871" y="2511"/>
                  </a:lnTo>
                  <a:lnTo>
                    <a:pt x="3479" y="2106"/>
                  </a:lnTo>
                  <a:lnTo>
                    <a:pt x="3100" y="1674"/>
                  </a:lnTo>
                  <a:lnTo>
                    <a:pt x="2721" y="1243"/>
                  </a:lnTo>
                  <a:lnTo>
                    <a:pt x="1962" y="340"/>
                  </a:lnTo>
                  <a:lnTo>
                    <a:pt x="1949" y="275"/>
                  </a:lnTo>
                  <a:lnTo>
                    <a:pt x="1936" y="196"/>
                  </a:lnTo>
                  <a:lnTo>
                    <a:pt x="1910" y="144"/>
                  </a:lnTo>
                  <a:lnTo>
                    <a:pt x="1871" y="92"/>
                  </a:lnTo>
                  <a:lnTo>
                    <a:pt x="1831" y="66"/>
                  </a:lnTo>
                  <a:lnTo>
                    <a:pt x="1792" y="40"/>
                  </a:lnTo>
                  <a:lnTo>
                    <a:pt x="1753" y="27"/>
                  </a:lnTo>
                  <a:lnTo>
                    <a:pt x="1701" y="40"/>
                  </a:lnTo>
                  <a:lnTo>
                    <a:pt x="1661" y="13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824;p38">
              <a:extLst>
                <a:ext uri="{FF2B5EF4-FFF2-40B4-BE49-F238E27FC236}">
                  <a16:creationId xmlns:a16="http://schemas.microsoft.com/office/drawing/2014/main" id="{B472FA4B-3286-D69B-8692-514283357FB1}"/>
                </a:ext>
              </a:extLst>
            </p:cNvPr>
            <p:cNvSpPr/>
            <p:nvPr/>
          </p:nvSpPr>
          <p:spPr>
            <a:xfrm>
              <a:off x="1792425" y="2400175"/>
              <a:ext cx="297175" cy="177525"/>
            </a:xfrm>
            <a:custGeom>
              <a:avLst/>
              <a:gdLst/>
              <a:ahLst/>
              <a:cxnLst/>
              <a:rect l="l" t="t" r="r" b="b"/>
              <a:pathLst>
                <a:path w="11887" h="7101" extrusionOk="0">
                  <a:moveTo>
                    <a:pt x="1334" y="0"/>
                  </a:moveTo>
                  <a:lnTo>
                    <a:pt x="1334" y="26"/>
                  </a:lnTo>
                  <a:lnTo>
                    <a:pt x="1086" y="340"/>
                  </a:lnTo>
                  <a:lnTo>
                    <a:pt x="863" y="641"/>
                  </a:lnTo>
                  <a:lnTo>
                    <a:pt x="667" y="942"/>
                  </a:lnTo>
                  <a:lnTo>
                    <a:pt x="497" y="1242"/>
                  </a:lnTo>
                  <a:lnTo>
                    <a:pt x="354" y="1517"/>
                  </a:lnTo>
                  <a:lnTo>
                    <a:pt x="236" y="1792"/>
                  </a:lnTo>
                  <a:lnTo>
                    <a:pt x="144" y="2066"/>
                  </a:lnTo>
                  <a:lnTo>
                    <a:pt x="79" y="2315"/>
                  </a:lnTo>
                  <a:lnTo>
                    <a:pt x="27" y="2563"/>
                  </a:lnTo>
                  <a:lnTo>
                    <a:pt x="0" y="2811"/>
                  </a:lnTo>
                  <a:lnTo>
                    <a:pt x="0" y="3047"/>
                  </a:lnTo>
                  <a:lnTo>
                    <a:pt x="14" y="3269"/>
                  </a:lnTo>
                  <a:lnTo>
                    <a:pt x="53" y="3491"/>
                  </a:lnTo>
                  <a:lnTo>
                    <a:pt x="105" y="3701"/>
                  </a:lnTo>
                  <a:lnTo>
                    <a:pt x="184" y="3910"/>
                  </a:lnTo>
                  <a:lnTo>
                    <a:pt x="275" y="4106"/>
                  </a:lnTo>
                  <a:lnTo>
                    <a:pt x="393" y="4289"/>
                  </a:lnTo>
                  <a:lnTo>
                    <a:pt x="510" y="4472"/>
                  </a:lnTo>
                  <a:lnTo>
                    <a:pt x="654" y="4655"/>
                  </a:lnTo>
                  <a:lnTo>
                    <a:pt x="811" y="4825"/>
                  </a:lnTo>
                  <a:lnTo>
                    <a:pt x="981" y="4982"/>
                  </a:lnTo>
                  <a:lnTo>
                    <a:pt x="1164" y="5139"/>
                  </a:lnTo>
                  <a:lnTo>
                    <a:pt x="1373" y="5283"/>
                  </a:lnTo>
                  <a:lnTo>
                    <a:pt x="1583" y="5427"/>
                  </a:lnTo>
                  <a:lnTo>
                    <a:pt x="1805" y="5557"/>
                  </a:lnTo>
                  <a:lnTo>
                    <a:pt x="2027" y="5688"/>
                  </a:lnTo>
                  <a:lnTo>
                    <a:pt x="2276" y="5806"/>
                  </a:lnTo>
                  <a:lnTo>
                    <a:pt x="2524" y="5923"/>
                  </a:lnTo>
                  <a:lnTo>
                    <a:pt x="2786" y="6041"/>
                  </a:lnTo>
                  <a:lnTo>
                    <a:pt x="3047" y="6146"/>
                  </a:lnTo>
                  <a:lnTo>
                    <a:pt x="3609" y="6329"/>
                  </a:lnTo>
                  <a:lnTo>
                    <a:pt x="4185" y="6499"/>
                  </a:lnTo>
                  <a:lnTo>
                    <a:pt x="4786" y="6643"/>
                  </a:lnTo>
                  <a:lnTo>
                    <a:pt x="5388" y="6773"/>
                  </a:lnTo>
                  <a:lnTo>
                    <a:pt x="6002" y="6865"/>
                  </a:lnTo>
                  <a:lnTo>
                    <a:pt x="6617" y="6956"/>
                  </a:lnTo>
                  <a:lnTo>
                    <a:pt x="7218" y="7022"/>
                  </a:lnTo>
                  <a:lnTo>
                    <a:pt x="7807" y="7061"/>
                  </a:lnTo>
                  <a:lnTo>
                    <a:pt x="8395" y="7087"/>
                  </a:lnTo>
                  <a:lnTo>
                    <a:pt x="8944" y="7100"/>
                  </a:lnTo>
                  <a:lnTo>
                    <a:pt x="9467" y="7100"/>
                  </a:lnTo>
                  <a:lnTo>
                    <a:pt x="9951" y="7074"/>
                  </a:lnTo>
                  <a:lnTo>
                    <a:pt x="10409" y="7048"/>
                  </a:lnTo>
                  <a:lnTo>
                    <a:pt x="10814" y="6996"/>
                  </a:lnTo>
                  <a:lnTo>
                    <a:pt x="11154" y="6930"/>
                  </a:lnTo>
                  <a:lnTo>
                    <a:pt x="11455" y="6852"/>
                  </a:lnTo>
                  <a:lnTo>
                    <a:pt x="11572" y="6813"/>
                  </a:lnTo>
                  <a:lnTo>
                    <a:pt x="11677" y="6773"/>
                  </a:lnTo>
                  <a:lnTo>
                    <a:pt x="11729" y="6734"/>
                  </a:lnTo>
                  <a:lnTo>
                    <a:pt x="11782" y="6682"/>
                  </a:lnTo>
                  <a:lnTo>
                    <a:pt x="11808" y="6616"/>
                  </a:lnTo>
                  <a:lnTo>
                    <a:pt x="11847" y="6525"/>
                  </a:lnTo>
                  <a:lnTo>
                    <a:pt x="11860" y="6433"/>
                  </a:lnTo>
                  <a:lnTo>
                    <a:pt x="11873" y="6342"/>
                  </a:lnTo>
                  <a:lnTo>
                    <a:pt x="11886" y="6133"/>
                  </a:lnTo>
                  <a:lnTo>
                    <a:pt x="11860" y="5923"/>
                  </a:lnTo>
                  <a:lnTo>
                    <a:pt x="11834" y="5832"/>
                  </a:lnTo>
                  <a:lnTo>
                    <a:pt x="11808" y="5740"/>
                  </a:lnTo>
                  <a:lnTo>
                    <a:pt x="11769" y="5675"/>
                  </a:lnTo>
                  <a:lnTo>
                    <a:pt x="11716" y="5610"/>
                  </a:lnTo>
                  <a:lnTo>
                    <a:pt x="11677" y="5570"/>
                  </a:lnTo>
                  <a:lnTo>
                    <a:pt x="11612" y="5544"/>
                  </a:lnTo>
                  <a:lnTo>
                    <a:pt x="11036" y="5440"/>
                  </a:lnTo>
                  <a:lnTo>
                    <a:pt x="10461" y="5309"/>
                  </a:lnTo>
                  <a:lnTo>
                    <a:pt x="9912" y="5165"/>
                  </a:lnTo>
                  <a:lnTo>
                    <a:pt x="9363" y="5008"/>
                  </a:lnTo>
                  <a:lnTo>
                    <a:pt x="8840" y="4825"/>
                  </a:lnTo>
                  <a:lnTo>
                    <a:pt x="8330" y="4629"/>
                  </a:lnTo>
                  <a:lnTo>
                    <a:pt x="7833" y="4420"/>
                  </a:lnTo>
                  <a:lnTo>
                    <a:pt x="7349" y="4197"/>
                  </a:lnTo>
                  <a:lnTo>
                    <a:pt x="6878" y="3962"/>
                  </a:lnTo>
                  <a:lnTo>
                    <a:pt x="6421" y="3727"/>
                  </a:lnTo>
                  <a:lnTo>
                    <a:pt x="5989" y="3491"/>
                  </a:lnTo>
                  <a:lnTo>
                    <a:pt x="5571" y="3243"/>
                  </a:lnTo>
                  <a:lnTo>
                    <a:pt x="5165" y="2995"/>
                  </a:lnTo>
                  <a:lnTo>
                    <a:pt x="4786" y="2746"/>
                  </a:lnTo>
                  <a:lnTo>
                    <a:pt x="4420" y="2485"/>
                  </a:lnTo>
                  <a:lnTo>
                    <a:pt x="4067" y="2249"/>
                  </a:lnTo>
                  <a:lnTo>
                    <a:pt x="3426" y="1765"/>
                  </a:lnTo>
                  <a:lnTo>
                    <a:pt x="2864" y="1308"/>
                  </a:lnTo>
                  <a:lnTo>
                    <a:pt x="2393" y="902"/>
                  </a:lnTo>
                  <a:lnTo>
                    <a:pt x="2001" y="562"/>
                  </a:lnTo>
                  <a:lnTo>
                    <a:pt x="1478" y="92"/>
                  </a:lnTo>
                  <a:lnTo>
                    <a:pt x="136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825;p38">
              <a:extLst>
                <a:ext uri="{FF2B5EF4-FFF2-40B4-BE49-F238E27FC236}">
                  <a16:creationId xmlns:a16="http://schemas.microsoft.com/office/drawing/2014/main" id="{66761035-AD1F-EC6D-2DD0-1DFB1D4D0527}"/>
                </a:ext>
              </a:extLst>
            </p:cNvPr>
            <p:cNvSpPr/>
            <p:nvPr/>
          </p:nvSpPr>
          <p:spPr>
            <a:xfrm>
              <a:off x="1736850" y="2604800"/>
              <a:ext cx="316775" cy="150075"/>
            </a:xfrm>
            <a:custGeom>
              <a:avLst/>
              <a:gdLst/>
              <a:ahLst/>
              <a:cxnLst/>
              <a:rect l="l" t="t" r="r" b="b"/>
              <a:pathLst>
                <a:path w="12671" h="6003" extrusionOk="0">
                  <a:moveTo>
                    <a:pt x="824" y="1"/>
                  </a:moveTo>
                  <a:lnTo>
                    <a:pt x="811" y="14"/>
                  </a:lnTo>
                  <a:lnTo>
                    <a:pt x="824" y="27"/>
                  </a:lnTo>
                  <a:lnTo>
                    <a:pt x="628" y="380"/>
                  </a:lnTo>
                  <a:lnTo>
                    <a:pt x="471" y="720"/>
                  </a:lnTo>
                  <a:lnTo>
                    <a:pt x="328" y="1047"/>
                  </a:lnTo>
                  <a:lnTo>
                    <a:pt x="210" y="1373"/>
                  </a:lnTo>
                  <a:lnTo>
                    <a:pt x="131" y="1674"/>
                  </a:lnTo>
                  <a:lnTo>
                    <a:pt x="66" y="1962"/>
                  </a:lnTo>
                  <a:lnTo>
                    <a:pt x="14" y="2250"/>
                  </a:lnTo>
                  <a:lnTo>
                    <a:pt x="1" y="2511"/>
                  </a:lnTo>
                  <a:lnTo>
                    <a:pt x="1" y="2773"/>
                  </a:lnTo>
                  <a:lnTo>
                    <a:pt x="27" y="3008"/>
                  </a:lnTo>
                  <a:lnTo>
                    <a:pt x="66" y="3243"/>
                  </a:lnTo>
                  <a:lnTo>
                    <a:pt x="131" y="3466"/>
                  </a:lnTo>
                  <a:lnTo>
                    <a:pt x="210" y="3675"/>
                  </a:lnTo>
                  <a:lnTo>
                    <a:pt x="301" y="3871"/>
                  </a:lnTo>
                  <a:lnTo>
                    <a:pt x="419" y="4067"/>
                  </a:lnTo>
                  <a:lnTo>
                    <a:pt x="550" y="4237"/>
                  </a:lnTo>
                  <a:lnTo>
                    <a:pt x="707" y="4407"/>
                  </a:lnTo>
                  <a:lnTo>
                    <a:pt x="864" y="4564"/>
                  </a:lnTo>
                  <a:lnTo>
                    <a:pt x="1047" y="4721"/>
                  </a:lnTo>
                  <a:lnTo>
                    <a:pt x="1230" y="4852"/>
                  </a:lnTo>
                  <a:lnTo>
                    <a:pt x="1439" y="4982"/>
                  </a:lnTo>
                  <a:lnTo>
                    <a:pt x="1661" y="5113"/>
                  </a:lnTo>
                  <a:lnTo>
                    <a:pt x="1884" y="5218"/>
                  </a:lnTo>
                  <a:lnTo>
                    <a:pt x="2119" y="5322"/>
                  </a:lnTo>
                  <a:lnTo>
                    <a:pt x="2367" y="5427"/>
                  </a:lnTo>
                  <a:lnTo>
                    <a:pt x="2629" y="5505"/>
                  </a:lnTo>
                  <a:lnTo>
                    <a:pt x="2903" y="5584"/>
                  </a:lnTo>
                  <a:lnTo>
                    <a:pt x="3178" y="5662"/>
                  </a:lnTo>
                  <a:lnTo>
                    <a:pt x="3466" y="5728"/>
                  </a:lnTo>
                  <a:lnTo>
                    <a:pt x="3753" y="5780"/>
                  </a:lnTo>
                  <a:lnTo>
                    <a:pt x="4342" y="5872"/>
                  </a:lnTo>
                  <a:lnTo>
                    <a:pt x="4969" y="5937"/>
                  </a:lnTo>
                  <a:lnTo>
                    <a:pt x="5597" y="5976"/>
                  </a:lnTo>
                  <a:lnTo>
                    <a:pt x="6225" y="6002"/>
                  </a:lnTo>
                  <a:lnTo>
                    <a:pt x="6865" y="6002"/>
                  </a:lnTo>
                  <a:lnTo>
                    <a:pt x="7493" y="5976"/>
                  </a:lnTo>
                  <a:lnTo>
                    <a:pt x="8121" y="5937"/>
                  </a:lnTo>
                  <a:lnTo>
                    <a:pt x="8722" y="5872"/>
                  </a:lnTo>
                  <a:lnTo>
                    <a:pt x="9310" y="5806"/>
                  </a:lnTo>
                  <a:lnTo>
                    <a:pt x="9873" y="5728"/>
                  </a:lnTo>
                  <a:lnTo>
                    <a:pt x="10396" y="5623"/>
                  </a:lnTo>
                  <a:lnTo>
                    <a:pt x="10880" y="5518"/>
                  </a:lnTo>
                  <a:lnTo>
                    <a:pt x="11324" y="5414"/>
                  </a:lnTo>
                  <a:lnTo>
                    <a:pt x="11716" y="5296"/>
                  </a:lnTo>
                  <a:lnTo>
                    <a:pt x="12056" y="5165"/>
                  </a:lnTo>
                  <a:lnTo>
                    <a:pt x="12344" y="5048"/>
                  </a:lnTo>
                  <a:lnTo>
                    <a:pt x="12462" y="4982"/>
                  </a:lnTo>
                  <a:lnTo>
                    <a:pt x="12553" y="4917"/>
                  </a:lnTo>
                  <a:lnTo>
                    <a:pt x="12592" y="4878"/>
                  </a:lnTo>
                  <a:lnTo>
                    <a:pt x="12632" y="4812"/>
                  </a:lnTo>
                  <a:lnTo>
                    <a:pt x="12658" y="4747"/>
                  </a:lnTo>
                  <a:lnTo>
                    <a:pt x="12671" y="4655"/>
                  </a:lnTo>
                  <a:lnTo>
                    <a:pt x="12671" y="4564"/>
                  </a:lnTo>
                  <a:lnTo>
                    <a:pt x="12671" y="4459"/>
                  </a:lnTo>
                  <a:lnTo>
                    <a:pt x="12632" y="4263"/>
                  </a:lnTo>
                  <a:lnTo>
                    <a:pt x="12579" y="4067"/>
                  </a:lnTo>
                  <a:lnTo>
                    <a:pt x="12540" y="3976"/>
                  </a:lnTo>
                  <a:lnTo>
                    <a:pt x="12488" y="3897"/>
                  </a:lnTo>
                  <a:lnTo>
                    <a:pt x="12436" y="3832"/>
                  </a:lnTo>
                  <a:lnTo>
                    <a:pt x="12383" y="3779"/>
                  </a:lnTo>
                  <a:lnTo>
                    <a:pt x="12331" y="3740"/>
                  </a:lnTo>
                  <a:lnTo>
                    <a:pt x="12266" y="3727"/>
                  </a:lnTo>
                  <a:lnTo>
                    <a:pt x="11782" y="3701"/>
                  </a:lnTo>
                  <a:lnTo>
                    <a:pt x="11285" y="3662"/>
                  </a:lnTo>
                  <a:lnTo>
                    <a:pt x="10775" y="3596"/>
                  </a:lnTo>
                  <a:lnTo>
                    <a:pt x="10278" y="3505"/>
                  </a:lnTo>
                  <a:lnTo>
                    <a:pt x="9768" y="3413"/>
                  </a:lnTo>
                  <a:lnTo>
                    <a:pt x="9258" y="3296"/>
                  </a:lnTo>
                  <a:lnTo>
                    <a:pt x="8761" y="3165"/>
                  </a:lnTo>
                  <a:lnTo>
                    <a:pt x="8251" y="3034"/>
                  </a:lnTo>
                  <a:lnTo>
                    <a:pt x="7754" y="2877"/>
                  </a:lnTo>
                  <a:lnTo>
                    <a:pt x="7271" y="2720"/>
                  </a:lnTo>
                  <a:lnTo>
                    <a:pt x="6774" y="2550"/>
                  </a:lnTo>
                  <a:lnTo>
                    <a:pt x="6303" y="2380"/>
                  </a:lnTo>
                  <a:lnTo>
                    <a:pt x="5375" y="2027"/>
                  </a:lnTo>
                  <a:lnTo>
                    <a:pt x="4512" y="1674"/>
                  </a:lnTo>
                  <a:lnTo>
                    <a:pt x="3701" y="1321"/>
                  </a:lnTo>
                  <a:lnTo>
                    <a:pt x="2969" y="981"/>
                  </a:lnTo>
                  <a:lnTo>
                    <a:pt x="1779" y="419"/>
                  </a:lnTo>
                  <a:lnTo>
                    <a:pt x="1347" y="210"/>
                  </a:lnTo>
                  <a:lnTo>
                    <a:pt x="1034" y="66"/>
                  </a:lnTo>
                  <a:lnTo>
                    <a:pt x="929" y="27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826;p38">
              <a:extLst>
                <a:ext uri="{FF2B5EF4-FFF2-40B4-BE49-F238E27FC236}">
                  <a16:creationId xmlns:a16="http://schemas.microsoft.com/office/drawing/2014/main" id="{705ECBCD-ADC7-1E43-17A9-2F018C24ADB0}"/>
                </a:ext>
              </a:extLst>
            </p:cNvPr>
            <p:cNvSpPr/>
            <p:nvPr/>
          </p:nvSpPr>
          <p:spPr>
            <a:xfrm>
              <a:off x="3585100" y="2552825"/>
              <a:ext cx="310875" cy="141250"/>
            </a:xfrm>
            <a:custGeom>
              <a:avLst/>
              <a:gdLst/>
              <a:ahLst/>
              <a:cxnLst/>
              <a:rect l="l" t="t" r="r" b="b"/>
              <a:pathLst>
                <a:path w="12435" h="5650" extrusionOk="0">
                  <a:moveTo>
                    <a:pt x="11729" y="1"/>
                  </a:moveTo>
                  <a:lnTo>
                    <a:pt x="11598" y="66"/>
                  </a:lnTo>
                  <a:lnTo>
                    <a:pt x="10983" y="393"/>
                  </a:lnTo>
                  <a:lnTo>
                    <a:pt x="10513" y="641"/>
                  </a:lnTo>
                  <a:lnTo>
                    <a:pt x="9951" y="916"/>
                  </a:lnTo>
                  <a:lnTo>
                    <a:pt x="9310" y="1217"/>
                  </a:lnTo>
                  <a:lnTo>
                    <a:pt x="8565" y="1543"/>
                  </a:lnTo>
                  <a:lnTo>
                    <a:pt x="8172" y="1700"/>
                  </a:lnTo>
                  <a:lnTo>
                    <a:pt x="7754" y="1857"/>
                  </a:lnTo>
                  <a:lnTo>
                    <a:pt x="7322" y="2001"/>
                  </a:lnTo>
                  <a:lnTo>
                    <a:pt x="6878" y="2145"/>
                  </a:lnTo>
                  <a:lnTo>
                    <a:pt x="6407" y="2289"/>
                  </a:lnTo>
                  <a:lnTo>
                    <a:pt x="5923" y="2420"/>
                  </a:lnTo>
                  <a:lnTo>
                    <a:pt x="5439" y="2550"/>
                  </a:lnTo>
                  <a:lnTo>
                    <a:pt x="4930" y="2655"/>
                  </a:lnTo>
                  <a:lnTo>
                    <a:pt x="4406" y="2759"/>
                  </a:lnTo>
                  <a:lnTo>
                    <a:pt x="3870" y="2838"/>
                  </a:lnTo>
                  <a:lnTo>
                    <a:pt x="3321" y="2916"/>
                  </a:lnTo>
                  <a:lnTo>
                    <a:pt x="2772" y="2969"/>
                  </a:lnTo>
                  <a:lnTo>
                    <a:pt x="2197" y="2995"/>
                  </a:lnTo>
                  <a:lnTo>
                    <a:pt x="1621" y="3008"/>
                  </a:lnTo>
                  <a:lnTo>
                    <a:pt x="1046" y="2995"/>
                  </a:lnTo>
                  <a:lnTo>
                    <a:pt x="458" y="2956"/>
                  </a:lnTo>
                  <a:lnTo>
                    <a:pt x="392" y="2969"/>
                  </a:lnTo>
                  <a:lnTo>
                    <a:pt x="340" y="2995"/>
                  </a:lnTo>
                  <a:lnTo>
                    <a:pt x="275" y="3047"/>
                  </a:lnTo>
                  <a:lnTo>
                    <a:pt x="222" y="3099"/>
                  </a:lnTo>
                  <a:lnTo>
                    <a:pt x="170" y="3178"/>
                  </a:lnTo>
                  <a:lnTo>
                    <a:pt x="131" y="3269"/>
                  </a:lnTo>
                  <a:lnTo>
                    <a:pt x="52" y="3466"/>
                  </a:lnTo>
                  <a:lnTo>
                    <a:pt x="13" y="3662"/>
                  </a:lnTo>
                  <a:lnTo>
                    <a:pt x="0" y="3766"/>
                  </a:lnTo>
                  <a:lnTo>
                    <a:pt x="0" y="3858"/>
                  </a:lnTo>
                  <a:lnTo>
                    <a:pt x="13" y="3949"/>
                  </a:lnTo>
                  <a:lnTo>
                    <a:pt x="26" y="4028"/>
                  </a:lnTo>
                  <a:lnTo>
                    <a:pt x="52" y="4080"/>
                  </a:lnTo>
                  <a:lnTo>
                    <a:pt x="105" y="4132"/>
                  </a:lnTo>
                  <a:lnTo>
                    <a:pt x="196" y="4198"/>
                  </a:lnTo>
                  <a:lnTo>
                    <a:pt x="301" y="4276"/>
                  </a:lnTo>
                  <a:lnTo>
                    <a:pt x="575" y="4407"/>
                  </a:lnTo>
                  <a:lnTo>
                    <a:pt x="902" y="4551"/>
                  </a:lnTo>
                  <a:lnTo>
                    <a:pt x="1281" y="4695"/>
                  </a:lnTo>
                  <a:lnTo>
                    <a:pt x="1700" y="4839"/>
                  </a:lnTo>
                  <a:lnTo>
                    <a:pt x="2171" y="4969"/>
                  </a:lnTo>
                  <a:lnTo>
                    <a:pt x="2680" y="5100"/>
                  </a:lnTo>
                  <a:lnTo>
                    <a:pt x="3217" y="5231"/>
                  </a:lnTo>
                  <a:lnTo>
                    <a:pt x="3792" y="5335"/>
                  </a:lnTo>
                  <a:lnTo>
                    <a:pt x="4380" y="5427"/>
                  </a:lnTo>
                  <a:lnTo>
                    <a:pt x="4982" y="5505"/>
                  </a:lnTo>
                  <a:lnTo>
                    <a:pt x="5596" y="5571"/>
                  </a:lnTo>
                  <a:lnTo>
                    <a:pt x="6211" y="5623"/>
                  </a:lnTo>
                  <a:lnTo>
                    <a:pt x="6839" y="5649"/>
                  </a:lnTo>
                  <a:lnTo>
                    <a:pt x="7440" y="5649"/>
                  </a:lnTo>
                  <a:lnTo>
                    <a:pt x="8055" y="5623"/>
                  </a:lnTo>
                  <a:lnTo>
                    <a:pt x="8630" y="5571"/>
                  </a:lnTo>
                  <a:lnTo>
                    <a:pt x="8918" y="5532"/>
                  </a:lnTo>
                  <a:lnTo>
                    <a:pt x="9192" y="5479"/>
                  </a:lnTo>
                  <a:lnTo>
                    <a:pt x="9467" y="5427"/>
                  </a:lnTo>
                  <a:lnTo>
                    <a:pt x="9728" y="5362"/>
                  </a:lnTo>
                  <a:lnTo>
                    <a:pt x="9990" y="5296"/>
                  </a:lnTo>
                  <a:lnTo>
                    <a:pt x="10238" y="5218"/>
                  </a:lnTo>
                  <a:lnTo>
                    <a:pt x="10474" y="5126"/>
                  </a:lnTo>
                  <a:lnTo>
                    <a:pt x="10696" y="5035"/>
                  </a:lnTo>
                  <a:lnTo>
                    <a:pt x="10918" y="4930"/>
                  </a:lnTo>
                  <a:lnTo>
                    <a:pt x="11127" y="4812"/>
                  </a:lnTo>
                  <a:lnTo>
                    <a:pt x="11310" y="4682"/>
                  </a:lnTo>
                  <a:lnTo>
                    <a:pt x="11493" y="4551"/>
                  </a:lnTo>
                  <a:lnTo>
                    <a:pt x="11663" y="4394"/>
                  </a:lnTo>
                  <a:lnTo>
                    <a:pt x="11807" y="4237"/>
                  </a:lnTo>
                  <a:lnTo>
                    <a:pt x="11951" y="4067"/>
                  </a:lnTo>
                  <a:lnTo>
                    <a:pt x="12069" y="3897"/>
                  </a:lnTo>
                  <a:lnTo>
                    <a:pt x="12173" y="3701"/>
                  </a:lnTo>
                  <a:lnTo>
                    <a:pt x="12265" y="3492"/>
                  </a:lnTo>
                  <a:lnTo>
                    <a:pt x="12330" y="3283"/>
                  </a:lnTo>
                  <a:lnTo>
                    <a:pt x="12383" y="3047"/>
                  </a:lnTo>
                  <a:lnTo>
                    <a:pt x="12422" y="2812"/>
                  </a:lnTo>
                  <a:lnTo>
                    <a:pt x="12435" y="2550"/>
                  </a:lnTo>
                  <a:lnTo>
                    <a:pt x="12422" y="2289"/>
                  </a:lnTo>
                  <a:lnTo>
                    <a:pt x="12396" y="2014"/>
                  </a:lnTo>
                  <a:lnTo>
                    <a:pt x="12343" y="1713"/>
                  </a:lnTo>
                  <a:lnTo>
                    <a:pt x="12278" y="1400"/>
                  </a:lnTo>
                  <a:lnTo>
                    <a:pt x="12173" y="1086"/>
                  </a:lnTo>
                  <a:lnTo>
                    <a:pt x="12056" y="746"/>
                  </a:lnTo>
                  <a:lnTo>
                    <a:pt x="11912" y="393"/>
                  </a:lnTo>
                  <a:lnTo>
                    <a:pt x="11755" y="27"/>
                  </a:lnTo>
                  <a:lnTo>
                    <a:pt x="1175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827;p38">
              <a:extLst>
                <a:ext uri="{FF2B5EF4-FFF2-40B4-BE49-F238E27FC236}">
                  <a16:creationId xmlns:a16="http://schemas.microsoft.com/office/drawing/2014/main" id="{D0860872-9818-8A7F-F6C0-47B8E3DF4777}"/>
                </a:ext>
              </a:extLst>
            </p:cNvPr>
            <p:cNvSpPr/>
            <p:nvPr/>
          </p:nvSpPr>
          <p:spPr>
            <a:xfrm>
              <a:off x="3601425" y="2761050"/>
              <a:ext cx="322675" cy="123925"/>
            </a:xfrm>
            <a:custGeom>
              <a:avLst/>
              <a:gdLst/>
              <a:ahLst/>
              <a:cxnLst/>
              <a:rect l="l" t="t" r="r" b="b"/>
              <a:pathLst>
                <a:path w="12907" h="4957" extrusionOk="0">
                  <a:moveTo>
                    <a:pt x="12514" y="1"/>
                  </a:moveTo>
                  <a:lnTo>
                    <a:pt x="12410" y="27"/>
                  </a:lnTo>
                  <a:lnTo>
                    <a:pt x="12070" y="79"/>
                  </a:lnTo>
                  <a:lnTo>
                    <a:pt x="11599" y="184"/>
                  </a:lnTo>
                  <a:lnTo>
                    <a:pt x="10304" y="458"/>
                  </a:lnTo>
                  <a:lnTo>
                    <a:pt x="9520" y="602"/>
                  </a:lnTo>
                  <a:lnTo>
                    <a:pt x="8644" y="759"/>
                  </a:lnTo>
                  <a:lnTo>
                    <a:pt x="7715" y="903"/>
                  </a:lnTo>
                  <a:lnTo>
                    <a:pt x="6735" y="1021"/>
                  </a:lnTo>
                  <a:lnTo>
                    <a:pt x="6238" y="1086"/>
                  </a:lnTo>
                  <a:lnTo>
                    <a:pt x="5715" y="1125"/>
                  </a:lnTo>
                  <a:lnTo>
                    <a:pt x="5205" y="1164"/>
                  </a:lnTo>
                  <a:lnTo>
                    <a:pt x="4682" y="1191"/>
                  </a:lnTo>
                  <a:lnTo>
                    <a:pt x="4159" y="1204"/>
                  </a:lnTo>
                  <a:lnTo>
                    <a:pt x="3649" y="1217"/>
                  </a:lnTo>
                  <a:lnTo>
                    <a:pt x="3126" y="1204"/>
                  </a:lnTo>
                  <a:lnTo>
                    <a:pt x="2603" y="1178"/>
                  </a:lnTo>
                  <a:lnTo>
                    <a:pt x="2093" y="1138"/>
                  </a:lnTo>
                  <a:lnTo>
                    <a:pt x="1596" y="1086"/>
                  </a:lnTo>
                  <a:lnTo>
                    <a:pt x="1099" y="1008"/>
                  </a:lnTo>
                  <a:lnTo>
                    <a:pt x="615" y="916"/>
                  </a:lnTo>
                  <a:lnTo>
                    <a:pt x="563" y="916"/>
                  </a:lnTo>
                  <a:lnTo>
                    <a:pt x="498" y="942"/>
                  </a:lnTo>
                  <a:lnTo>
                    <a:pt x="432" y="968"/>
                  </a:lnTo>
                  <a:lnTo>
                    <a:pt x="367" y="1034"/>
                  </a:lnTo>
                  <a:lnTo>
                    <a:pt x="302" y="1099"/>
                  </a:lnTo>
                  <a:lnTo>
                    <a:pt x="249" y="1164"/>
                  </a:lnTo>
                  <a:lnTo>
                    <a:pt x="145" y="1347"/>
                  </a:lnTo>
                  <a:lnTo>
                    <a:pt x="53" y="1544"/>
                  </a:lnTo>
                  <a:lnTo>
                    <a:pt x="27" y="1635"/>
                  </a:lnTo>
                  <a:lnTo>
                    <a:pt x="14" y="1727"/>
                  </a:lnTo>
                  <a:lnTo>
                    <a:pt x="1" y="1818"/>
                  </a:lnTo>
                  <a:lnTo>
                    <a:pt x="14" y="1897"/>
                  </a:lnTo>
                  <a:lnTo>
                    <a:pt x="27" y="1962"/>
                  </a:lnTo>
                  <a:lnTo>
                    <a:pt x="66" y="2014"/>
                  </a:lnTo>
                  <a:lnTo>
                    <a:pt x="145" y="2093"/>
                  </a:lnTo>
                  <a:lnTo>
                    <a:pt x="236" y="2184"/>
                  </a:lnTo>
                  <a:lnTo>
                    <a:pt x="485" y="2367"/>
                  </a:lnTo>
                  <a:lnTo>
                    <a:pt x="785" y="2564"/>
                  </a:lnTo>
                  <a:lnTo>
                    <a:pt x="1138" y="2773"/>
                  </a:lnTo>
                  <a:lnTo>
                    <a:pt x="1544" y="2995"/>
                  </a:lnTo>
                  <a:lnTo>
                    <a:pt x="1988" y="3204"/>
                  </a:lnTo>
                  <a:lnTo>
                    <a:pt x="2472" y="3427"/>
                  </a:lnTo>
                  <a:lnTo>
                    <a:pt x="2995" y="3636"/>
                  </a:lnTo>
                  <a:lnTo>
                    <a:pt x="3557" y="3845"/>
                  </a:lnTo>
                  <a:lnTo>
                    <a:pt x="4133" y="4041"/>
                  </a:lnTo>
                  <a:lnTo>
                    <a:pt x="4721" y="4237"/>
                  </a:lnTo>
                  <a:lnTo>
                    <a:pt x="5336" y="4407"/>
                  </a:lnTo>
                  <a:lnTo>
                    <a:pt x="5950" y="4564"/>
                  </a:lnTo>
                  <a:lnTo>
                    <a:pt x="6578" y="4695"/>
                  </a:lnTo>
                  <a:lnTo>
                    <a:pt x="7192" y="4799"/>
                  </a:lnTo>
                  <a:lnTo>
                    <a:pt x="7807" y="4878"/>
                  </a:lnTo>
                  <a:lnTo>
                    <a:pt x="8408" y="4930"/>
                  </a:lnTo>
                  <a:lnTo>
                    <a:pt x="8709" y="4943"/>
                  </a:lnTo>
                  <a:lnTo>
                    <a:pt x="8997" y="4956"/>
                  </a:lnTo>
                  <a:lnTo>
                    <a:pt x="9284" y="4943"/>
                  </a:lnTo>
                  <a:lnTo>
                    <a:pt x="9559" y="4930"/>
                  </a:lnTo>
                  <a:lnTo>
                    <a:pt x="9834" y="4904"/>
                  </a:lnTo>
                  <a:lnTo>
                    <a:pt x="10095" y="4878"/>
                  </a:lnTo>
                  <a:lnTo>
                    <a:pt x="10357" y="4826"/>
                  </a:lnTo>
                  <a:lnTo>
                    <a:pt x="10605" y="4773"/>
                  </a:lnTo>
                  <a:lnTo>
                    <a:pt x="10840" y="4708"/>
                  </a:lnTo>
                  <a:lnTo>
                    <a:pt x="11076" y="4629"/>
                  </a:lnTo>
                  <a:lnTo>
                    <a:pt x="11298" y="4538"/>
                  </a:lnTo>
                  <a:lnTo>
                    <a:pt x="11494" y="4433"/>
                  </a:lnTo>
                  <a:lnTo>
                    <a:pt x="11690" y="4329"/>
                  </a:lnTo>
                  <a:lnTo>
                    <a:pt x="11886" y="4198"/>
                  </a:lnTo>
                  <a:lnTo>
                    <a:pt x="12056" y="4054"/>
                  </a:lnTo>
                  <a:lnTo>
                    <a:pt x="12213" y="3897"/>
                  </a:lnTo>
                  <a:lnTo>
                    <a:pt x="12357" y="3727"/>
                  </a:lnTo>
                  <a:lnTo>
                    <a:pt x="12475" y="3544"/>
                  </a:lnTo>
                  <a:lnTo>
                    <a:pt x="12593" y="3335"/>
                  </a:lnTo>
                  <a:lnTo>
                    <a:pt x="12684" y="3126"/>
                  </a:lnTo>
                  <a:lnTo>
                    <a:pt x="12763" y="2890"/>
                  </a:lnTo>
                  <a:lnTo>
                    <a:pt x="12828" y="2642"/>
                  </a:lnTo>
                  <a:lnTo>
                    <a:pt x="12867" y="2380"/>
                  </a:lnTo>
                  <a:lnTo>
                    <a:pt x="12893" y="2093"/>
                  </a:lnTo>
                  <a:lnTo>
                    <a:pt x="12906" y="1805"/>
                  </a:lnTo>
                  <a:lnTo>
                    <a:pt x="12893" y="1478"/>
                  </a:lnTo>
                  <a:lnTo>
                    <a:pt x="12854" y="1151"/>
                  </a:lnTo>
                  <a:lnTo>
                    <a:pt x="12802" y="798"/>
                  </a:lnTo>
                  <a:lnTo>
                    <a:pt x="12723" y="419"/>
                  </a:lnTo>
                  <a:lnTo>
                    <a:pt x="12619" y="40"/>
                  </a:lnTo>
                  <a:lnTo>
                    <a:pt x="12632" y="27"/>
                  </a:lnTo>
                  <a:lnTo>
                    <a:pt x="12632" y="14"/>
                  </a:lnTo>
                  <a:lnTo>
                    <a:pt x="12593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828;p38">
              <a:extLst>
                <a:ext uri="{FF2B5EF4-FFF2-40B4-BE49-F238E27FC236}">
                  <a16:creationId xmlns:a16="http://schemas.microsoft.com/office/drawing/2014/main" id="{61915D5B-E475-69C7-6E5B-EA97D3AAEDA2}"/>
                </a:ext>
              </a:extLst>
            </p:cNvPr>
            <p:cNvSpPr/>
            <p:nvPr/>
          </p:nvSpPr>
          <p:spPr>
            <a:xfrm>
              <a:off x="2116375" y="3657725"/>
              <a:ext cx="272975" cy="211525"/>
            </a:xfrm>
            <a:custGeom>
              <a:avLst/>
              <a:gdLst/>
              <a:ahLst/>
              <a:cxnLst/>
              <a:rect l="l" t="t" r="r" b="b"/>
              <a:pathLst>
                <a:path w="10919" h="8461" extrusionOk="0">
                  <a:moveTo>
                    <a:pt x="2001" y="0"/>
                  </a:moveTo>
                  <a:lnTo>
                    <a:pt x="1962" y="13"/>
                  </a:lnTo>
                  <a:lnTo>
                    <a:pt x="1909" y="52"/>
                  </a:lnTo>
                  <a:lnTo>
                    <a:pt x="1870" y="92"/>
                  </a:lnTo>
                  <a:lnTo>
                    <a:pt x="1831" y="131"/>
                  </a:lnTo>
                  <a:lnTo>
                    <a:pt x="1792" y="196"/>
                  </a:lnTo>
                  <a:lnTo>
                    <a:pt x="1726" y="327"/>
                  </a:lnTo>
                  <a:lnTo>
                    <a:pt x="1687" y="484"/>
                  </a:lnTo>
                  <a:lnTo>
                    <a:pt x="1674" y="641"/>
                  </a:lnTo>
                  <a:lnTo>
                    <a:pt x="1674" y="719"/>
                  </a:lnTo>
                  <a:lnTo>
                    <a:pt x="1687" y="798"/>
                  </a:lnTo>
                  <a:lnTo>
                    <a:pt x="1399" y="1033"/>
                  </a:lnTo>
                  <a:lnTo>
                    <a:pt x="1151" y="1268"/>
                  </a:lnTo>
                  <a:lnTo>
                    <a:pt x="929" y="1504"/>
                  </a:lnTo>
                  <a:lnTo>
                    <a:pt x="733" y="1726"/>
                  </a:lnTo>
                  <a:lnTo>
                    <a:pt x="550" y="1961"/>
                  </a:lnTo>
                  <a:lnTo>
                    <a:pt x="406" y="2184"/>
                  </a:lnTo>
                  <a:lnTo>
                    <a:pt x="288" y="2393"/>
                  </a:lnTo>
                  <a:lnTo>
                    <a:pt x="183" y="2615"/>
                  </a:lnTo>
                  <a:lnTo>
                    <a:pt x="105" y="2824"/>
                  </a:lnTo>
                  <a:lnTo>
                    <a:pt x="53" y="3034"/>
                  </a:lnTo>
                  <a:lnTo>
                    <a:pt x="13" y="3243"/>
                  </a:lnTo>
                  <a:lnTo>
                    <a:pt x="0" y="3439"/>
                  </a:lnTo>
                  <a:lnTo>
                    <a:pt x="13" y="3635"/>
                  </a:lnTo>
                  <a:lnTo>
                    <a:pt x="40" y="3831"/>
                  </a:lnTo>
                  <a:lnTo>
                    <a:pt x="79" y="4027"/>
                  </a:lnTo>
                  <a:lnTo>
                    <a:pt x="144" y="4210"/>
                  </a:lnTo>
                  <a:lnTo>
                    <a:pt x="223" y="4407"/>
                  </a:lnTo>
                  <a:lnTo>
                    <a:pt x="314" y="4577"/>
                  </a:lnTo>
                  <a:lnTo>
                    <a:pt x="432" y="4760"/>
                  </a:lnTo>
                  <a:lnTo>
                    <a:pt x="563" y="4930"/>
                  </a:lnTo>
                  <a:lnTo>
                    <a:pt x="693" y="5100"/>
                  </a:lnTo>
                  <a:lnTo>
                    <a:pt x="850" y="5270"/>
                  </a:lnTo>
                  <a:lnTo>
                    <a:pt x="1020" y="5427"/>
                  </a:lnTo>
                  <a:lnTo>
                    <a:pt x="1203" y="5583"/>
                  </a:lnTo>
                  <a:lnTo>
                    <a:pt x="1399" y="5740"/>
                  </a:lnTo>
                  <a:lnTo>
                    <a:pt x="1609" y="5897"/>
                  </a:lnTo>
                  <a:lnTo>
                    <a:pt x="1818" y="6041"/>
                  </a:lnTo>
                  <a:lnTo>
                    <a:pt x="2040" y="6185"/>
                  </a:lnTo>
                  <a:lnTo>
                    <a:pt x="2511" y="6460"/>
                  </a:lnTo>
                  <a:lnTo>
                    <a:pt x="3021" y="6721"/>
                  </a:lnTo>
                  <a:lnTo>
                    <a:pt x="3544" y="6956"/>
                  </a:lnTo>
                  <a:lnTo>
                    <a:pt x="4093" y="7179"/>
                  </a:lnTo>
                  <a:lnTo>
                    <a:pt x="4655" y="7388"/>
                  </a:lnTo>
                  <a:lnTo>
                    <a:pt x="5231" y="7571"/>
                  </a:lnTo>
                  <a:lnTo>
                    <a:pt x="5806" y="7754"/>
                  </a:lnTo>
                  <a:lnTo>
                    <a:pt x="6368" y="7898"/>
                  </a:lnTo>
                  <a:lnTo>
                    <a:pt x="6930" y="8042"/>
                  </a:lnTo>
                  <a:lnTo>
                    <a:pt x="7467" y="8159"/>
                  </a:lnTo>
                  <a:lnTo>
                    <a:pt x="7990" y="8251"/>
                  </a:lnTo>
                  <a:lnTo>
                    <a:pt x="8500" y="8342"/>
                  </a:lnTo>
                  <a:lnTo>
                    <a:pt x="8957" y="8395"/>
                  </a:lnTo>
                  <a:lnTo>
                    <a:pt x="9389" y="8434"/>
                  </a:lnTo>
                  <a:lnTo>
                    <a:pt x="9781" y="8460"/>
                  </a:lnTo>
                  <a:lnTo>
                    <a:pt x="10121" y="8460"/>
                  </a:lnTo>
                  <a:lnTo>
                    <a:pt x="10409" y="8447"/>
                  </a:lnTo>
                  <a:lnTo>
                    <a:pt x="10644" y="8408"/>
                  </a:lnTo>
                  <a:lnTo>
                    <a:pt x="10696" y="8382"/>
                  </a:lnTo>
                  <a:lnTo>
                    <a:pt x="10735" y="8342"/>
                  </a:lnTo>
                  <a:lnTo>
                    <a:pt x="10788" y="8290"/>
                  </a:lnTo>
                  <a:lnTo>
                    <a:pt x="10827" y="8225"/>
                  </a:lnTo>
                  <a:lnTo>
                    <a:pt x="10853" y="8146"/>
                  </a:lnTo>
                  <a:lnTo>
                    <a:pt x="10879" y="8068"/>
                  </a:lnTo>
                  <a:lnTo>
                    <a:pt x="10919" y="7885"/>
                  </a:lnTo>
                  <a:lnTo>
                    <a:pt x="10919" y="7702"/>
                  </a:lnTo>
                  <a:lnTo>
                    <a:pt x="10905" y="7623"/>
                  </a:lnTo>
                  <a:lnTo>
                    <a:pt x="10892" y="7545"/>
                  </a:lnTo>
                  <a:lnTo>
                    <a:pt x="10879" y="7466"/>
                  </a:lnTo>
                  <a:lnTo>
                    <a:pt x="10840" y="7414"/>
                  </a:lnTo>
                  <a:lnTo>
                    <a:pt x="10801" y="7362"/>
                  </a:lnTo>
                  <a:lnTo>
                    <a:pt x="10762" y="7322"/>
                  </a:lnTo>
                  <a:lnTo>
                    <a:pt x="10186" y="7048"/>
                  </a:lnTo>
                  <a:lnTo>
                    <a:pt x="9637" y="6734"/>
                  </a:lnTo>
                  <a:lnTo>
                    <a:pt x="9088" y="6394"/>
                  </a:lnTo>
                  <a:lnTo>
                    <a:pt x="8552" y="6041"/>
                  </a:lnTo>
                  <a:lnTo>
                    <a:pt x="8016" y="5675"/>
                  </a:lnTo>
                  <a:lnTo>
                    <a:pt x="7493" y="5270"/>
                  </a:lnTo>
                  <a:lnTo>
                    <a:pt x="6970" y="4864"/>
                  </a:lnTo>
                  <a:lnTo>
                    <a:pt x="6460" y="4420"/>
                  </a:lnTo>
                  <a:lnTo>
                    <a:pt x="5950" y="3975"/>
                  </a:lnTo>
                  <a:lnTo>
                    <a:pt x="5440" y="3504"/>
                  </a:lnTo>
                  <a:lnTo>
                    <a:pt x="4943" y="3021"/>
                  </a:lnTo>
                  <a:lnTo>
                    <a:pt x="4446" y="2537"/>
                  </a:lnTo>
                  <a:lnTo>
                    <a:pt x="3949" y="2027"/>
                  </a:lnTo>
                  <a:lnTo>
                    <a:pt x="3465" y="1504"/>
                  </a:lnTo>
                  <a:lnTo>
                    <a:pt x="2969" y="968"/>
                  </a:lnTo>
                  <a:lnTo>
                    <a:pt x="2485" y="419"/>
                  </a:lnTo>
                  <a:lnTo>
                    <a:pt x="2472" y="327"/>
                  </a:lnTo>
                  <a:lnTo>
                    <a:pt x="2446" y="249"/>
                  </a:lnTo>
                  <a:lnTo>
                    <a:pt x="2406" y="183"/>
                  </a:lnTo>
                  <a:lnTo>
                    <a:pt x="2367" y="131"/>
                  </a:lnTo>
                  <a:lnTo>
                    <a:pt x="2315" y="79"/>
                  </a:lnTo>
                  <a:lnTo>
                    <a:pt x="2262" y="52"/>
                  </a:lnTo>
                  <a:lnTo>
                    <a:pt x="2145" y="52"/>
                  </a:lnTo>
                  <a:lnTo>
                    <a:pt x="2106" y="26"/>
                  </a:lnTo>
                  <a:lnTo>
                    <a:pt x="205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829;p38">
              <a:extLst>
                <a:ext uri="{FF2B5EF4-FFF2-40B4-BE49-F238E27FC236}">
                  <a16:creationId xmlns:a16="http://schemas.microsoft.com/office/drawing/2014/main" id="{26B62060-09D7-5E8E-8994-8456BE6449E6}"/>
                </a:ext>
              </a:extLst>
            </p:cNvPr>
            <p:cNvSpPr/>
            <p:nvPr/>
          </p:nvSpPr>
          <p:spPr>
            <a:xfrm>
              <a:off x="2057850" y="3870850"/>
              <a:ext cx="213175" cy="176225"/>
            </a:xfrm>
            <a:custGeom>
              <a:avLst/>
              <a:gdLst/>
              <a:ahLst/>
              <a:cxnLst/>
              <a:rect l="l" t="t" r="r" b="b"/>
              <a:pathLst>
                <a:path w="8527" h="7049" extrusionOk="0">
                  <a:moveTo>
                    <a:pt x="1583" y="0"/>
                  </a:moveTo>
                  <a:lnTo>
                    <a:pt x="1557" y="14"/>
                  </a:lnTo>
                  <a:lnTo>
                    <a:pt x="1518" y="40"/>
                  </a:lnTo>
                  <a:lnTo>
                    <a:pt x="1478" y="66"/>
                  </a:lnTo>
                  <a:lnTo>
                    <a:pt x="1413" y="157"/>
                  </a:lnTo>
                  <a:lnTo>
                    <a:pt x="1374" y="275"/>
                  </a:lnTo>
                  <a:lnTo>
                    <a:pt x="1335" y="406"/>
                  </a:lnTo>
                  <a:lnTo>
                    <a:pt x="1321" y="537"/>
                  </a:lnTo>
                  <a:lnTo>
                    <a:pt x="1335" y="667"/>
                  </a:lnTo>
                  <a:lnTo>
                    <a:pt x="1112" y="863"/>
                  </a:lnTo>
                  <a:lnTo>
                    <a:pt x="916" y="1073"/>
                  </a:lnTo>
                  <a:lnTo>
                    <a:pt x="733" y="1269"/>
                  </a:lnTo>
                  <a:lnTo>
                    <a:pt x="576" y="1452"/>
                  </a:lnTo>
                  <a:lnTo>
                    <a:pt x="432" y="1648"/>
                  </a:lnTo>
                  <a:lnTo>
                    <a:pt x="315" y="1831"/>
                  </a:lnTo>
                  <a:lnTo>
                    <a:pt x="223" y="2014"/>
                  </a:lnTo>
                  <a:lnTo>
                    <a:pt x="145" y="2197"/>
                  </a:lnTo>
                  <a:lnTo>
                    <a:pt x="79" y="2380"/>
                  </a:lnTo>
                  <a:lnTo>
                    <a:pt x="40" y="2550"/>
                  </a:lnTo>
                  <a:lnTo>
                    <a:pt x="1" y="2733"/>
                  </a:lnTo>
                  <a:lnTo>
                    <a:pt x="1" y="2890"/>
                  </a:lnTo>
                  <a:lnTo>
                    <a:pt x="1" y="3060"/>
                  </a:lnTo>
                  <a:lnTo>
                    <a:pt x="14" y="3230"/>
                  </a:lnTo>
                  <a:lnTo>
                    <a:pt x="53" y="3387"/>
                  </a:lnTo>
                  <a:lnTo>
                    <a:pt x="105" y="3544"/>
                  </a:lnTo>
                  <a:lnTo>
                    <a:pt x="158" y="3701"/>
                  </a:lnTo>
                  <a:lnTo>
                    <a:pt x="236" y="3845"/>
                  </a:lnTo>
                  <a:lnTo>
                    <a:pt x="328" y="4002"/>
                  </a:lnTo>
                  <a:lnTo>
                    <a:pt x="419" y="4145"/>
                  </a:lnTo>
                  <a:lnTo>
                    <a:pt x="537" y="4289"/>
                  </a:lnTo>
                  <a:lnTo>
                    <a:pt x="655" y="4420"/>
                  </a:lnTo>
                  <a:lnTo>
                    <a:pt x="785" y="4564"/>
                  </a:lnTo>
                  <a:lnTo>
                    <a:pt x="929" y="4695"/>
                  </a:lnTo>
                  <a:lnTo>
                    <a:pt x="1073" y="4812"/>
                  </a:lnTo>
                  <a:lnTo>
                    <a:pt x="1243" y="4943"/>
                  </a:lnTo>
                  <a:lnTo>
                    <a:pt x="1583" y="5178"/>
                  </a:lnTo>
                  <a:lnTo>
                    <a:pt x="1949" y="5414"/>
                  </a:lnTo>
                  <a:lnTo>
                    <a:pt x="2341" y="5623"/>
                  </a:lnTo>
                  <a:lnTo>
                    <a:pt x="2760" y="5819"/>
                  </a:lnTo>
                  <a:lnTo>
                    <a:pt x="3191" y="6002"/>
                  </a:lnTo>
                  <a:lnTo>
                    <a:pt x="3623" y="6172"/>
                  </a:lnTo>
                  <a:lnTo>
                    <a:pt x="4067" y="6329"/>
                  </a:lnTo>
                  <a:lnTo>
                    <a:pt x="4512" y="6473"/>
                  </a:lnTo>
                  <a:lnTo>
                    <a:pt x="4957" y="6604"/>
                  </a:lnTo>
                  <a:lnTo>
                    <a:pt x="5401" y="6708"/>
                  </a:lnTo>
                  <a:lnTo>
                    <a:pt x="5819" y="6800"/>
                  </a:lnTo>
                  <a:lnTo>
                    <a:pt x="6238" y="6891"/>
                  </a:lnTo>
                  <a:lnTo>
                    <a:pt x="6630" y="6944"/>
                  </a:lnTo>
                  <a:lnTo>
                    <a:pt x="6996" y="6996"/>
                  </a:lnTo>
                  <a:lnTo>
                    <a:pt x="7323" y="7035"/>
                  </a:lnTo>
                  <a:lnTo>
                    <a:pt x="7637" y="7048"/>
                  </a:lnTo>
                  <a:lnTo>
                    <a:pt x="7899" y="7048"/>
                  </a:lnTo>
                  <a:lnTo>
                    <a:pt x="8121" y="7022"/>
                  </a:lnTo>
                  <a:lnTo>
                    <a:pt x="8304" y="6996"/>
                  </a:lnTo>
                  <a:lnTo>
                    <a:pt x="8343" y="6970"/>
                  </a:lnTo>
                  <a:lnTo>
                    <a:pt x="8382" y="6944"/>
                  </a:lnTo>
                  <a:lnTo>
                    <a:pt x="8422" y="6891"/>
                  </a:lnTo>
                  <a:lnTo>
                    <a:pt x="8448" y="6839"/>
                  </a:lnTo>
                  <a:lnTo>
                    <a:pt x="8500" y="6708"/>
                  </a:lnTo>
                  <a:lnTo>
                    <a:pt x="8526" y="6564"/>
                  </a:lnTo>
                  <a:lnTo>
                    <a:pt x="8526" y="6408"/>
                  </a:lnTo>
                  <a:lnTo>
                    <a:pt x="8513" y="6264"/>
                  </a:lnTo>
                  <a:lnTo>
                    <a:pt x="8500" y="6211"/>
                  </a:lnTo>
                  <a:lnTo>
                    <a:pt x="8474" y="6159"/>
                  </a:lnTo>
                  <a:lnTo>
                    <a:pt x="8435" y="6120"/>
                  </a:lnTo>
                  <a:lnTo>
                    <a:pt x="8408" y="6094"/>
                  </a:lnTo>
                  <a:lnTo>
                    <a:pt x="7964" y="5858"/>
                  </a:lnTo>
                  <a:lnTo>
                    <a:pt x="7532" y="5597"/>
                  </a:lnTo>
                  <a:lnTo>
                    <a:pt x="7101" y="5322"/>
                  </a:lnTo>
                  <a:lnTo>
                    <a:pt x="6682" y="5021"/>
                  </a:lnTo>
                  <a:lnTo>
                    <a:pt x="6264" y="4721"/>
                  </a:lnTo>
                  <a:lnTo>
                    <a:pt x="5859" y="4381"/>
                  </a:lnTo>
                  <a:lnTo>
                    <a:pt x="5453" y="4041"/>
                  </a:lnTo>
                  <a:lnTo>
                    <a:pt x="5048" y="3688"/>
                  </a:lnTo>
                  <a:lnTo>
                    <a:pt x="4656" y="3309"/>
                  </a:lnTo>
                  <a:lnTo>
                    <a:pt x="4264" y="2916"/>
                  </a:lnTo>
                  <a:lnTo>
                    <a:pt x="3871" y="2524"/>
                  </a:lnTo>
                  <a:lnTo>
                    <a:pt x="3479" y="2106"/>
                  </a:lnTo>
                  <a:lnTo>
                    <a:pt x="3100" y="1674"/>
                  </a:lnTo>
                  <a:lnTo>
                    <a:pt x="2721" y="1243"/>
                  </a:lnTo>
                  <a:lnTo>
                    <a:pt x="1962" y="340"/>
                  </a:lnTo>
                  <a:lnTo>
                    <a:pt x="1949" y="275"/>
                  </a:lnTo>
                  <a:lnTo>
                    <a:pt x="1936" y="210"/>
                  </a:lnTo>
                  <a:lnTo>
                    <a:pt x="1910" y="144"/>
                  </a:lnTo>
                  <a:lnTo>
                    <a:pt x="1871" y="105"/>
                  </a:lnTo>
                  <a:lnTo>
                    <a:pt x="1831" y="66"/>
                  </a:lnTo>
                  <a:lnTo>
                    <a:pt x="1792" y="40"/>
                  </a:lnTo>
                  <a:lnTo>
                    <a:pt x="1701" y="40"/>
                  </a:lnTo>
                  <a:lnTo>
                    <a:pt x="1661" y="14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830;p38">
              <a:extLst>
                <a:ext uri="{FF2B5EF4-FFF2-40B4-BE49-F238E27FC236}">
                  <a16:creationId xmlns:a16="http://schemas.microsoft.com/office/drawing/2014/main" id="{435A10AD-9762-AEF4-9DBC-D935CBEBAC00}"/>
                </a:ext>
              </a:extLst>
            </p:cNvPr>
            <p:cNvSpPr/>
            <p:nvPr/>
          </p:nvSpPr>
          <p:spPr>
            <a:xfrm>
              <a:off x="2650825" y="2902275"/>
              <a:ext cx="20300" cy="19950"/>
            </a:xfrm>
            <a:custGeom>
              <a:avLst/>
              <a:gdLst/>
              <a:ahLst/>
              <a:cxnLst/>
              <a:rect l="l" t="t" r="r" b="b"/>
              <a:pathLst>
                <a:path w="812" h="798" extrusionOk="0">
                  <a:moveTo>
                    <a:pt x="406" y="0"/>
                  </a:moveTo>
                  <a:lnTo>
                    <a:pt x="328" y="13"/>
                  </a:lnTo>
                  <a:lnTo>
                    <a:pt x="249" y="27"/>
                  </a:lnTo>
                  <a:lnTo>
                    <a:pt x="184" y="66"/>
                  </a:lnTo>
                  <a:lnTo>
                    <a:pt x="119" y="118"/>
                  </a:lnTo>
                  <a:lnTo>
                    <a:pt x="66" y="170"/>
                  </a:lnTo>
                  <a:lnTo>
                    <a:pt x="40" y="249"/>
                  </a:lnTo>
                  <a:lnTo>
                    <a:pt x="14" y="314"/>
                  </a:lnTo>
                  <a:lnTo>
                    <a:pt x="1" y="406"/>
                  </a:lnTo>
                  <a:lnTo>
                    <a:pt x="14" y="484"/>
                  </a:lnTo>
                  <a:lnTo>
                    <a:pt x="40" y="563"/>
                  </a:lnTo>
                  <a:lnTo>
                    <a:pt x="66" y="628"/>
                  </a:lnTo>
                  <a:lnTo>
                    <a:pt x="119" y="680"/>
                  </a:lnTo>
                  <a:lnTo>
                    <a:pt x="184" y="733"/>
                  </a:lnTo>
                  <a:lnTo>
                    <a:pt x="249" y="772"/>
                  </a:lnTo>
                  <a:lnTo>
                    <a:pt x="328" y="798"/>
                  </a:lnTo>
                  <a:lnTo>
                    <a:pt x="485" y="798"/>
                  </a:lnTo>
                  <a:lnTo>
                    <a:pt x="563" y="772"/>
                  </a:lnTo>
                  <a:lnTo>
                    <a:pt x="629" y="733"/>
                  </a:lnTo>
                  <a:lnTo>
                    <a:pt x="694" y="680"/>
                  </a:lnTo>
                  <a:lnTo>
                    <a:pt x="733" y="628"/>
                  </a:lnTo>
                  <a:lnTo>
                    <a:pt x="772" y="563"/>
                  </a:lnTo>
                  <a:lnTo>
                    <a:pt x="799" y="484"/>
                  </a:lnTo>
                  <a:lnTo>
                    <a:pt x="812" y="406"/>
                  </a:lnTo>
                  <a:lnTo>
                    <a:pt x="799" y="314"/>
                  </a:lnTo>
                  <a:lnTo>
                    <a:pt x="772" y="249"/>
                  </a:lnTo>
                  <a:lnTo>
                    <a:pt x="733" y="170"/>
                  </a:lnTo>
                  <a:lnTo>
                    <a:pt x="694" y="118"/>
                  </a:lnTo>
                  <a:lnTo>
                    <a:pt x="629" y="66"/>
                  </a:lnTo>
                  <a:lnTo>
                    <a:pt x="563" y="27"/>
                  </a:lnTo>
                  <a:lnTo>
                    <a:pt x="485" y="13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831;p38">
              <a:extLst>
                <a:ext uri="{FF2B5EF4-FFF2-40B4-BE49-F238E27FC236}">
                  <a16:creationId xmlns:a16="http://schemas.microsoft.com/office/drawing/2014/main" id="{C333B99D-54F8-ED28-6065-A5A2FF34AAE2}"/>
                </a:ext>
              </a:extLst>
            </p:cNvPr>
            <p:cNvSpPr/>
            <p:nvPr/>
          </p:nvSpPr>
          <p:spPr>
            <a:xfrm>
              <a:off x="2660975" y="297255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lnTo>
                    <a:pt x="484" y="14"/>
                  </a:lnTo>
                  <a:lnTo>
                    <a:pt x="366" y="40"/>
                  </a:lnTo>
                  <a:lnTo>
                    <a:pt x="262" y="105"/>
                  </a:lnTo>
                  <a:lnTo>
                    <a:pt x="170" y="171"/>
                  </a:lnTo>
                  <a:lnTo>
                    <a:pt x="105" y="262"/>
                  </a:lnTo>
                  <a:lnTo>
                    <a:pt x="53" y="367"/>
                  </a:lnTo>
                  <a:lnTo>
                    <a:pt x="13" y="484"/>
                  </a:lnTo>
                  <a:lnTo>
                    <a:pt x="0" y="602"/>
                  </a:lnTo>
                  <a:lnTo>
                    <a:pt x="13" y="720"/>
                  </a:lnTo>
                  <a:lnTo>
                    <a:pt x="53" y="837"/>
                  </a:lnTo>
                  <a:lnTo>
                    <a:pt x="105" y="942"/>
                  </a:lnTo>
                  <a:lnTo>
                    <a:pt x="170" y="1021"/>
                  </a:lnTo>
                  <a:lnTo>
                    <a:pt x="262" y="1099"/>
                  </a:lnTo>
                  <a:lnTo>
                    <a:pt x="366" y="1151"/>
                  </a:lnTo>
                  <a:lnTo>
                    <a:pt x="484" y="1191"/>
                  </a:lnTo>
                  <a:lnTo>
                    <a:pt x="602" y="1204"/>
                  </a:lnTo>
                  <a:lnTo>
                    <a:pt x="719" y="1191"/>
                  </a:lnTo>
                  <a:lnTo>
                    <a:pt x="837" y="1151"/>
                  </a:lnTo>
                  <a:lnTo>
                    <a:pt x="942" y="1099"/>
                  </a:lnTo>
                  <a:lnTo>
                    <a:pt x="1020" y="1021"/>
                  </a:lnTo>
                  <a:lnTo>
                    <a:pt x="1099" y="942"/>
                  </a:lnTo>
                  <a:lnTo>
                    <a:pt x="1151" y="837"/>
                  </a:lnTo>
                  <a:lnTo>
                    <a:pt x="1190" y="720"/>
                  </a:lnTo>
                  <a:lnTo>
                    <a:pt x="1203" y="602"/>
                  </a:lnTo>
                  <a:lnTo>
                    <a:pt x="1190" y="484"/>
                  </a:lnTo>
                  <a:lnTo>
                    <a:pt x="1151" y="367"/>
                  </a:lnTo>
                  <a:lnTo>
                    <a:pt x="1099" y="262"/>
                  </a:lnTo>
                  <a:lnTo>
                    <a:pt x="1020" y="171"/>
                  </a:lnTo>
                  <a:lnTo>
                    <a:pt x="942" y="105"/>
                  </a:lnTo>
                  <a:lnTo>
                    <a:pt x="837" y="40"/>
                  </a:lnTo>
                  <a:lnTo>
                    <a:pt x="719" y="1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832;p38">
              <a:extLst>
                <a:ext uri="{FF2B5EF4-FFF2-40B4-BE49-F238E27FC236}">
                  <a16:creationId xmlns:a16="http://schemas.microsoft.com/office/drawing/2014/main" id="{5F500EC1-8DA8-DF20-0B05-211BE968D7DC}"/>
                </a:ext>
              </a:extLst>
            </p:cNvPr>
            <p:cNvSpPr/>
            <p:nvPr/>
          </p:nvSpPr>
          <p:spPr>
            <a:xfrm>
              <a:off x="2721125" y="2942475"/>
              <a:ext cx="40225" cy="19975"/>
            </a:xfrm>
            <a:custGeom>
              <a:avLst/>
              <a:gdLst/>
              <a:ahLst/>
              <a:cxnLst/>
              <a:rect l="l" t="t" r="r" b="b"/>
              <a:pathLst>
                <a:path w="1609" h="799" extrusionOk="0">
                  <a:moveTo>
                    <a:pt x="641" y="1"/>
                  </a:moveTo>
                  <a:lnTo>
                    <a:pt x="484" y="27"/>
                  </a:lnTo>
                  <a:lnTo>
                    <a:pt x="353" y="66"/>
                  </a:lnTo>
                  <a:lnTo>
                    <a:pt x="236" y="118"/>
                  </a:lnTo>
                  <a:lnTo>
                    <a:pt x="131" y="171"/>
                  </a:lnTo>
                  <a:lnTo>
                    <a:pt x="66" y="236"/>
                  </a:lnTo>
                  <a:lnTo>
                    <a:pt x="13" y="314"/>
                  </a:lnTo>
                  <a:lnTo>
                    <a:pt x="0" y="354"/>
                  </a:lnTo>
                  <a:lnTo>
                    <a:pt x="0" y="393"/>
                  </a:lnTo>
                  <a:lnTo>
                    <a:pt x="0" y="445"/>
                  </a:lnTo>
                  <a:lnTo>
                    <a:pt x="13" y="484"/>
                  </a:lnTo>
                  <a:lnTo>
                    <a:pt x="66" y="550"/>
                  </a:lnTo>
                  <a:lnTo>
                    <a:pt x="131" y="628"/>
                  </a:lnTo>
                  <a:lnTo>
                    <a:pt x="236" y="681"/>
                  </a:lnTo>
                  <a:lnTo>
                    <a:pt x="353" y="733"/>
                  </a:lnTo>
                  <a:lnTo>
                    <a:pt x="484" y="772"/>
                  </a:lnTo>
                  <a:lnTo>
                    <a:pt x="641" y="785"/>
                  </a:lnTo>
                  <a:lnTo>
                    <a:pt x="798" y="798"/>
                  </a:lnTo>
                  <a:lnTo>
                    <a:pt x="968" y="785"/>
                  </a:lnTo>
                  <a:lnTo>
                    <a:pt x="1112" y="772"/>
                  </a:lnTo>
                  <a:lnTo>
                    <a:pt x="1255" y="733"/>
                  </a:lnTo>
                  <a:lnTo>
                    <a:pt x="1373" y="681"/>
                  </a:lnTo>
                  <a:lnTo>
                    <a:pt x="1465" y="628"/>
                  </a:lnTo>
                  <a:lnTo>
                    <a:pt x="1543" y="550"/>
                  </a:lnTo>
                  <a:lnTo>
                    <a:pt x="1595" y="484"/>
                  </a:lnTo>
                  <a:lnTo>
                    <a:pt x="1595" y="445"/>
                  </a:lnTo>
                  <a:lnTo>
                    <a:pt x="1609" y="393"/>
                  </a:lnTo>
                  <a:lnTo>
                    <a:pt x="1595" y="354"/>
                  </a:lnTo>
                  <a:lnTo>
                    <a:pt x="1595" y="314"/>
                  </a:lnTo>
                  <a:lnTo>
                    <a:pt x="1543" y="236"/>
                  </a:lnTo>
                  <a:lnTo>
                    <a:pt x="1465" y="171"/>
                  </a:lnTo>
                  <a:lnTo>
                    <a:pt x="1373" y="118"/>
                  </a:lnTo>
                  <a:lnTo>
                    <a:pt x="1255" y="66"/>
                  </a:lnTo>
                  <a:lnTo>
                    <a:pt x="1112" y="27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833;p38">
              <a:extLst>
                <a:ext uri="{FF2B5EF4-FFF2-40B4-BE49-F238E27FC236}">
                  <a16:creationId xmlns:a16="http://schemas.microsoft.com/office/drawing/2014/main" id="{2F0A0E35-BC6A-00AF-FE70-8599F7462B13}"/>
                </a:ext>
              </a:extLst>
            </p:cNvPr>
            <p:cNvSpPr/>
            <p:nvPr/>
          </p:nvSpPr>
          <p:spPr>
            <a:xfrm>
              <a:off x="2851550" y="2962425"/>
              <a:ext cx="30100" cy="19950"/>
            </a:xfrm>
            <a:custGeom>
              <a:avLst/>
              <a:gdLst/>
              <a:ahLst/>
              <a:cxnLst/>
              <a:rect l="l" t="t" r="r" b="b"/>
              <a:pathLst>
                <a:path w="1204" h="798" extrusionOk="0">
                  <a:moveTo>
                    <a:pt x="602" y="0"/>
                  </a:moveTo>
                  <a:lnTo>
                    <a:pt x="484" y="13"/>
                  </a:lnTo>
                  <a:lnTo>
                    <a:pt x="367" y="26"/>
                  </a:lnTo>
                  <a:lnTo>
                    <a:pt x="262" y="66"/>
                  </a:lnTo>
                  <a:lnTo>
                    <a:pt x="170" y="118"/>
                  </a:lnTo>
                  <a:lnTo>
                    <a:pt x="105" y="183"/>
                  </a:lnTo>
                  <a:lnTo>
                    <a:pt x="53" y="249"/>
                  </a:lnTo>
                  <a:lnTo>
                    <a:pt x="13" y="327"/>
                  </a:lnTo>
                  <a:lnTo>
                    <a:pt x="0" y="406"/>
                  </a:lnTo>
                  <a:lnTo>
                    <a:pt x="13" y="484"/>
                  </a:lnTo>
                  <a:lnTo>
                    <a:pt x="53" y="563"/>
                  </a:lnTo>
                  <a:lnTo>
                    <a:pt x="105" y="628"/>
                  </a:lnTo>
                  <a:lnTo>
                    <a:pt x="170" y="680"/>
                  </a:lnTo>
                  <a:lnTo>
                    <a:pt x="262" y="733"/>
                  </a:lnTo>
                  <a:lnTo>
                    <a:pt x="367" y="772"/>
                  </a:lnTo>
                  <a:lnTo>
                    <a:pt x="484" y="798"/>
                  </a:lnTo>
                  <a:lnTo>
                    <a:pt x="720" y="798"/>
                  </a:lnTo>
                  <a:lnTo>
                    <a:pt x="837" y="772"/>
                  </a:lnTo>
                  <a:lnTo>
                    <a:pt x="942" y="733"/>
                  </a:lnTo>
                  <a:lnTo>
                    <a:pt x="1033" y="680"/>
                  </a:lnTo>
                  <a:lnTo>
                    <a:pt x="1099" y="628"/>
                  </a:lnTo>
                  <a:lnTo>
                    <a:pt x="1151" y="563"/>
                  </a:lnTo>
                  <a:lnTo>
                    <a:pt x="1190" y="484"/>
                  </a:lnTo>
                  <a:lnTo>
                    <a:pt x="1203" y="406"/>
                  </a:lnTo>
                  <a:lnTo>
                    <a:pt x="1190" y="327"/>
                  </a:lnTo>
                  <a:lnTo>
                    <a:pt x="1151" y="249"/>
                  </a:lnTo>
                  <a:lnTo>
                    <a:pt x="1099" y="183"/>
                  </a:lnTo>
                  <a:lnTo>
                    <a:pt x="1033" y="118"/>
                  </a:lnTo>
                  <a:lnTo>
                    <a:pt x="942" y="66"/>
                  </a:lnTo>
                  <a:lnTo>
                    <a:pt x="837" y="26"/>
                  </a:lnTo>
                  <a:lnTo>
                    <a:pt x="720" y="13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834;p38">
              <a:extLst>
                <a:ext uri="{FF2B5EF4-FFF2-40B4-BE49-F238E27FC236}">
                  <a16:creationId xmlns:a16="http://schemas.microsoft.com/office/drawing/2014/main" id="{1AECF70D-0B59-F389-9004-A3778BA8D217}"/>
                </a:ext>
              </a:extLst>
            </p:cNvPr>
            <p:cNvSpPr/>
            <p:nvPr/>
          </p:nvSpPr>
          <p:spPr>
            <a:xfrm>
              <a:off x="2928050" y="2982350"/>
              <a:ext cx="37600" cy="20300"/>
            </a:xfrm>
            <a:custGeom>
              <a:avLst/>
              <a:gdLst/>
              <a:ahLst/>
              <a:cxnLst/>
              <a:rect l="l" t="t" r="r" b="b"/>
              <a:pathLst>
                <a:path w="1504" h="812" extrusionOk="0">
                  <a:moveTo>
                    <a:pt x="745" y="1"/>
                  </a:moveTo>
                  <a:lnTo>
                    <a:pt x="602" y="14"/>
                  </a:lnTo>
                  <a:lnTo>
                    <a:pt x="458" y="40"/>
                  </a:lnTo>
                  <a:lnTo>
                    <a:pt x="327" y="79"/>
                  </a:lnTo>
                  <a:lnTo>
                    <a:pt x="222" y="119"/>
                  </a:lnTo>
                  <a:lnTo>
                    <a:pt x="131" y="184"/>
                  </a:lnTo>
                  <a:lnTo>
                    <a:pt x="52" y="249"/>
                  </a:lnTo>
                  <a:lnTo>
                    <a:pt x="13" y="328"/>
                  </a:lnTo>
                  <a:lnTo>
                    <a:pt x="0" y="406"/>
                  </a:lnTo>
                  <a:lnTo>
                    <a:pt x="13" y="485"/>
                  </a:lnTo>
                  <a:lnTo>
                    <a:pt x="52" y="563"/>
                  </a:lnTo>
                  <a:lnTo>
                    <a:pt x="131" y="629"/>
                  </a:lnTo>
                  <a:lnTo>
                    <a:pt x="222" y="694"/>
                  </a:lnTo>
                  <a:lnTo>
                    <a:pt x="327" y="746"/>
                  </a:lnTo>
                  <a:lnTo>
                    <a:pt x="458" y="772"/>
                  </a:lnTo>
                  <a:lnTo>
                    <a:pt x="602" y="799"/>
                  </a:lnTo>
                  <a:lnTo>
                    <a:pt x="745" y="812"/>
                  </a:lnTo>
                  <a:lnTo>
                    <a:pt x="902" y="799"/>
                  </a:lnTo>
                  <a:lnTo>
                    <a:pt x="1046" y="772"/>
                  </a:lnTo>
                  <a:lnTo>
                    <a:pt x="1177" y="746"/>
                  </a:lnTo>
                  <a:lnTo>
                    <a:pt x="1281" y="694"/>
                  </a:lnTo>
                  <a:lnTo>
                    <a:pt x="1373" y="629"/>
                  </a:lnTo>
                  <a:lnTo>
                    <a:pt x="1438" y="563"/>
                  </a:lnTo>
                  <a:lnTo>
                    <a:pt x="1491" y="485"/>
                  </a:lnTo>
                  <a:lnTo>
                    <a:pt x="1504" y="406"/>
                  </a:lnTo>
                  <a:lnTo>
                    <a:pt x="1491" y="328"/>
                  </a:lnTo>
                  <a:lnTo>
                    <a:pt x="1438" y="249"/>
                  </a:lnTo>
                  <a:lnTo>
                    <a:pt x="1373" y="184"/>
                  </a:lnTo>
                  <a:lnTo>
                    <a:pt x="1281" y="119"/>
                  </a:lnTo>
                  <a:lnTo>
                    <a:pt x="1177" y="79"/>
                  </a:lnTo>
                  <a:lnTo>
                    <a:pt x="1046" y="40"/>
                  </a:lnTo>
                  <a:lnTo>
                    <a:pt x="902" y="14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835;p38">
              <a:extLst>
                <a:ext uri="{FF2B5EF4-FFF2-40B4-BE49-F238E27FC236}">
                  <a16:creationId xmlns:a16="http://schemas.microsoft.com/office/drawing/2014/main" id="{A9102084-9E95-60A7-D79E-274151CCAC85}"/>
                </a:ext>
              </a:extLst>
            </p:cNvPr>
            <p:cNvSpPr/>
            <p:nvPr/>
          </p:nvSpPr>
          <p:spPr>
            <a:xfrm>
              <a:off x="2911700" y="3052650"/>
              <a:ext cx="30100" cy="20275"/>
            </a:xfrm>
            <a:custGeom>
              <a:avLst/>
              <a:gdLst/>
              <a:ahLst/>
              <a:cxnLst/>
              <a:rect l="l" t="t" r="r" b="b"/>
              <a:pathLst>
                <a:path w="1204" h="811" extrusionOk="0">
                  <a:moveTo>
                    <a:pt x="602" y="0"/>
                  </a:moveTo>
                  <a:lnTo>
                    <a:pt x="484" y="13"/>
                  </a:lnTo>
                  <a:lnTo>
                    <a:pt x="366" y="39"/>
                  </a:lnTo>
                  <a:lnTo>
                    <a:pt x="262" y="66"/>
                  </a:lnTo>
                  <a:lnTo>
                    <a:pt x="183" y="118"/>
                  </a:lnTo>
                  <a:lnTo>
                    <a:pt x="105" y="183"/>
                  </a:lnTo>
                  <a:lnTo>
                    <a:pt x="53" y="249"/>
                  </a:lnTo>
                  <a:lnTo>
                    <a:pt x="13" y="327"/>
                  </a:lnTo>
                  <a:lnTo>
                    <a:pt x="0" y="405"/>
                  </a:lnTo>
                  <a:lnTo>
                    <a:pt x="13" y="484"/>
                  </a:lnTo>
                  <a:lnTo>
                    <a:pt x="53" y="562"/>
                  </a:lnTo>
                  <a:lnTo>
                    <a:pt x="105" y="628"/>
                  </a:lnTo>
                  <a:lnTo>
                    <a:pt x="183" y="693"/>
                  </a:lnTo>
                  <a:lnTo>
                    <a:pt x="262" y="732"/>
                  </a:lnTo>
                  <a:lnTo>
                    <a:pt x="366" y="772"/>
                  </a:lnTo>
                  <a:lnTo>
                    <a:pt x="484" y="798"/>
                  </a:lnTo>
                  <a:lnTo>
                    <a:pt x="602" y="811"/>
                  </a:lnTo>
                  <a:lnTo>
                    <a:pt x="719" y="798"/>
                  </a:lnTo>
                  <a:lnTo>
                    <a:pt x="837" y="772"/>
                  </a:lnTo>
                  <a:lnTo>
                    <a:pt x="942" y="732"/>
                  </a:lnTo>
                  <a:lnTo>
                    <a:pt x="1033" y="693"/>
                  </a:lnTo>
                  <a:lnTo>
                    <a:pt x="1099" y="628"/>
                  </a:lnTo>
                  <a:lnTo>
                    <a:pt x="1151" y="562"/>
                  </a:lnTo>
                  <a:lnTo>
                    <a:pt x="1190" y="484"/>
                  </a:lnTo>
                  <a:lnTo>
                    <a:pt x="1203" y="405"/>
                  </a:lnTo>
                  <a:lnTo>
                    <a:pt x="1190" y="327"/>
                  </a:lnTo>
                  <a:lnTo>
                    <a:pt x="1151" y="249"/>
                  </a:lnTo>
                  <a:lnTo>
                    <a:pt x="1099" y="183"/>
                  </a:lnTo>
                  <a:lnTo>
                    <a:pt x="1033" y="118"/>
                  </a:lnTo>
                  <a:lnTo>
                    <a:pt x="942" y="66"/>
                  </a:lnTo>
                  <a:lnTo>
                    <a:pt x="837" y="39"/>
                  </a:lnTo>
                  <a:lnTo>
                    <a:pt x="719" y="13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836;p38">
              <a:extLst>
                <a:ext uri="{FF2B5EF4-FFF2-40B4-BE49-F238E27FC236}">
                  <a16:creationId xmlns:a16="http://schemas.microsoft.com/office/drawing/2014/main" id="{9AD6BC82-E278-06B1-E1A3-57F786E9F4CE}"/>
                </a:ext>
              </a:extLst>
            </p:cNvPr>
            <p:cNvSpPr/>
            <p:nvPr/>
          </p:nvSpPr>
          <p:spPr>
            <a:xfrm>
              <a:off x="2861675" y="3012425"/>
              <a:ext cx="39900" cy="30425"/>
            </a:xfrm>
            <a:custGeom>
              <a:avLst/>
              <a:gdLst/>
              <a:ahLst/>
              <a:cxnLst/>
              <a:rect l="l" t="t" r="r" b="b"/>
              <a:pathLst>
                <a:path w="1596" h="1217" extrusionOk="0">
                  <a:moveTo>
                    <a:pt x="798" y="1"/>
                  </a:moveTo>
                  <a:lnTo>
                    <a:pt x="641" y="14"/>
                  </a:lnTo>
                  <a:lnTo>
                    <a:pt x="485" y="53"/>
                  </a:lnTo>
                  <a:lnTo>
                    <a:pt x="354" y="105"/>
                  </a:lnTo>
                  <a:lnTo>
                    <a:pt x="236" y="184"/>
                  </a:lnTo>
                  <a:lnTo>
                    <a:pt x="131" y="275"/>
                  </a:lnTo>
                  <a:lnTo>
                    <a:pt x="53" y="380"/>
                  </a:lnTo>
                  <a:lnTo>
                    <a:pt x="14" y="485"/>
                  </a:lnTo>
                  <a:lnTo>
                    <a:pt x="1" y="550"/>
                  </a:lnTo>
                  <a:lnTo>
                    <a:pt x="1" y="615"/>
                  </a:lnTo>
                  <a:lnTo>
                    <a:pt x="1" y="668"/>
                  </a:lnTo>
                  <a:lnTo>
                    <a:pt x="14" y="733"/>
                  </a:lnTo>
                  <a:lnTo>
                    <a:pt x="53" y="838"/>
                  </a:lnTo>
                  <a:lnTo>
                    <a:pt x="131" y="942"/>
                  </a:lnTo>
                  <a:lnTo>
                    <a:pt x="236" y="1034"/>
                  </a:lnTo>
                  <a:lnTo>
                    <a:pt x="354" y="1112"/>
                  </a:lnTo>
                  <a:lnTo>
                    <a:pt x="485" y="1165"/>
                  </a:lnTo>
                  <a:lnTo>
                    <a:pt x="641" y="1204"/>
                  </a:lnTo>
                  <a:lnTo>
                    <a:pt x="798" y="1217"/>
                  </a:lnTo>
                  <a:lnTo>
                    <a:pt x="955" y="1204"/>
                  </a:lnTo>
                  <a:lnTo>
                    <a:pt x="1112" y="1165"/>
                  </a:lnTo>
                  <a:lnTo>
                    <a:pt x="1243" y="1112"/>
                  </a:lnTo>
                  <a:lnTo>
                    <a:pt x="1361" y="1034"/>
                  </a:lnTo>
                  <a:lnTo>
                    <a:pt x="1465" y="942"/>
                  </a:lnTo>
                  <a:lnTo>
                    <a:pt x="1544" y="838"/>
                  </a:lnTo>
                  <a:lnTo>
                    <a:pt x="1583" y="733"/>
                  </a:lnTo>
                  <a:lnTo>
                    <a:pt x="1596" y="668"/>
                  </a:lnTo>
                  <a:lnTo>
                    <a:pt x="1596" y="615"/>
                  </a:lnTo>
                  <a:lnTo>
                    <a:pt x="1596" y="550"/>
                  </a:lnTo>
                  <a:lnTo>
                    <a:pt x="1583" y="485"/>
                  </a:lnTo>
                  <a:lnTo>
                    <a:pt x="1544" y="380"/>
                  </a:lnTo>
                  <a:lnTo>
                    <a:pt x="1465" y="275"/>
                  </a:lnTo>
                  <a:lnTo>
                    <a:pt x="1361" y="184"/>
                  </a:lnTo>
                  <a:lnTo>
                    <a:pt x="1243" y="105"/>
                  </a:lnTo>
                  <a:lnTo>
                    <a:pt x="1112" y="53"/>
                  </a:lnTo>
                  <a:lnTo>
                    <a:pt x="955" y="14"/>
                  </a:lnTo>
                  <a:lnTo>
                    <a:pt x="798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1349;p31">
            <a:extLst>
              <a:ext uri="{FF2B5EF4-FFF2-40B4-BE49-F238E27FC236}">
                <a16:creationId xmlns:a16="http://schemas.microsoft.com/office/drawing/2014/main" id="{47DA7F49-5810-FB2C-4FB0-6DFBE4946136}"/>
              </a:ext>
            </a:extLst>
          </p:cNvPr>
          <p:cNvGrpSpPr/>
          <p:nvPr/>
        </p:nvGrpSpPr>
        <p:grpSpPr>
          <a:xfrm>
            <a:off x="3656489" y="955007"/>
            <a:ext cx="1831021" cy="1913321"/>
            <a:chOff x="6706588" y="3380575"/>
            <a:chExt cx="1326600" cy="1326600"/>
          </a:xfrm>
        </p:grpSpPr>
        <p:grpSp>
          <p:nvGrpSpPr>
            <p:cNvPr id="82" name="Google Shape;1350;p31">
              <a:extLst>
                <a:ext uri="{FF2B5EF4-FFF2-40B4-BE49-F238E27FC236}">
                  <a16:creationId xmlns:a16="http://schemas.microsoft.com/office/drawing/2014/main" id="{317099D1-133D-6C7F-CAC8-3021955CCF28}"/>
                </a:ext>
              </a:extLst>
            </p:cNvPr>
            <p:cNvGrpSpPr/>
            <p:nvPr/>
          </p:nvGrpSpPr>
          <p:grpSpPr>
            <a:xfrm>
              <a:off x="6978996" y="3471304"/>
              <a:ext cx="781814" cy="1145125"/>
              <a:chOff x="1333850" y="1884875"/>
              <a:chExt cx="1105975" cy="1619925"/>
            </a:xfrm>
          </p:grpSpPr>
          <p:sp>
            <p:nvSpPr>
              <p:cNvPr id="84" name="Google Shape;1351;p31">
                <a:extLst>
                  <a:ext uri="{FF2B5EF4-FFF2-40B4-BE49-F238E27FC236}">
                    <a16:creationId xmlns:a16="http://schemas.microsoft.com/office/drawing/2014/main" id="{0FA5DC5D-B107-CD47-927B-366F8AF8DC3B}"/>
                  </a:ext>
                </a:extLst>
              </p:cNvPr>
              <p:cNvSpPr/>
              <p:nvPr/>
            </p:nvSpPr>
            <p:spPr>
              <a:xfrm>
                <a:off x="1415750" y="2623275"/>
                <a:ext cx="495550" cy="881525"/>
              </a:xfrm>
              <a:custGeom>
                <a:avLst/>
                <a:gdLst/>
                <a:ahLst/>
                <a:cxnLst/>
                <a:rect l="l" t="t" r="r" b="b"/>
                <a:pathLst>
                  <a:path w="19822" h="35261" extrusionOk="0">
                    <a:moveTo>
                      <a:pt x="6921" y="1"/>
                    </a:moveTo>
                    <a:lnTo>
                      <a:pt x="1" y="32511"/>
                    </a:lnTo>
                    <a:lnTo>
                      <a:pt x="1" y="32511"/>
                    </a:lnTo>
                    <a:lnTo>
                      <a:pt x="7424" y="29302"/>
                    </a:lnTo>
                    <a:lnTo>
                      <a:pt x="12902" y="35261"/>
                    </a:lnTo>
                    <a:lnTo>
                      <a:pt x="19822" y="2740"/>
                    </a:lnTo>
                    <a:lnTo>
                      <a:pt x="69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1352;p31">
                <a:extLst>
                  <a:ext uri="{FF2B5EF4-FFF2-40B4-BE49-F238E27FC236}">
                    <a16:creationId xmlns:a16="http://schemas.microsoft.com/office/drawing/2014/main" id="{A1EBD1C6-2997-4D67-775E-E8B54D540C8E}"/>
                  </a:ext>
                </a:extLst>
              </p:cNvPr>
              <p:cNvSpPr/>
              <p:nvPr/>
            </p:nvSpPr>
            <p:spPr>
              <a:xfrm>
                <a:off x="1415750" y="2623275"/>
                <a:ext cx="280625" cy="812775"/>
              </a:xfrm>
              <a:custGeom>
                <a:avLst/>
                <a:gdLst/>
                <a:ahLst/>
                <a:cxnLst/>
                <a:rect l="l" t="t" r="r" b="b"/>
                <a:pathLst>
                  <a:path w="11225" h="32511" extrusionOk="0">
                    <a:moveTo>
                      <a:pt x="6921" y="1"/>
                    </a:moveTo>
                    <a:lnTo>
                      <a:pt x="1" y="32511"/>
                    </a:lnTo>
                    <a:lnTo>
                      <a:pt x="4942" y="30375"/>
                    </a:lnTo>
                    <a:lnTo>
                      <a:pt x="11225" y="906"/>
                    </a:lnTo>
                    <a:lnTo>
                      <a:pt x="69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353;p31">
                <a:extLst>
                  <a:ext uri="{FF2B5EF4-FFF2-40B4-BE49-F238E27FC236}">
                    <a16:creationId xmlns:a16="http://schemas.microsoft.com/office/drawing/2014/main" id="{2D53FD61-FDD1-4259-1D2C-5683FA0A712B}"/>
                  </a:ext>
                </a:extLst>
              </p:cNvPr>
              <p:cNvSpPr/>
              <p:nvPr/>
            </p:nvSpPr>
            <p:spPr>
              <a:xfrm>
                <a:off x="1646900" y="2668825"/>
                <a:ext cx="264400" cy="835975"/>
              </a:xfrm>
              <a:custGeom>
                <a:avLst/>
                <a:gdLst/>
                <a:ahLst/>
                <a:cxnLst/>
                <a:rect l="l" t="t" r="r" b="b"/>
                <a:pathLst>
                  <a:path w="10576" h="33439" extrusionOk="0">
                    <a:moveTo>
                      <a:pt x="6272" y="1"/>
                    </a:moveTo>
                    <a:lnTo>
                      <a:pt x="0" y="29470"/>
                    </a:lnTo>
                    <a:lnTo>
                      <a:pt x="3656" y="33439"/>
                    </a:lnTo>
                    <a:lnTo>
                      <a:pt x="10576" y="918"/>
                    </a:lnTo>
                    <a:lnTo>
                      <a:pt x="62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354;p31">
                <a:extLst>
                  <a:ext uri="{FF2B5EF4-FFF2-40B4-BE49-F238E27FC236}">
                    <a16:creationId xmlns:a16="http://schemas.microsoft.com/office/drawing/2014/main" id="{434C29F5-A153-26B2-0109-7EE3874B8C94}"/>
                  </a:ext>
                </a:extLst>
              </p:cNvPr>
              <p:cNvSpPr/>
              <p:nvPr/>
            </p:nvSpPr>
            <p:spPr>
              <a:xfrm>
                <a:off x="1862375" y="2623275"/>
                <a:ext cx="495550" cy="881525"/>
              </a:xfrm>
              <a:custGeom>
                <a:avLst/>
                <a:gdLst/>
                <a:ahLst/>
                <a:cxnLst/>
                <a:rect l="l" t="t" r="r" b="b"/>
                <a:pathLst>
                  <a:path w="19822" h="35261" extrusionOk="0">
                    <a:moveTo>
                      <a:pt x="12902" y="1"/>
                    </a:moveTo>
                    <a:lnTo>
                      <a:pt x="0" y="2740"/>
                    </a:lnTo>
                    <a:lnTo>
                      <a:pt x="6921" y="35261"/>
                    </a:lnTo>
                    <a:lnTo>
                      <a:pt x="12399" y="29302"/>
                    </a:lnTo>
                    <a:lnTo>
                      <a:pt x="19822" y="32511"/>
                    </a:lnTo>
                    <a:lnTo>
                      <a:pt x="19822" y="32511"/>
                    </a:lnTo>
                    <a:lnTo>
                      <a:pt x="1290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355;p31">
                <a:extLst>
                  <a:ext uri="{FF2B5EF4-FFF2-40B4-BE49-F238E27FC236}">
                    <a16:creationId xmlns:a16="http://schemas.microsoft.com/office/drawing/2014/main" id="{AECA277C-B63C-5CC5-6525-131BA135A6AD}"/>
                  </a:ext>
                </a:extLst>
              </p:cNvPr>
              <p:cNvSpPr/>
              <p:nvPr/>
            </p:nvSpPr>
            <p:spPr>
              <a:xfrm>
                <a:off x="2077300" y="2623275"/>
                <a:ext cx="280625" cy="812775"/>
              </a:xfrm>
              <a:custGeom>
                <a:avLst/>
                <a:gdLst/>
                <a:ahLst/>
                <a:cxnLst/>
                <a:rect l="l" t="t" r="r" b="b"/>
                <a:pathLst>
                  <a:path w="11225" h="32511" extrusionOk="0">
                    <a:moveTo>
                      <a:pt x="4305" y="1"/>
                    </a:moveTo>
                    <a:lnTo>
                      <a:pt x="0" y="906"/>
                    </a:lnTo>
                    <a:lnTo>
                      <a:pt x="6283" y="30375"/>
                    </a:lnTo>
                    <a:lnTo>
                      <a:pt x="11225" y="32511"/>
                    </a:lnTo>
                    <a:lnTo>
                      <a:pt x="43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356;p31">
                <a:extLst>
                  <a:ext uri="{FF2B5EF4-FFF2-40B4-BE49-F238E27FC236}">
                    <a16:creationId xmlns:a16="http://schemas.microsoft.com/office/drawing/2014/main" id="{D86A2F39-CF4E-D4A8-3B52-D5BC3B4C2F0E}"/>
                  </a:ext>
                </a:extLst>
              </p:cNvPr>
              <p:cNvSpPr/>
              <p:nvPr/>
            </p:nvSpPr>
            <p:spPr>
              <a:xfrm>
                <a:off x="1862375" y="2668825"/>
                <a:ext cx="264425" cy="835975"/>
              </a:xfrm>
              <a:custGeom>
                <a:avLst/>
                <a:gdLst/>
                <a:ahLst/>
                <a:cxnLst/>
                <a:rect l="l" t="t" r="r" b="b"/>
                <a:pathLst>
                  <a:path w="10577" h="33439" extrusionOk="0">
                    <a:moveTo>
                      <a:pt x="4305" y="1"/>
                    </a:moveTo>
                    <a:lnTo>
                      <a:pt x="0" y="918"/>
                    </a:lnTo>
                    <a:lnTo>
                      <a:pt x="6921" y="33439"/>
                    </a:lnTo>
                    <a:lnTo>
                      <a:pt x="10576" y="29470"/>
                    </a:lnTo>
                    <a:lnTo>
                      <a:pt x="43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357;p31">
                <a:extLst>
                  <a:ext uri="{FF2B5EF4-FFF2-40B4-BE49-F238E27FC236}">
                    <a16:creationId xmlns:a16="http://schemas.microsoft.com/office/drawing/2014/main" id="{1CBAF872-DAFD-25B3-330D-75298DCD9699}"/>
                  </a:ext>
                </a:extLst>
              </p:cNvPr>
              <p:cNvSpPr/>
              <p:nvPr/>
            </p:nvSpPr>
            <p:spPr>
              <a:xfrm>
                <a:off x="1333850" y="1884875"/>
                <a:ext cx="1105975" cy="1101475"/>
              </a:xfrm>
              <a:custGeom>
                <a:avLst/>
                <a:gdLst/>
                <a:ahLst/>
                <a:cxnLst/>
                <a:rect l="l" t="t" r="r" b="b"/>
                <a:pathLst>
                  <a:path w="44239" h="44059" extrusionOk="0">
                    <a:moveTo>
                      <a:pt x="18034" y="0"/>
                    </a:moveTo>
                    <a:lnTo>
                      <a:pt x="15697" y="5266"/>
                    </a:lnTo>
                    <a:lnTo>
                      <a:pt x="10420" y="2951"/>
                    </a:lnTo>
                    <a:lnTo>
                      <a:pt x="10152" y="8709"/>
                    </a:lnTo>
                    <a:lnTo>
                      <a:pt x="4394" y="8452"/>
                    </a:lnTo>
                    <a:lnTo>
                      <a:pt x="6206" y="13919"/>
                    </a:lnTo>
                    <a:lnTo>
                      <a:pt x="750" y="15763"/>
                    </a:lnTo>
                    <a:lnTo>
                      <a:pt x="4428" y="20202"/>
                    </a:lnTo>
                    <a:lnTo>
                      <a:pt x="1" y="23891"/>
                    </a:lnTo>
                    <a:lnTo>
                      <a:pt x="5021" y="26708"/>
                    </a:lnTo>
                    <a:lnTo>
                      <a:pt x="2237" y="31739"/>
                    </a:lnTo>
                    <a:lnTo>
                      <a:pt x="7938" y="32555"/>
                    </a:lnTo>
                    <a:lnTo>
                      <a:pt x="7156" y="38257"/>
                    </a:lnTo>
                    <a:lnTo>
                      <a:pt x="12768" y="36949"/>
                    </a:lnTo>
                    <a:lnTo>
                      <a:pt x="14098" y="42561"/>
                    </a:lnTo>
                    <a:lnTo>
                      <a:pt x="18850" y="39307"/>
                    </a:lnTo>
                    <a:lnTo>
                      <a:pt x="22114" y="44059"/>
                    </a:lnTo>
                    <a:lnTo>
                      <a:pt x="25390" y="39307"/>
                    </a:lnTo>
                    <a:lnTo>
                      <a:pt x="30141" y="42561"/>
                    </a:lnTo>
                    <a:lnTo>
                      <a:pt x="31471" y="36949"/>
                    </a:lnTo>
                    <a:lnTo>
                      <a:pt x="37083" y="38257"/>
                    </a:lnTo>
                    <a:lnTo>
                      <a:pt x="36301" y="32555"/>
                    </a:lnTo>
                    <a:lnTo>
                      <a:pt x="42002" y="31739"/>
                    </a:lnTo>
                    <a:lnTo>
                      <a:pt x="39219" y="26708"/>
                    </a:lnTo>
                    <a:lnTo>
                      <a:pt x="44238" y="23891"/>
                    </a:lnTo>
                    <a:lnTo>
                      <a:pt x="39822" y="20202"/>
                    </a:lnTo>
                    <a:lnTo>
                      <a:pt x="43489" y="15763"/>
                    </a:lnTo>
                    <a:lnTo>
                      <a:pt x="38034" y="13919"/>
                    </a:lnTo>
                    <a:lnTo>
                      <a:pt x="39845" y="8452"/>
                    </a:lnTo>
                    <a:lnTo>
                      <a:pt x="34099" y="8709"/>
                    </a:lnTo>
                    <a:lnTo>
                      <a:pt x="33819" y="2951"/>
                    </a:lnTo>
                    <a:lnTo>
                      <a:pt x="28542" y="5266"/>
                    </a:lnTo>
                    <a:lnTo>
                      <a:pt x="26206" y="0"/>
                    </a:lnTo>
                    <a:lnTo>
                      <a:pt x="22114" y="4069"/>
                    </a:lnTo>
                    <a:lnTo>
                      <a:pt x="180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358;p31">
                <a:extLst>
                  <a:ext uri="{FF2B5EF4-FFF2-40B4-BE49-F238E27FC236}">
                    <a16:creationId xmlns:a16="http://schemas.microsoft.com/office/drawing/2014/main" id="{55F82926-8D16-E20A-029B-C3D3662AA458}"/>
                  </a:ext>
                </a:extLst>
              </p:cNvPr>
              <p:cNvSpPr/>
              <p:nvPr/>
            </p:nvSpPr>
            <p:spPr>
              <a:xfrm>
                <a:off x="1512175" y="2060950"/>
                <a:ext cx="749325" cy="749325"/>
              </a:xfrm>
              <a:custGeom>
                <a:avLst/>
                <a:gdLst/>
                <a:ahLst/>
                <a:cxnLst/>
                <a:rect l="l" t="t" r="r" b="b"/>
                <a:pathLst>
                  <a:path w="29973" h="29973" extrusionOk="0">
                    <a:moveTo>
                      <a:pt x="14601" y="0"/>
                    </a:moveTo>
                    <a:lnTo>
                      <a:pt x="14221" y="23"/>
                    </a:lnTo>
                    <a:lnTo>
                      <a:pt x="13830" y="45"/>
                    </a:lnTo>
                    <a:lnTo>
                      <a:pt x="13449" y="78"/>
                    </a:lnTo>
                    <a:lnTo>
                      <a:pt x="13081" y="123"/>
                    </a:lnTo>
                    <a:lnTo>
                      <a:pt x="12700" y="168"/>
                    </a:lnTo>
                    <a:lnTo>
                      <a:pt x="12331" y="235"/>
                    </a:lnTo>
                    <a:lnTo>
                      <a:pt x="11963" y="302"/>
                    </a:lnTo>
                    <a:lnTo>
                      <a:pt x="11605" y="380"/>
                    </a:lnTo>
                    <a:lnTo>
                      <a:pt x="11236" y="470"/>
                    </a:lnTo>
                    <a:lnTo>
                      <a:pt x="10878" y="570"/>
                    </a:lnTo>
                    <a:lnTo>
                      <a:pt x="10532" y="671"/>
                    </a:lnTo>
                    <a:lnTo>
                      <a:pt x="10185" y="783"/>
                    </a:lnTo>
                    <a:lnTo>
                      <a:pt x="9838" y="906"/>
                    </a:lnTo>
                    <a:lnTo>
                      <a:pt x="9492" y="1040"/>
                    </a:lnTo>
                    <a:lnTo>
                      <a:pt x="9157" y="1174"/>
                    </a:lnTo>
                    <a:lnTo>
                      <a:pt x="8821" y="1319"/>
                    </a:lnTo>
                    <a:lnTo>
                      <a:pt x="8486" y="1476"/>
                    </a:lnTo>
                    <a:lnTo>
                      <a:pt x="8162" y="1644"/>
                    </a:lnTo>
                    <a:lnTo>
                      <a:pt x="7837" y="1811"/>
                    </a:lnTo>
                    <a:lnTo>
                      <a:pt x="7524" y="1990"/>
                    </a:lnTo>
                    <a:lnTo>
                      <a:pt x="7211" y="2169"/>
                    </a:lnTo>
                    <a:lnTo>
                      <a:pt x="6909" y="2359"/>
                    </a:lnTo>
                    <a:lnTo>
                      <a:pt x="6608" y="2560"/>
                    </a:lnTo>
                    <a:lnTo>
                      <a:pt x="6306" y="2762"/>
                    </a:lnTo>
                    <a:lnTo>
                      <a:pt x="6015" y="2974"/>
                    </a:lnTo>
                    <a:lnTo>
                      <a:pt x="5736" y="3198"/>
                    </a:lnTo>
                    <a:lnTo>
                      <a:pt x="5456" y="3421"/>
                    </a:lnTo>
                    <a:lnTo>
                      <a:pt x="5177" y="3656"/>
                    </a:lnTo>
                    <a:lnTo>
                      <a:pt x="4908" y="3891"/>
                    </a:lnTo>
                    <a:lnTo>
                      <a:pt x="4651" y="4137"/>
                    </a:lnTo>
                    <a:lnTo>
                      <a:pt x="4394" y="4394"/>
                    </a:lnTo>
                    <a:lnTo>
                      <a:pt x="4137" y="4651"/>
                    </a:lnTo>
                    <a:lnTo>
                      <a:pt x="3891" y="4908"/>
                    </a:lnTo>
                    <a:lnTo>
                      <a:pt x="3656" y="5176"/>
                    </a:lnTo>
                    <a:lnTo>
                      <a:pt x="3421" y="5456"/>
                    </a:lnTo>
                    <a:lnTo>
                      <a:pt x="3198" y="5735"/>
                    </a:lnTo>
                    <a:lnTo>
                      <a:pt x="2974" y="6015"/>
                    </a:lnTo>
                    <a:lnTo>
                      <a:pt x="2762" y="6317"/>
                    </a:lnTo>
                    <a:lnTo>
                      <a:pt x="2561" y="6607"/>
                    </a:lnTo>
                    <a:lnTo>
                      <a:pt x="2359" y="6909"/>
                    </a:lnTo>
                    <a:lnTo>
                      <a:pt x="2169" y="7211"/>
                    </a:lnTo>
                    <a:lnTo>
                      <a:pt x="1979" y="7524"/>
                    </a:lnTo>
                    <a:lnTo>
                      <a:pt x="1812" y="7848"/>
                    </a:lnTo>
                    <a:lnTo>
                      <a:pt x="1644" y="8161"/>
                    </a:lnTo>
                    <a:lnTo>
                      <a:pt x="1476" y="8486"/>
                    </a:lnTo>
                    <a:lnTo>
                      <a:pt x="1320" y="8821"/>
                    </a:lnTo>
                    <a:lnTo>
                      <a:pt x="1174" y="9156"/>
                    </a:lnTo>
                    <a:lnTo>
                      <a:pt x="1040" y="9492"/>
                    </a:lnTo>
                    <a:lnTo>
                      <a:pt x="906" y="9838"/>
                    </a:lnTo>
                    <a:lnTo>
                      <a:pt x="783" y="10185"/>
                    </a:lnTo>
                    <a:lnTo>
                      <a:pt x="671" y="10531"/>
                    </a:lnTo>
                    <a:lnTo>
                      <a:pt x="571" y="10889"/>
                    </a:lnTo>
                    <a:lnTo>
                      <a:pt x="470" y="11247"/>
                    </a:lnTo>
                    <a:lnTo>
                      <a:pt x="381" y="11605"/>
                    </a:lnTo>
                    <a:lnTo>
                      <a:pt x="302" y="11962"/>
                    </a:lnTo>
                    <a:lnTo>
                      <a:pt x="235" y="12331"/>
                    </a:lnTo>
                    <a:lnTo>
                      <a:pt x="168" y="12700"/>
                    </a:lnTo>
                    <a:lnTo>
                      <a:pt x="123" y="13080"/>
                    </a:lnTo>
                    <a:lnTo>
                      <a:pt x="79" y="13460"/>
                    </a:lnTo>
                    <a:lnTo>
                      <a:pt x="45" y="13829"/>
                    </a:lnTo>
                    <a:lnTo>
                      <a:pt x="23" y="14221"/>
                    </a:lnTo>
                    <a:lnTo>
                      <a:pt x="0" y="14601"/>
                    </a:lnTo>
                    <a:lnTo>
                      <a:pt x="0" y="14992"/>
                    </a:lnTo>
                    <a:lnTo>
                      <a:pt x="0" y="15372"/>
                    </a:lnTo>
                    <a:lnTo>
                      <a:pt x="23" y="15763"/>
                    </a:lnTo>
                    <a:lnTo>
                      <a:pt x="45" y="16144"/>
                    </a:lnTo>
                    <a:lnTo>
                      <a:pt x="79" y="16524"/>
                    </a:lnTo>
                    <a:lnTo>
                      <a:pt x="123" y="16893"/>
                    </a:lnTo>
                    <a:lnTo>
                      <a:pt x="168" y="17273"/>
                    </a:lnTo>
                    <a:lnTo>
                      <a:pt x="235" y="17642"/>
                    </a:lnTo>
                    <a:lnTo>
                      <a:pt x="302" y="18011"/>
                    </a:lnTo>
                    <a:lnTo>
                      <a:pt x="381" y="18368"/>
                    </a:lnTo>
                    <a:lnTo>
                      <a:pt x="470" y="18737"/>
                    </a:lnTo>
                    <a:lnTo>
                      <a:pt x="571" y="19095"/>
                    </a:lnTo>
                    <a:lnTo>
                      <a:pt x="671" y="19441"/>
                    </a:lnTo>
                    <a:lnTo>
                      <a:pt x="783" y="19799"/>
                    </a:lnTo>
                    <a:lnTo>
                      <a:pt x="906" y="20146"/>
                    </a:lnTo>
                    <a:lnTo>
                      <a:pt x="1040" y="20481"/>
                    </a:lnTo>
                    <a:lnTo>
                      <a:pt x="1174" y="20817"/>
                    </a:lnTo>
                    <a:lnTo>
                      <a:pt x="1320" y="21152"/>
                    </a:lnTo>
                    <a:lnTo>
                      <a:pt x="1476" y="21487"/>
                    </a:lnTo>
                    <a:lnTo>
                      <a:pt x="1644" y="21812"/>
                    </a:lnTo>
                    <a:lnTo>
                      <a:pt x="1812" y="22136"/>
                    </a:lnTo>
                    <a:lnTo>
                      <a:pt x="1979" y="22449"/>
                    </a:lnTo>
                    <a:lnTo>
                      <a:pt x="2169" y="22762"/>
                    </a:lnTo>
                    <a:lnTo>
                      <a:pt x="2359" y="23064"/>
                    </a:lnTo>
                    <a:lnTo>
                      <a:pt x="2561" y="23366"/>
                    </a:lnTo>
                    <a:lnTo>
                      <a:pt x="2762" y="23667"/>
                    </a:lnTo>
                    <a:lnTo>
                      <a:pt x="2974" y="23958"/>
                    </a:lnTo>
                    <a:lnTo>
                      <a:pt x="3198" y="24238"/>
                    </a:lnTo>
                    <a:lnTo>
                      <a:pt x="3421" y="24517"/>
                    </a:lnTo>
                    <a:lnTo>
                      <a:pt x="3656" y="24797"/>
                    </a:lnTo>
                    <a:lnTo>
                      <a:pt x="3891" y="25065"/>
                    </a:lnTo>
                    <a:lnTo>
                      <a:pt x="4137" y="25333"/>
                    </a:lnTo>
                    <a:lnTo>
                      <a:pt x="4394" y="25590"/>
                    </a:lnTo>
                    <a:lnTo>
                      <a:pt x="4651" y="25836"/>
                    </a:lnTo>
                    <a:lnTo>
                      <a:pt x="4908" y="26082"/>
                    </a:lnTo>
                    <a:lnTo>
                      <a:pt x="5177" y="26317"/>
                    </a:lnTo>
                    <a:lnTo>
                      <a:pt x="5456" y="26552"/>
                    </a:lnTo>
                    <a:lnTo>
                      <a:pt x="5736" y="26775"/>
                    </a:lnTo>
                    <a:lnTo>
                      <a:pt x="6015" y="26999"/>
                    </a:lnTo>
                    <a:lnTo>
                      <a:pt x="6306" y="27211"/>
                    </a:lnTo>
                    <a:lnTo>
                      <a:pt x="6608" y="27413"/>
                    </a:lnTo>
                    <a:lnTo>
                      <a:pt x="6909" y="27614"/>
                    </a:lnTo>
                    <a:lnTo>
                      <a:pt x="7211" y="27804"/>
                    </a:lnTo>
                    <a:lnTo>
                      <a:pt x="7524" y="27994"/>
                    </a:lnTo>
                    <a:lnTo>
                      <a:pt x="7837" y="28162"/>
                    </a:lnTo>
                    <a:lnTo>
                      <a:pt x="8162" y="28340"/>
                    </a:lnTo>
                    <a:lnTo>
                      <a:pt x="8486" y="28497"/>
                    </a:lnTo>
                    <a:lnTo>
                      <a:pt x="8821" y="28653"/>
                    </a:lnTo>
                    <a:lnTo>
                      <a:pt x="9157" y="28799"/>
                    </a:lnTo>
                    <a:lnTo>
                      <a:pt x="9492" y="28933"/>
                    </a:lnTo>
                    <a:lnTo>
                      <a:pt x="9838" y="29067"/>
                    </a:lnTo>
                    <a:lnTo>
                      <a:pt x="10185" y="29190"/>
                    </a:lnTo>
                    <a:lnTo>
                      <a:pt x="10532" y="29302"/>
                    </a:lnTo>
                    <a:lnTo>
                      <a:pt x="10878" y="29402"/>
                    </a:lnTo>
                    <a:lnTo>
                      <a:pt x="11236" y="29503"/>
                    </a:lnTo>
                    <a:lnTo>
                      <a:pt x="11605" y="29593"/>
                    </a:lnTo>
                    <a:lnTo>
                      <a:pt x="11963" y="29671"/>
                    </a:lnTo>
                    <a:lnTo>
                      <a:pt x="12331" y="29738"/>
                    </a:lnTo>
                    <a:lnTo>
                      <a:pt x="12700" y="29805"/>
                    </a:lnTo>
                    <a:lnTo>
                      <a:pt x="13081" y="29850"/>
                    </a:lnTo>
                    <a:lnTo>
                      <a:pt x="13449" y="29894"/>
                    </a:lnTo>
                    <a:lnTo>
                      <a:pt x="13830" y="29928"/>
                    </a:lnTo>
                    <a:lnTo>
                      <a:pt x="14221" y="29961"/>
                    </a:lnTo>
                    <a:lnTo>
                      <a:pt x="14601" y="29973"/>
                    </a:lnTo>
                    <a:lnTo>
                      <a:pt x="15372" y="29973"/>
                    </a:lnTo>
                    <a:lnTo>
                      <a:pt x="15764" y="29961"/>
                    </a:lnTo>
                    <a:lnTo>
                      <a:pt x="16144" y="29928"/>
                    </a:lnTo>
                    <a:lnTo>
                      <a:pt x="16524" y="29894"/>
                    </a:lnTo>
                    <a:lnTo>
                      <a:pt x="16893" y="29850"/>
                    </a:lnTo>
                    <a:lnTo>
                      <a:pt x="17273" y="29805"/>
                    </a:lnTo>
                    <a:lnTo>
                      <a:pt x="17642" y="29738"/>
                    </a:lnTo>
                    <a:lnTo>
                      <a:pt x="18011" y="29671"/>
                    </a:lnTo>
                    <a:lnTo>
                      <a:pt x="18368" y="29593"/>
                    </a:lnTo>
                    <a:lnTo>
                      <a:pt x="18737" y="29503"/>
                    </a:lnTo>
                    <a:lnTo>
                      <a:pt x="19095" y="29402"/>
                    </a:lnTo>
                    <a:lnTo>
                      <a:pt x="19442" y="29302"/>
                    </a:lnTo>
                    <a:lnTo>
                      <a:pt x="19799" y="29190"/>
                    </a:lnTo>
                    <a:lnTo>
                      <a:pt x="20135" y="29067"/>
                    </a:lnTo>
                    <a:lnTo>
                      <a:pt x="20481" y="28933"/>
                    </a:lnTo>
                    <a:lnTo>
                      <a:pt x="20817" y="28799"/>
                    </a:lnTo>
                    <a:lnTo>
                      <a:pt x="21152" y="28653"/>
                    </a:lnTo>
                    <a:lnTo>
                      <a:pt x="21488" y="28497"/>
                    </a:lnTo>
                    <a:lnTo>
                      <a:pt x="21812" y="28340"/>
                    </a:lnTo>
                    <a:lnTo>
                      <a:pt x="22136" y="28162"/>
                    </a:lnTo>
                    <a:lnTo>
                      <a:pt x="22449" y="27994"/>
                    </a:lnTo>
                    <a:lnTo>
                      <a:pt x="22762" y="27804"/>
                    </a:lnTo>
                    <a:lnTo>
                      <a:pt x="23064" y="27614"/>
                    </a:lnTo>
                    <a:lnTo>
                      <a:pt x="23366" y="27413"/>
                    </a:lnTo>
                    <a:lnTo>
                      <a:pt x="23668" y="27211"/>
                    </a:lnTo>
                    <a:lnTo>
                      <a:pt x="23958" y="26999"/>
                    </a:lnTo>
                    <a:lnTo>
                      <a:pt x="24238" y="26775"/>
                    </a:lnTo>
                    <a:lnTo>
                      <a:pt x="24517" y="26552"/>
                    </a:lnTo>
                    <a:lnTo>
                      <a:pt x="24797" y="26317"/>
                    </a:lnTo>
                    <a:lnTo>
                      <a:pt x="25065" y="26082"/>
                    </a:lnTo>
                    <a:lnTo>
                      <a:pt x="25322" y="25836"/>
                    </a:lnTo>
                    <a:lnTo>
                      <a:pt x="25590" y="25590"/>
                    </a:lnTo>
                    <a:lnTo>
                      <a:pt x="25836" y="25333"/>
                    </a:lnTo>
                    <a:lnTo>
                      <a:pt x="26082" y="25065"/>
                    </a:lnTo>
                    <a:lnTo>
                      <a:pt x="26317" y="24797"/>
                    </a:lnTo>
                    <a:lnTo>
                      <a:pt x="26552" y="24517"/>
                    </a:lnTo>
                    <a:lnTo>
                      <a:pt x="26775" y="24238"/>
                    </a:lnTo>
                    <a:lnTo>
                      <a:pt x="26999" y="23958"/>
                    </a:lnTo>
                    <a:lnTo>
                      <a:pt x="27211" y="23667"/>
                    </a:lnTo>
                    <a:lnTo>
                      <a:pt x="27413" y="23366"/>
                    </a:lnTo>
                    <a:lnTo>
                      <a:pt x="27614" y="23064"/>
                    </a:lnTo>
                    <a:lnTo>
                      <a:pt x="27804" y="22762"/>
                    </a:lnTo>
                    <a:lnTo>
                      <a:pt x="27994" y="22449"/>
                    </a:lnTo>
                    <a:lnTo>
                      <a:pt x="28162" y="22136"/>
                    </a:lnTo>
                    <a:lnTo>
                      <a:pt x="28341" y="21812"/>
                    </a:lnTo>
                    <a:lnTo>
                      <a:pt x="28497" y="21487"/>
                    </a:lnTo>
                    <a:lnTo>
                      <a:pt x="28654" y="21152"/>
                    </a:lnTo>
                    <a:lnTo>
                      <a:pt x="28799" y="20817"/>
                    </a:lnTo>
                    <a:lnTo>
                      <a:pt x="28933" y="20481"/>
                    </a:lnTo>
                    <a:lnTo>
                      <a:pt x="29067" y="20146"/>
                    </a:lnTo>
                    <a:lnTo>
                      <a:pt x="29190" y="19799"/>
                    </a:lnTo>
                    <a:lnTo>
                      <a:pt x="29302" y="19441"/>
                    </a:lnTo>
                    <a:lnTo>
                      <a:pt x="29403" y="19095"/>
                    </a:lnTo>
                    <a:lnTo>
                      <a:pt x="29503" y="18737"/>
                    </a:lnTo>
                    <a:lnTo>
                      <a:pt x="29593" y="18368"/>
                    </a:lnTo>
                    <a:lnTo>
                      <a:pt x="29671" y="18011"/>
                    </a:lnTo>
                    <a:lnTo>
                      <a:pt x="29738" y="17642"/>
                    </a:lnTo>
                    <a:lnTo>
                      <a:pt x="29805" y="17273"/>
                    </a:lnTo>
                    <a:lnTo>
                      <a:pt x="29850" y="16893"/>
                    </a:lnTo>
                    <a:lnTo>
                      <a:pt x="29895" y="16524"/>
                    </a:lnTo>
                    <a:lnTo>
                      <a:pt x="29928" y="16144"/>
                    </a:lnTo>
                    <a:lnTo>
                      <a:pt x="29950" y="15763"/>
                    </a:lnTo>
                    <a:lnTo>
                      <a:pt x="29973" y="15372"/>
                    </a:lnTo>
                    <a:lnTo>
                      <a:pt x="29973" y="14992"/>
                    </a:lnTo>
                    <a:lnTo>
                      <a:pt x="29973" y="14601"/>
                    </a:lnTo>
                    <a:lnTo>
                      <a:pt x="29950" y="14221"/>
                    </a:lnTo>
                    <a:lnTo>
                      <a:pt x="29928" y="13829"/>
                    </a:lnTo>
                    <a:lnTo>
                      <a:pt x="29895" y="13460"/>
                    </a:lnTo>
                    <a:lnTo>
                      <a:pt x="29850" y="13080"/>
                    </a:lnTo>
                    <a:lnTo>
                      <a:pt x="29805" y="12700"/>
                    </a:lnTo>
                    <a:lnTo>
                      <a:pt x="29738" y="12331"/>
                    </a:lnTo>
                    <a:lnTo>
                      <a:pt x="29671" y="11962"/>
                    </a:lnTo>
                    <a:lnTo>
                      <a:pt x="29593" y="11605"/>
                    </a:lnTo>
                    <a:lnTo>
                      <a:pt x="29503" y="11247"/>
                    </a:lnTo>
                    <a:lnTo>
                      <a:pt x="29403" y="10889"/>
                    </a:lnTo>
                    <a:lnTo>
                      <a:pt x="29302" y="10531"/>
                    </a:lnTo>
                    <a:lnTo>
                      <a:pt x="29190" y="10185"/>
                    </a:lnTo>
                    <a:lnTo>
                      <a:pt x="29067" y="9838"/>
                    </a:lnTo>
                    <a:lnTo>
                      <a:pt x="28933" y="9492"/>
                    </a:lnTo>
                    <a:lnTo>
                      <a:pt x="28799" y="9156"/>
                    </a:lnTo>
                    <a:lnTo>
                      <a:pt x="28654" y="8821"/>
                    </a:lnTo>
                    <a:lnTo>
                      <a:pt x="28497" y="8486"/>
                    </a:lnTo>
                    <a:lnTo>
                      <a:pt x="28341" y="8161"/>
                    </a:lnTo>
                    <a:lnTo>
                      <a:pt x="28162" y="7848"/>
                    </a:lnTo>
                    <a:lnTo>
                      <a:pt x="27994" y="7524"/>
                    </a:lnTo>
                    <a:lnTo>
                      <a:pt x="27804" y="7211"/>
                    </a:lnTo>
                    <a:lnTo>
                      <a:pt x="27614" y="6909"/>
                    </a:lnTo>
                    <a:lnTo>
                      <a:pt x="27413" y="6607"/>
                    </a:lnTo>
                    <a:lnTo>
                      <a:pt x="27211" y="6317"/>
                    </a:lnTo>
                    <a:lnTo>
                      <a:pt x="26999" y="6015"/>
                    </a:lnTo>
                    <a:lnTo>
                      <a:pt x="26775" y="5735"/>
                    </a:lnTo>
                    <a:lnTo>
                      <a:pt x="26552" y="5456"/>
                    </a:lnTo>
                    <a:lnTo>
                      <a:pt x="26317" y="5176"/>
                    </a:lnTo>
                    <a:lnTo>
                      <a:pt x="26082" y="4908"/>
                    </a:lnTo>
                    <a:lnTo>
                      <a:pt x="25836" y="4651"/>
                    </a:lnTo>
                    <a:lnTo>
                      <a:pt x="25590" y="4394"/>
                    </a:lnTo>
                    <a:lnTo>
                      <a:pt x="25322" y="4137"/>
                    </a:lnTo>
                    <a:lnTo>
                      <a:pt x="25065" y="3891"/>
                    </a:lnTo>
                    <a:lnTo>
                      <a:pt x="24797" y="3656"/>
                    </a:lnTo>
                    <a:lnTo>
                      <a:pt x="24517" y="3421"/>
                    </a:lnTo>
                    <a:lnTo>
                      <a:pt x="24238" y="3198"/>
                    </a:lnTo>
                    <a:lnTo>
                      <a:pt x="23958" y="2974"/>
                    </a:lnTo>
                    <a:lnTo>
                      <a:pt x="23668" y="2762"/>
                    </a:lnTo>
                    <a:lnTo>
                      <a:pt x="23366" y="2560"/>
                    </a:lnTo>
                    <a:lnTo>
                      <a:pt x="23064" y="2359"/>
                    </a:lnTo>
                    <a:lnTo>
                      <a:pt x="22762" y="2169"/>
                    </a:lnTo>
                    <a:lnTo>
                      <a:pt x="22449" y="1990"/>
                    </a:lnTo>
                    <a:lnTo>
                      <a:pt x="22136" y="1811"/>
                    </a:lnTo>
                    <a:lnTo>
                      <a:pt x="21812" y="1644"/>
                    </a:lnTo>
                    <a:lnTo>
                      <a:pt x="21488" y="1476"/>
                    </a:lnTo>
                    <a:lnTo>
                      <a:pt x="21152" y="1319"/>
                    </a:lnTo>
                    <a:lnTo>
                      <a:pt x="20817" y="1174"/>
                    </a:lnTo>
                    <a:lnTo>
                      <a:pt x="20481" y="1040"/>
                    </a:lnTo>
                    <a:lnTo>
                      <a:pt x="20135" y="906"/>
                    </a:lnTo>
                    <a:lnTo>
                      <a:pt x="19799" y="783"/>
                    </a:lnTo>
                    <a:lnTo>
                      <a:pt x="19442" y="671"/>
                    </a:lnTo>
                    <a:lnTo>
                      <a:pt x="19095" y="570"/>
                    </a:lnTo>
                    <a:lnTo>
                      <a:pt x="18737" y="470"/>
                    </a:lnTo>
                    <a:lnTo>
                      <a:pt x="18368" y="380"/>
                    </a:lnTo>
                    <a:lnTo>
                      <a:pt x="18011" y="302"/>
                    </a:lnTo>
                    <a:lnTo>
                      <a:pt x="17642" y="235"/>
                    </a:lnTo>
                    <a:lnTo>
                      <a:pt x="17273" y="168"/>
                    </a:lnTo>
                    <a:lnTo>
                      <a:pt x="16893" y="123"/>
                    </a:lnTo>
                    <a:lnTo>
                      <a:pt x="16524" y="78"/>
                    </a:lnTo>
                    <a:lnTo>
                      <a:pt x="16144" y="45"/>
                    </a:lnTo>
                    <a:lnTo>
                      <a:pt x="15764" y="23"/>
                    </a:lnTo>
                    <a:lnTo>
                      <a:pt x="153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359;p31">
                <a:extLst>
                  <a:ext uri="{FF2B5EF4-FFF2-40B4-BE49-F238E27FC236}">
                    <a16:creationId xmlns:a16="http://schemas.microsoft.com/office/drawing/2014/main" id="{2D0BFC08-13E3-B2EA-1C94-5834DFFB3EB1}"/>
                  </a:ext>
                </a:extLst>
              </p:cNvPr>
              <p:cNvSpPr/>
              <p:nvPr/>
            </p:nvSpPr>
            <p:spPr>
              <a:xfrm>
                <a:off x="1568350" y="2117125"/>
                <a:ext cx="636975" cy="636975"/>
              </a:xfrm>
              <a:custGeom>
                <a:avLst/>
                <a:gdLst/>
                <a:ahLst/>
                <a:cxnLst/>
                <a:rect l="l" t="t" r="r" b="b"/>
                <a:pathLst>
                  <a:path w="25479" h="25479" extrusionOk="0">
                    <a:moveTo>
                      <a:pt x="12410" y="0"/>
                    </a:moveTo>
                    <a:lnTo>
                      <a:pt x="12086" y="11"/>
                    </a:lnTo>
                    <a:lnTo>
                      <a:pt x="11761" y="34"/>
                    </a:lnTo>
                    <a:lnTo>
                      <a:pt x="11437" y="67"/>
                    </a:lnTo>
                    <a:lnTo>
                      <a:pt x="11113" y="101"/>
                    </a:lnTo>
                    <a:lnTo>
                      <a:pt x="10800" y="146"/>
                    </a:lnTo>
                    <a:lnTo>
                      <a:pt x="10487" y="202"/>
                    </a:lnTo>
                    <a:lnTo>
                      <a:pt x="10174" y="257"/>
                    </a:lnTo>
                    <a:lnTo>
                      <a:pt x="9861" y="325"/>
                    </a:lnTo>
                    <a:lnTo>
                      <a:pt x="9559" y="403"/>
                    </a:lnTo>
                    <a:lnTo>
                      <a:pt x="9246" y="481"/>
                    </a:lnTo>
                    <a:lnTo>
                      <a:pt x="8955" y="570"/>
                    </a:lnTo>
                    <a:lnTo>
                      <a:pt x="8654" y="671"/>
                    </a:lnTo>
                    <a:lnTo>
                      <a:pt x="8363" y="772"/>
                    </a:lnTo>
                    <a:lnTo>
                      <a:pt x="8072" y="883"/>
                    </a:lnTo>
                    <a:lnTo>
                      <a:pt x="7782" y="995"/>
                    </a:lnTo>
                    <a:lnTo>
                      <a:pt x="7491" y="1129"/>
                    </a:lnTo>
                    <a:lnTo>
                      <a:pt x="7211" y="1252"/>
                    </a:lnTo>
                    <a:lnTo>
                      <a:pt x="6943" y="1398"/>
                    </a:lnTo>
                    <a:lnTo>
                      <a:pt x="6664" y="1532"/>
                    </a:lnTo>
                    <a:lnTo>
                      <a:pt x="6395" y="1688"/>
                    </a:lnTo>
                    <a:lnTo>
                      <a:pt x="6127" y="1845"/>
                    </a:lnTo>
                    <a:lnTo>
                      <a:pt x="5870" y="2001"/>
                    </a:lnTo>
                    <a:lnTo>
                      <a:pt x="5613" y="2169"/>
                    </a:lnTo>
                    <a:lnTo>
                      <a:pt x="5367" y="2348"/>
                    </a:lnTo>
                    <a:lnTo>
                      <a:pt x="5121" y="2527"/>
                    </a:lnTo>
                    <a:lnTo>
                      <a:pt x="4875" y="2717"/>
                    </a:lnTo>
                    <a:lnTo>
                      <a:pt x="4629" y="2907"/>
                    </a:lnTo>
                    <a:lnTo>
                      <a:pt x="4405" y="3108"/>
                    </a:lnTo>
                    <a:lnTo>
                      <a:pt x="4171" y="3309"/>
                    </a:lnTo>
                    <a:lnTo>
                      <a:pt x="3947" y="3522"/>
                    </a:lnTo>
                    <a:lnTo>
                      <a:pt x="3735" y="3734"/>
                    </a:lnTo>
                    <a:lnTo>
                      <a:pt x="3511" y="3947"/>
                    </a:lnTo>
                    <a:lnTo>
                      <a:pt x="3310" y="4170"/>
                    </a:lnTo>
                    <a:lnTo>
                      <a:pt x="3108" y="4405"/>
                    </a:lnTo>
                    <a:lnTo>
                      <a:pt x="2907" y="4640"/>
                    </a:lnTo>
                    <a:lnTo>
                      <a:pt x="2717" y="4875"/>
                    </a:lnTo>
                    <a:lnTo>
                      <a:pt x="2527" y="5121"/>
                    </a:lnTo>
                    <a:lnTo>
                      <a:pt x="2348" y="5367"/>
                    </a:lnTo>
                    <a:lnTo>
                      <a:pt x="2169" y="5612"/>
                    </a:lnTo>
                    <a:lnTo>
                      <a:pt x="2002" y="5870"/>
                    </a:lnTo>
                    <a:lnTo>
                      <a:pt x="1845" y="6138"/>
                    </a:lnTo>
                    <a:lnTo>
                      <a:pt x="1689" y="6395"/>
                    </a:lnTo>
                    <a:lnTo>
                      <a:pt x="1532" y="6663"/>
                    </a:lnTo>
                    <a:lnTo>
                      <a:pt x="1387" y="6943"/>
                    </a:lnTo>
                    <a:lnTo>
                      <a:pt x="1253" y="7211"/>
                    </a:lnTo>
                    <a:lnTo>
                      <a:pt x="1119" y="7502"/>
                    </a:lnTo>
                    <a:lnTo>
                      <a:pt x="996" y="7781"/>
                    </a:lnTo>
                    <a:lnTo>
                      <a:pt x="884" y="8072"/>
                    </a:lnTo>
                    <a:lnTo>
                      <a:pt x="772" y="8363"/>
                    </a:lnTo>
                    <a:lnTo>
                      <a:pt x="671" y="8653"/>
                    </a:lnTo>
                    <a:lnTo>
                      <a:pt x="571" y="8955"/>
                    </a:lnTo>
                    <a:lnTo>
                      <a:pt x="481" y="9257"/>
                    </a:lnTo>
                    <a:lnTo>
                      <a:pt x="403" y="9559"/>
                    </a:lnTo>
                    <a:lnTo>
                      <a:pt x="325" y="9861"/>
                    </a:lnTo>
                    <a:lnTo>
                      <a:pt x="258" y="10174"/>
                    </a:lnTo>
                    <a:lnTo>
                      <a:pt x="202" y="10487"/>
                    </a:lnTo>
                    <a:lnTo>
                      <a:pt x="146" y="10800"/>
                    </a:lnTo>
                    <a:lnTo>
                      <a:pt x="101" y="11113"/>
                    </a:lnTo>
                    <a:lnTo>
                      <a:pt x="68" y="11437"/>
                    </a:lnTo>
                    <a:lnTo>
                      <a:pt x="34" y="11761"/>
                    </a:lnTo>
                    <a:lnTo>
                      <a:pt x="12" y="12085"/>
                    </a:lnTo>
                    <a:lnTo>
                      <a:pt x="1" y="12410"/>
                    </a:lnTo>
                    <a:lnTo>
                      <a:pt x="1" y="12745"/>
                    </a:lnTo>
                    <a:lnTo>
                      <a:pt x="1" y="13069"/>
                    </a:lnTo>
                    <a:lnTo>
                      <a:pt x="12" y="13393"/>
                    </a:lnTo>
                    <a:lnTo>
                      <a:pt x="34" y="13718"/>
                    </a:lnTo>
                    <a:lnTo>
                      <a:pt x="68" y="14042"/>
                    </a:lnTo>
                    <a:lnTo>
                      <a:pt x="101" y="14366"/>
                    </a:lnTo>
                    <a:lnTo>
                      <a:pt x="146" y="14679"/>
                    </a:lnTo>
                    <a:lnTo>
                      <a:pt x="202" y="14992"/>
                    </a:lnTo>
                    <a:lnTo>
                      <a:pt x="258" y="15305"/>
                    </a:lnTo>
                    <a:lnTo>
                      <a:pt x="325" y="15618"/>
                    </a:lnTo>
                    <a:lnTo>
                      <a:pt x="403" y="15920"/>
                    </a:lnTo>
                    <a:lnTo>
                      <a:pt x="481" y="16233"/>
                    </a:lnTo>
                    <a:lnTo>
                      <a:pt x="571" y="16535"/>
                    </a:lnTo>
                    <a:lnTo>
                      <a:pt x="671" y="16826"/>
                    </a:lnTo>
                    <a:lnTo>
                      <a:pt x="772" y="17127"/>
                    </a:lnTo>
                    <a:lnTo>
                      <a:pt x="884" y="17418"/>
                    </a:lnTo>
                    <a:lnTo>
                      <a:pt x="996" y="17698"/>
                    </a:lnTo>
                    <a:lnTo>
                      <a:pt x="1119" y="17988"/>
                    </a:lnTo>
                    <a:lnTo>
                      <a:pt x="1253" y="18268"/>
                    </a:lnTo>
                    <a:lnTo>
                      <a:pt x="1387" y="18547"/>
                    </a:lnTo>
                    <a:lnTo>
                      <a:pt x="1532" y="18816"/>
                    </a:lnTo>
                    <a:lnTo>
                      <a:pt x="1689" y="19084"/>
                    </a:lnTo>
                    <a:lnTo>
                      <a:pt x="1845" y="19352"/>
                    </a:lnTo>
                    <a:lnTo>
                      <a:pt x="2002" y="19609"/>
                    </a:lnTo>
                    <a:lnTo>
                      <a:pt x="2169" y="19866"/>
                    </a:lnTo>
                    <a:lnTo>
                      <a:pt x="2348" y="20112"/>
                    </a:lnTo>
                    <a:lnTo>
                      <a:pt x="2527" y="20369"/>
                    </a:lnTo>
                    <a:lnTo>
                      <a:pt x="2717" y="20604"/>
                    </a:lnTo>
                    <a:lnTo>
                      <a:pt x="2907" y="20850"/>
                    </a:lnTo>
                    <a:lnTo>
                      <a:pt x="3108" y="21085"/>
                    </a:lnTo>
                    <a:lnTo>
                      <a:pt x="3310" y="21309"/>
                    </a:lnTo>
                    <a:lnTo>
                      <a:pt x="3511" y="21532"/>
                    </a:lnTo>
                    <a:lnTo>
                      <a:pt x="3735" y="21756"/>
                    </a:lnTo>
                    <a:lnTo>
                      <a:pt x="3947" y="21968"/>
                    </a:lnTo>
                    <a:lnTo>
                      <a:pt x="4171" y="22169"/>
                    </a:lnTo>
                    <a:lnTo>
                      <a:pt x="4405" y="22371"/>
                    </a:lnTo>
                    <a:lnTo>
                      <a:pt x="4629" y="22572"/>
                    </a:lnTo>
                    <a:lnTo>
                      <a:pt x="4875" y="22762"/>
                    </a:lnTo>
                    <a:lnTo>
                      <a:pt x="5121" y="22952"/>
                    </a:lnTo>
                    <a:lnTo>
                      <a:pt x="5367" y="23131"/>
                    </a:lnTo>
                    <a:lnTo>
                      <a:pt x="5613" y="23310"/>
                    </a:lnTo>
                    <a:lnTo>
                      <a:pt x="5870" y="23477"/>
                    </a:lnTo>
                    <a:lnTo>
                      <a:pt x="6127" y="23634"/>
                    </a:lnTo>
                    <a:lnTo>
                      <a:pt x="6395" y="23790"/>
                    </a:lnTo>
                    <a:lnTo>
                      <a:pt x="6664" y="23947"/>
                    </a:lnTo>
                    <a:lnTo>
                      <a:pt x="6943" y="24092"/>
                    </a:lnTo>
                    <a:lnTo>
                      <a:pt x="7211" y="24226"/>
                    </a:lnTo>
                    <a:lnTo>
                      <a:pt x="7491" y="24361"/>
                    </a:lnTo>
                    <a:lnTo>
                      <a:pt x="7782" y="24484"/>
                    </a:lnTo>
                    <a:lnTo>
                      <a:pt x="8072" y="24595"/>
                    </a:lnTo>
                    <a:lnTo>
                      <a:pt x="8363" y="24707"/>
                    </a:lnTo>
                    <a:lnTo>
                      <a:pt x="8654" y="24819"/>
                    </a:lnTo>
                    <a:lnTo>
                      <a:pt x="8955" y="24908"/>
                    </a:lnTo>
                    <a:lnTo>
                      <a:pt x="9246" y="24998"/>
                    </a:lnTo>
                    <a:lnTo>
                      <a:pt x="9559" y="25087"/>
                    </a:lnTo>
                    <a:lnTo>
                      <a:pt x="9861" y="25154"/>
                    </a:lnTo>
                    <a:lnTo>
                      <a:pt x="10174" y="25221"/>
                    </a:lnTo>
                    <a:lnTo>
                      <a:pt x="10487" y="25289"/>
                    </a:lnTo>
                    <a:lnTo>
                      <a:pt x="10800" y="25333"/>
                    </a:lnTo>
                    <a:lnTo>
                      <a:pt x="11113" y="25378"/>
                    </a:lnTo>
                    <a:lnTo>
                      <a:pt x="11437" y="25423"/>
                    </a:lnTo>
                    <a:lnTo>
                      <a:pt x="11761" y="25445"/>
                    </a:lnTo>
                    <a:lnTo>
                      <a:pt x="12086" y="25467"/>
                    </a:lnTo>
                    <a:lnTo>
                      <a:pt x="12410" y="25479"/>
                    </a:lnTo>
                    <a:lnTo>
                      <a:pt x="13069" y="25479"/>
                    </a:lnTo>
                    <a:lnTo>
                      <a:pt x="13394" y="25467"/>
                    </a:lnTo>
                    <a:lnTo>
                      <a:pt x="13718" y="25445"/>
                    </a:lnTo>
                    <a:lnTo>
                      <a:pt x="14042" y="25423"/>
                    </a:lnTo>
                    <a:lnTo>
                      <a:pt x="14366" y="25378"/>
                    </a:lnTo>
                    <a:lnTo>
                      <a:pt x="14679" y="25333"/>
                    </a:lnTo>
                    <a:lnTo>
                      <a:pt x="14992" y="25289"/>
                    </a:lnTo>
                    <a:lnTo>
                      <a:pt x="15305" y="25221"/>
                    </a:lnTo>
                    <a:lnTo>
                      <a:pt x="15618" y="25154"/>
                    </a:lnTo>
                    <a:lnTo>
                      <a:pt x="15920" y="25087"/>
                    </a:lnTo>
                    <a:lnTo>
                      <a:pt x="16233" y="24998"/>
                    </a:lnTo>
                    <a:lnTo>
                      <a:pt x="16524" y="24908"/>
                    </a:lnTo>
                    <a:lnTo>
                      <a:pt x="16826" y="24819"/>
                    </a:lnTo>
                    <a:lnTo>
                      <a:pt x="17116" y="24707"/>
                    </a:lnTo>
                    <a:lnTo>
                      <a:pt x="17407" y="24595"/>
                    </a:lnTo>
                    <a:lnTo>
                      <a:pt x="17698" y="24484"/>
                    </a:lnTo>
                    <a:lnTo>
                      <a:pt x="17988" y="24361"/>
                    </a:lnTo>
                    <a:lnTo>
                      <a:pt x="18268" y="24226"/>
                    </a:lnTo>
                    <a:lnTo>
                      <a:pt x="18536" y="24092"/>
                    </a:lnTo>
                    <a:lnTo>
                      <a:pt x="18816" y="23947"/>
                    </a:lnTo>
                    <a:lnTo>
                      <a:pt x="19084" y="23790"/>
                    </a:lnTo>
                    <a:lnTo>
                      <a:pt x="19352" y="23634"/>
                    </a:lnTo>
                    <a:lnTo>
                      <a:pt x="19609" y="23477"/>
                    </a:lnTo>
                    <a:lnTo>
                      <a:pt x="19867" y="23310"/>
                    </a:lnTo>
                    <a:lnTo>
                      <a:pt x="20113" y="23131"/>
                    </a:lnTo>
                    <a:lnTo>
                      <a:pt x="20358" y="22952"/>
                    </a:lnTo>
                    <a:lnTo>
                      <a:pt x="20604" y="22762"/>
                    </a:lnTo>
                    <a:lnTo>
                      <a:pt x="20850" y="22572"/>
                    </a:lnTo>
                    <a:lnTo>
                      <a:pt x="21074" y="22371"/>
                    </a:lnTo>
                    <a:lnTo>
                      <a:pt x="21309" y="22169"/>
                    </a:lnTo>
                    <a:lnTo>
                      <a:pt x="21532" y="21968"/>
                    </a:lnTo>
                    <a:lnTo>
                      <a:pt x="21745" y="21756"/>
                    </a:lnTo>
                    <a:lnTo>
                      <a:pt x="21968" y="21532"/>
                    </a:lnTo>
                    <a:lnTo>
                      <a:pt x="22170" y="21309"/>
                    </a:lnTo>
                    <a:lnTo>
                      <a:pt x="22371" y="21085"/>
                    </a:lnTo>
                    <a:lnTo>
                      <a:pt x="22572" y="20850"/>
                    </a:lnTo>
                    <a:lnTo>
                      <a:pt x="22762" y="20604"/>
                    </a:lnTo>
                    <a:lnTo>
                      <a:pt x="22952" y="20369"/>
                    </a:lnTo>
                    <a:lnTo>
                      <a:pt x="23131" y="20112"/>
                    </a:lnTo>
                    <a:lnTo>
                      <a:pt x="23310" y="19866"/>
                    </a:lnTo>
                    <a:lnTo>
                      <a:pt x="23478" y="19609"/>
                    </a:lnTo>
                    <a:lnTo>
                      <a:pt x="23634" y="19352"/>
                    </a:lnTo>
                    <a:lnTo>
                      <a:pt x="23791" y="19084"/>
                    </a:lnTo>
                    <a:lnTo>
                      <a:pt x="23947" y="18816"/>
                    </a:lnTo>
                    <a:lnTo>
                      <a:pt x="24092" y="18547"/>
                    </a:lnTo>
                    <a:lnTo>
                      <a:pt x="24227" y="18268"/>
                    </a:lnTo>
                    <a:lnTo>
                      <a:pt x="24361" y="17988"/>
                    </a:lnTo>
                    <a:lnTo>
                      <a:pt x="24484" y="17698"/>
                    </a:lnTo>
                    <a:lnTo>
                      <a:pt x="24596" y="17418"/>
                    </a:lnTo>
                    <a:lnTo>
                      <a:pt x="24707" y="17127"/>
                    </a:lnTo>
                    <a:lnTo>
                      <a:pt x="24808" y="16826"/>
                    </a:lnTo>
                    <a:lnTo>
                      <a:pt x="24909" y="16535"/>
                    </a:lnTo>
                    <a:lnTo>
                      <a:pt x="24998" y="16233"/>
                    </a:lnTo>
                    <a:lnTo>
                      <a:pt x="25076" y="15920"/>
                    </a:lnTo>
                    <a:lnTo>
                      <a:pt x="25155" y="15618"/>
                    </a:lnTo>
                    <a:lnTo>
                      <a:pt x="25222" y="15305"/>
                    </a:lnTo>
                    <a:lnTo>
                      <a:pt x="25289" y="14992"/>
                    </a:lnTo>
                    <a:lnTo>
                      <a:pt x="25333" y="14679"/>
                    </a:lnTo>
                    <a:lnTo>
                      <a:pt x="25378" y="14366"/>
                    </a:lnTo>
                    <a:lnTo>
                      <a:pt x="25412" y="14042"/>
                    </a:lnTo>
                    <a:lnTo>
                      <a:pt x="25445" y="13718"/>
                    </a:lnTo>
                    <a:lnTo>
                      <a:pt x="25468" y="13393"/>
                    </a:lnTo>
                    <a:lnTo>
                      <a:pt x="25479" y="13069"/>
                    </a:lnTo>
                    <a:lnTo>
                      <a:pt x="25479" y="12745"/>
                    </a:lnTo>
                    <a:lnTo>
                      <a:pt x="25479" y="12410"/>
                    </a:lnTo>
                    <a:lnTo>
                      <a:pt x="25468" y="12085"/>
                    </a:lnTo>
                    <a:lnTo>
                      <a:pt x="25445" y="11761"/>
                    </a:lnTo>
                    <a:lnTo>
                      <a:pt x="25412" y="11437"/>
                    </a:lnTo>
                    <a:lnTo>
                      <a:pt x="25378" y="11113"/>
                    </a:lnTo>
                    <a:lnTo>
                      <a:pt x="25333" y="10800"/>
                    </a:lnTo>
                    <a:lnTo>
                      <a:pt x="25289" y="10487"/>
                    </a:lnTo>
                    <a:lnTo>
                      <a:pt x="25222" y="10174"/>
                    </a:lnTo>
                    <a:lnTo>
                      <a:pt x="25155" y="9861"/>
                    </a:lnTo>
                    <a:lnTo>
                      <a:pt x="25076" y="9559"/>
                    </a:lnTo>
                    <a:lnTo>
                      <a:pt x="24998" y="9257"/>
                    </a:lnTo>
                    <a:lnTo>
                      <a:pt x="24909" y="8955"/>
                    </a:lnTo>
                    <a:lnTo>
                      <a:pt x="24808" y="8653"/>
                    </a:lnTo>
                    <a:lnTo>
                      <a:pt x="24707" y="8363"/>
                    </a:lnTo>
                    <a:lnTo>
                      <a:pt x="24596" y="8072"/>
                    </a:lnTo>
                    <a:lnTo>
                      <a:pt x="24484" y="7781"/>
                    </a:lnTo>
                    <a:lnTo>
                      <a:pt x="24361" y="7502"/>
                    </a:lnTo>
                    <a:lnTo>
                      <a:pt x="24227" y="7211"/>
                    </a:lnTo>
                    <a:lnTo>
                      <a:pt x="24092" y="6943"/>
                    </a:lnTo>
                    <a:lnTo>
                      <a:pt x="23947" y="6663"/>
                    </a:lnTo>
                    <a:lnTo>
                      <a:pt x="23791" y="6395"/>
                    </a:lnTo>
                    <a:lnTo>
                      <a:pt x="23634" y="6138"/>
                    </a:lnTo>
                    <a:lnTo>
                      <a:pt x="23478" y="5870"/>
                    </a:lnTo>
                    <a:lnTo>
                      <a:pt x="23310" y="5612"/>
                    </a:lnTo>
                    <a:lnTo>
                      <a:pt x="23131" y="5367"/>
                    </a:lnTo>
                    <a:lnTo>
                      <a:pt x="22952" y="5121"/>
                    </a:lnTo>
                    <a:lnTo>
                      <a:pt x="22762" y="4875"/>
                    </a:lnTo>
                    <a:lnTo>
                      <a:pt x="22572" y="4640"/>
                    </a:lnTo>
                    <a:lnTo>
                      <a:pt x="22371" y="4405"/>
                    </a:lnTo>
                    <a:lnTo>
                      <a:pt x="22170" y="4170"/>
                    </a:lnTo>
                    <a:lnTo>
                      <a:pt x="21968" y="3947"/>
                    </a:lnTo>
                    <a:lnTo>
                      <a:pt x="21745" y="3734"/>
                    </a:lnTo>
                    <a:lnTo>
                      <a:pt x="21532" y="3522"/>
                    </a:lnTo>
                    <a:lnTo>
                      <a:pt x="21309" y="3309"/>
                    </a:lnTo>
                    <a:lnTo>
                      <a:pt x="21074" y="3108"/>
                    </a:lnTo>
                    <a:lnTo>
                      <a:pt x="20850" y="2907"/>
                    </a:lnTo>
                    <a:lnTo>
                      <a:pt x="20604" y="2717"/>
                    </a:lnTo>
                    <a:lnTo>
                      <a:pt x="20358" y="2527"/>
                    </a:lnTo>
                    <a:lnTo>
                      <a:pt x="20113" y="2348"/>
                    </a:lnTo>
                    <a:lnTo>
                      <a:pt x="19867" y="2169"/>
                    </a:lnTo>
                    <a:lnTo>
                      <a:pt x="19609" y="2001"/>
                    </a:lnTo>
                    <a:lnTo>
                      <a:pt x="19352" y="1845"/>
                    </a:lnTo>
                    <a:lnTo>
                      <a:pt x="19084" y="1688"/>
                    </a:lnTo>
                    <a:lnTo>
                      <a:pt x="18816" y="1532"/>
                    </a:lnTo>
                    <a:lnTo>
                      <a:pt x="18536" y="1398"/>
                    </a:lnTo>
                    <a:lnTo>
                      <a:pt x="18268" y="1252"/>
                    </a:lnTo>
                    <a:lnTo>
                      <a:pt x="17988" y="1129"/>
                    </a:lnTo>
                    <a:lnTo>
                      <a:pt x="17698" y="995"/>
                    </a:lnTo>
                    <a:lnTo>
                      <a:pt x="17407" y="883"/>
                    </a:lnTo>
                    <a:lnTo>
                      <a:pt x="17116" y="772"/>
                    </a:lnTo>
                    <a:lnTo>
                      <a:pt x="16826" y="671"/>
                    </a:lnTo>
                    <a:lnTo>
                      <a:pt x="16524" y="570"/>
                    </a:lnTo>
                    <a:lnTo>
                      <a:pt x="16233" y="481"/>
                    </a:lnTo>
                    <a:lnTo>
                      <a:pt x="15920" y="403"/>
                    </a:lnTo>
                    <a:lnTo>
                      <a:pt x="15618" y="325"/>
                    </a:lnTo>
                    <a:lnTo>
                      <a:pt x="15305" y="257"/>
                    </a:lnTo>
                    <a:lnTo>
                      <a:pt x="14992" y="202"/>
                    </a:lnTo>
                    <a:lnTo>
                      <a:pt x="14679" y="146"/>
                    </a:lnTo>
                    <a:lnTo>
                      <a:pt x="14366" y="101"/>
                    </a:lnTo>
                    <a:lnTo>
                      <a:pt x="14042" y="67"/>
                    </a:lnTo>
                    <a:lnTo>
                      <a:pt x="13718" y="34"/>
                    </a:lnTo>
                    <a:lnTo>
                      <a:pt x="13394" y="11"/>
                    </a:lnTo>
                    <a:lnTo>
                      <a:pt x="130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360;p31">
                <a:extLst>
                  <a:ext uri="{FF2B5EF4-FFF2-40B4-BE49-F238E27FC236}">
                    <a16:creationId xmlns:a16="http://schemas.microsoft.com/office/drawing/2014/main" id="{ABC11AEE-EC20-41F4-EB41-A7C7C38160A0}"/>
                  </a:ext>
                </a:extLst>
              </p:cNvPr>
              <p:cNvSpPr/>
              <p:nvPr/>
            </p:nvSpPr>
            <p:spPr>
              <a:xfrm>
                <a:off x="1667000" y="2215775"/>
                <a:ext cx="439675" cy="439675"/>
              </a:xfrm>
              <a:custGeom>
                <a:avLst/>
                <a:gdLst/>
                <a:ahLst/>
                <a:cxnLst/>
                <a:rect l="l" t="t" r="r" b="b"/>
                <a:pathLst>
                  <a:path w="17587" h="17587" extrusionOk="0">
                    <a:moveTo>
                      <a:pt x="12243" y="1"/>
                    </a:moveTo>
                    <a:lnTo>
                      <a:pt x="12008" y="12"/>
                    </a:lnTo>
                    <a:lnTo>
                      <a:pt x="11773" y="45"/>
                    </a:lnTo>
                    <a:lnTo>
                      <a:pt x="11538" y="101"/>
                    </a:lnTo>
                    <a:lnTo>
                      <a:pt x="11315" y="180"/>
                    </a:lnTo>
                    <a:lnTo>
                      <a:pt x="11091" y="280"/>
                    </a:lnTo>
                    <a:lnTo>
                      <a:pt x="10879" y="403"/>
                    </a:lnTo>
                    <a:lnTo>
                      <a:pt x="10677" y="560"/>
                    </a:lnTo>
                    <a:lnTo>
                      <a:pt x="10487" y="727"/>
                    </a:lnTo>
                    <a:lnTo>
                      <a:pt x="10320" y="917"/>
                    </a:lnTo>
                    <a:lnTo>
                      <a:pt x="10174" y="1119"/>
                    </a:lnTo>
                    <a:lnTo>
                      <a:pt x="10040" y="1331"/>
                    </a:lnTo>
                    <a:lnTo>
                      <a:pt x="9940" y="1555"/>
                    </a:lnTo>
                    <a:lnTo>
                      <a:pt x="9861" y="1778"/>
                    </a:lnTo>
                    <a:lnTo>
                      <a:pt x="9805" y="2013"/>
                    </a:lnTo>
                    <a:lnTo>
                      <a:pt x="9772" y="2248"/>
                    </a:lnTo>
                    <a:lnTo>
                      <a:pt x="9761" y="2483"/>
                    </a:lnTo>
                    <a:lnTo>
                      <a:pt x="9772" y="2729"/>
                    </a:lnTo>
                    <a:lnTo>
                      <a:pt x="9805" y="2963"/>
                    </a:lnTo>
                    <a:lnTo>
                      <a:pt x="9861" y="3198"/>
                    </a:lnTo>
                    <a:lnTo>
                      <a:pt x="9940" y="3422"/>
                    </a:lnTo>
                    <a:lnTo>
                      <a:pt x="10040" y="3645"/>
                    </a:lnTo>
                    <a:lnTo>
                      <a:pt x="10174" y="3858"/>
                    </a:lnTo>
                    <a:lnTo>
                      <a:pt x="10320" y="4059"/>
                    </a:lnTo>
                    <a:lnTo>
                      <a:pt x="10487" y="4249"/>
                    </a:lnTo>
                    <a:lnTo>
                      <a:pt x="10677" y="4417"/>
                    </a:lnTo>
                    <a:lnTo>
                      <a:pt x="4417" y="10677"/>
                    </a:lnTo>
                    <a:lnTo>
                      <a:pt x="4238" y="10487"/>
                    </a:lnTo>
                    <a:lnTo>
                      <a:pt x="4059" y="10319"/>
                    </a:lnTo>
                    <a:lnTo>
                      <a:pt x="3858" y="10174"/>
                    </a:lnTo>
                    <a:lnTo>
                      <a:pt x="3645" y="10040"/>
                    </a:lnTo>
                    <a:lnTo>
                      <a:pt x="3422" y="9939"/>
                    </a:lnTo>
                    <a:lnTo>
                      <a:pt x="3187" y="9861"/>
                    </a:lnTo>
                    <a:lnTo>
                      <a:pt x="2964" y="9805"/>
                    </a:lnTo>
                    <a:lnTo>
                      <a:pt x="2718" y="9772"/>
                    </a:lnTo>
                    <a:lnTo>
                      <a:pt x="2483" y="9760"/>
                    </a:lnTo>
                    <a:lnTo>
                      <a:pt x="2248" y="9772"/>
                    </a:lnTo>
                    <a:lnTo>
                      <a:pt x="2013" y="9805"/>
                    </a:lnTo>
                    <a:lnTo>
                      <a:pt x="1778" y="9861"/>
                    </a:lnTo>
                    <a:lnTo>
                      <a:pt x="1544" y="9939"/>
                    </a:lnTo>
                    <a:lnTo>
                      <a:pt x="1331" y="10040"/>
                    </a:lnTo>
                    <a:lnTo>
                      <a:pt x="1119" y="10174"/>
                    </a:lnTo>
                    <a:lnTo>
                      <a:pt x="918" y="10319"/>
                    </a:lnTo>
                    <a:lnTo>
                      <a:pt x="728" y="10487"/>
                    </a:lnTo>
                    <a:lnTo>
                      <a:pt x="560" y="10677"/>
                    </a:lnTo>
                    <a:lnTo>
                      <a:pt x="403" y="10878"/>
                    </a:lnTo>
                    <a:lnTo>
                      <a:pt x="280" y="11091"/>
                    </a:lnTo>
                    <a:lnTo>
                      <a:pt x="180" y="11314"/>
                    </a:lnTo>
                    <a:lnTo>
                      <a:pt x="102" y="11538"/>
                    </a:lnTo>
                    <a:lnTo>
                      <a:pt x="46" y="11773"/>
                    </a:lnTo>
                    <a:lnTo>
                      <a:pt x="12" y="12008"/>
                    </a:lnTo>
                    <a:lnTo>
                      <a:pt x="1" y="12242"/>
                    </a:lnTo>
                    <a:lnTo>
                      <a:pt x="12" y="12488"/>
                    </a:lnTo>
                    <a:lnTo>
                      <a:pt x="46" y="12723"/>
                    </a:lnTo>
                    <a:lnTo>
                      <a:pt x="102" y="12958"/>
                    </a:lnTo>
                    <a:lnTo>
                      <a:pt x="180" y="13181"/>
                    </a:lnTo>
                    <a:lnTo>
                      <a:pt x="280" y="13405"/>
                    </a:lnTo>
                    <a:lnTo>
                      <a:pt x="403" y="13617"/>
                    </a:lnTo>
                    <a:lnTo>
                      <a:pt x="560" y="13819"/>
                    </a:lnTo>
                    <a:lnTo>
                      <a:pt x="728" y="14009"/>
                    </a:lnTo>
                    <a:lnTo>
                      <a:pt x="839" y="14109"/>
                    </a:lnTo>
                    <a:lnTo>
                      <a:pt x="962" y="14210"/>
                    </a:lnTo>
                    <a:lnTo>
                      <a:pt x="1074" y="14299"/>
                    </a:lnTo>
                    <a:lnTo>
                      <a:pt x="1208" y="14378"/>
                    </a:lnTo>
                    <a:lnTo>
                      <a:pt x="1331" y="14456"/>
                    </a:lnTo>
                    <a:lnTo>
                      <a:pt x="1465" y="14512"/>
                    </a:lnTo>
                    <a:lnTo>
                      <a:pt x="1600" y="14568"/>
                    </a:lnTo>
                    <a:lnTo>
                      <a:pt x="1745" y="14624"/>
                    </a:lnTo>
                    <a:lnTo>
                      <a:pt x="1879" y="14657"/>
                    </a:lnTo>
                    <a:lnTo>
                      <a:pt x="2024" y="14691"/>
                    </a:lnTo>
                    <a:lnTo>
                      <a:pt x="2170" y="14713"/>
                    </a:lnTo>
                    <a:lnTo>
                      <a:pt x="2315" y="14724"/>
                    </a:lnTo>
                    <a:lnTo>
                      <a:pt x="2460" y="14735"/>
                    </a:lnTo>
                    <a:lnTo>
                      <a:pt x="2606" y="14724"/>
                    </a:lnTo>
                    <a:lnTo>
                      <a:pt x="2751" y="14713"/>
                    </a:lnTo>
                    <a:lnTo>
                      <a:pt x="2896" y="14702"/>
                    </a:lnTo>
                    <a:lnTo>
                      <a:pt x="2896" y="14702"/>
                    </a:lnTo>
                    <a:lnTo>
                      <a:pt x="2874" y="14836"/>
                    </a:lnTo>
                    <a:lnTo>
                      <a:pt x="2863" y="14981"/>
                    </a:lnTo>
                    <a:lnTo>
                      <a:pt x="2863" y="15127"/>
                    </a:lnTo>
                    <a:lnTo>
                      <a:pt x="2863" y="15272"/>
                    </a:lnTo>
                    <a:lnTo>
                      <a:pt x="2874" y="15417"/>
                    </a:lnTo>
                    <a:lnTo>
                      <a:pt x="2896" y="15563"/>
                    </a:lnTo>
                    <a:lnTo>
                      <a:pt x="2930" y="15708"/>
                    </a:lnTo>
                    <a:lnTo>
                      <a:pt x="2964" y="15842"/>
                    </a:lnTo>
                    <a:lnTo>
                      <a:pt x="3019" y="15987"/>
                    </a:lnTo>
                    <a:lnTo>
                      <a:pt x="3075" y="16122"/>
                    </a:lnTo>
                    <a:lnTo>
                      <a:pt x="3131" y="16256"/>
                    </a:lnTo>
                    <a:lnTo>
                      <a:pt x="3209" y="16379"/>
                    </a:lnTo>
                    <a:lnTo>
                      <a:pt x="3288" y="16513"/>
                    </a:lnTo>
                    <a:lnTo>
                      <a:pt x="3377" y="16636"/>
                    </a:lnTo>
                    <a:lnTo>
                      <a:pt x="3478" y="16748"/>
                    </a:lnTo>
                    <a:lnTo>
                      <a:pt x="3578" y="16859"/>
                    </a:lnTo>
                    <a:lnTo>
                      <a:pt x="3768" y="17027"/>
                    </a:lnTo>
                    <a:lnTo>
                      <a:pt x="3970" y="17184"/>
                    </a:lnTo>
                    <a:lnTo>
                      <a:pt x="4182" y="17307"/>
                    </a:lnTo>
                    <a:lnTo>
                      <a:pt x="4406" y="17407"/>
                    </a:lnTo>
                    <a:lnTo>
                      <a:pt x="4629" y="17486"/>
                    </a:lnTo>
                    <a:lnTo>
                      <a:pt x="4864" y="17541"/>
                    </a:lnTo>
                    <a:lnTo>
                      <a:pt x="5099" y="17575"/>
                    </a:lnTo>
                    <a:lnTo>
                      <a:pt x="5345" y="17586"/>
                    </a:lnTo>
                    <a:lnTo>
                      <a:pt x="5580" y="17575"/>
                    </a:lnTo>
                    <a:lnTo>
                      <a:pt x="5814" y="17541"/>
                    </a:lnTo>
                    <a:lnTo>
                      <a:pt x="6049" y="17486"/>
                    </a:lnTo>
                    <a:lnTo>
                      <a:pt x="6273" y="17407"/>
                    </a:lnTo>
                    <a:lnTo>
                      <a:pt x="6496" y="17307"/>
                    </a:lnTo>
                    <a:lnTo>
                      <a:pt x="6709" y="17184"/>
                    </a:lnTo>
                    <a:lnTo>
                      <a:pt x="6910" y="17027"/>
                    </a:lnTo>
                    <a:lnTo>
                      <a:pt x="7100" y="16859"/>
                    </a:lnTo>
                    <a:lnTo>
                      <a:pt x="7268" y="16669"/>
                    </a:lnTo>
                    <a:lnTo>
                      <a:pt x="7424" y="16468"/>
                    </a:lnTo>
                    <a:lnTo>
                      <a:pt x="7547" y="16256"/>
                    </a:lnTo>
                    <a:lnTo>
                      <a:pt x="7648" y="16043"/>
                    </a:lnTo>
                    <a:lnTo>
                      <a:pt x="7726" y="15809"/>
                    </a:lnTo>
                    <a:lnTo>
                      <a:pt x="7782" y="15574"/>
                    </a:lnTo>
                    <a:lnTo>
                      <a:pt x="7815" y="15339"/>
                    </a:lnTo>
                    <a:lnTo>
                      <a:pt x="7827" y="15104"/>
                    </a:lnTo>
                    <a:lnTo>
                      <a:pt x="7815" y="14870"/>
                    </a:lnTo>
                    <a:lnTo>
                      <a:pt x="7782" y="14624"/>
                    </a:lnTo>
                    <a:lnTo>
                      <a:pt x="7726" y="14400"/>
                    </a:lnTo>
                    <a:lnTo>
                      <a:pt x="7648" y="14165"/>
                    </a:lnTo>
                    <a:lnTo>
                      <a:pt x="7547" y="13953"/>
                    </a:lnTo>
                    <a:lnTo>
                      <a:pt x="7424" y="13740"/>
                    </a:lnTo>
                    <a:lnTo>
                      <a:pt x="7268" y="13539"/>
                    </a:lnTo>
                    <a:lnTo>
                      <a:pt x="7100" y="13349"/>
                    </a:lnTo>
                    <a:lnTo>
                      <a:pt x="6910" y="13170"/>
                    </a:lnTo>
                    <a:lnTo>
                      <a:pt x="13170" y="6910"/>
                    </a:lnTo>
                    <a:lnTo>
                      <a:pt x="13260" y="7010"/>
                    </a:lnTo>
                    <a:lnTo>
                      <a:pt x="13349" y="7100"/>
                    </a:lnTo>
                    <a:lnTo>
                      <a:pt x="13528" y="7267"/>
                    </a:lnTo>
                    <a:lnTo>
                      <a:pt x="13729" y="7424"/>
                    </a:lnTo>
                    <a:lnTo>
                      <a:pt x="13942" y="7547"/>
                    </a:lnTo>
                    <a:lnTo>
                      <a:pt x="14165" y="7648"/>
                    </a:lnTo>
                    <a:lnTo>
                      <a:pt x="14400" y="7726"/>
                    </a:lnTo>
                    <a:lnTo>
                      <a:pt x="14624" y="7782"/>
                    </a:lnTo>
                    <a:lnTo>
                      <a:pt x="14870" y="7815"/>
                    </a:lnTo>
                    <a:lnTo>
                      <a:pt x="15104" y="7826"/>
                    </a:lnTo>
                    <a:lnTo>
                      <a:pt x="15339" y="7815"/>
                    </a:lnTo>
                    <a:lnTo>
                      <a:pt x="15574" y="7782"/>
                    </a:lnTo>
                    <a:lnTo>
                      <a:pt x="15809" y="7726"/>
                    </a:lnTo>
                    <a:lnTo>
                      <a:pt x="16044" y="7648"/>
                    </a:lnTo>
                    <a:lnTo>
                      <a:pt x="16256" y="7547"/>
                    </a:lnTo>
                    <a:lnTo>
                      <a:pt x="16468" y="7424"/>
                    </a:lnTo>
                    <a:lnTo>
                      <a:pt x="16670" y="7267"/>
                    </a:lnTo>
                    <a:lnTo>
                      <a:pt x="16860" y="7100"/>
                    </a:lnTo>
                    <a:lnTo>
                      <a:pt x="17027" y="6910"/>
                    </a:lnTo>
                    <a:lnTo>
                      <a:pt x="17184" y="6708"/>
                    </a:lnTo>
                    <a:lnTo>
                      <a:pt x="17307" y="6496"/>
                    </a:lnTo>
                    <a:lnTo>
                      <a:pt x="17407" y="6284"/>
                    </a:lnTo>
                    <a:lnTo>
                      <a:pt x="17486" y="6049"/>
                    </a:lnTo>
                    <a:lnTo>
                      <a:pt x="17542" y="5814"/>
                    </a:lnTo>
                    <a:lnTo>
                      <a:pt x="17575" y="5579"/>
                    </a:lnTo>
                    <a:lnTo>
                      <a:pt x="17586" y="5345"/>
                    </a:lnTo>
                    <a:lnTo>
                      <a:pt x="17575" y="5110"/>
                    </a:lnTo>
                    <a:lnTo>
                      <a:pt x="17542" y="4864"/>
                    </a:lnTo>
                    <a:lnTo>
                      <a:pt x="17486" y="4640"/>
                    </a:lnTo>
                    <a:lnTo>
                      <a:pt x="17407" y="4405"/>
                    </a:lnTo>
                    <a:lnTo>
                      <a:pt x="17307" y="4182"/>
                    </a:lnTo>
                    <a:lnTo>
                      <a:pt x="17184" y="3969"/>
                    </a:lnTo>
                    <a:lnTo>
                      <a:pt x="17027" y="3768"/>
                    </a:lnTo>
                    <a:lnTo>
                      <a:pt x="16860" y="3589"/>
                    </a:lnTo>
                    <a:lnTo>
                      <a:pt x="16748" y="3478"/>
                    </a:lnTo>
                    <a:lnTo>
                      <a:pt x="16625" y="3377"/>
                    </a:lnTo>
                    <a:lnTo>
                      <a:pt x="16513" y="3287"/>
                    </a:lnTo>
                    <a:lnTo>
                      <a:pt x="16379" y="3209"/>
                    </a:lnTo>
                    <a:lnTo>
                      <a:pt x="16256" y="3142"/>
                    </a:lnTo>
                    <a:lnTo>
                      <a:pt x="16122" y="3075"/>
                    </a:lnTo>
                    <a:lnTo>
                      <a:pt x="15988" y="3019"/>
                    </a:lnTo>
                    <a:lnTo>
                      <a:pt x="15842" y="2974"/>
                    </a:lnTo>
                    <a:lnTo>
                      <a:pt x="15708" y="2930"/>
                    </a:lnTo>
                    <a:lnTo>
                      <a:pt x="15563" y="2896"/>
                    </a:lnTo>
                    <a:lnTo>
                      <a:pt x="15418" y="2874"/>
                    </a:lnTo>
                    <a:lnTo>
                      <a:pt x="15272" y="2863"/>
                    </a:lnTo>
                    <a:lnTo>
                      <a:pt x="14982" y="2863"/>
                    </a:lnTo>
                    <a:lnTo>
                      <a:pt x="14836" y="2874"/>
                    </a:lnTo>
                    <a:lnTo>
                      <a:pt x="14702" y="2896"/>
                    </a:lnTo>
                    <a:lnTo>
                      <a:pt x="14713" y="2751"/>
                    </a:lnTo>
                    <a:lnTo>
                      <a:pt x="14724" y="2606"/>
                    </a:lnTo>
                    <a:lnTo>
                      <a:pt x="14736" y="2460"/>
                    </a:lnTo>
                    <a:lnTo>
                      <a:pt x="14724" y="2315"/>
                    </a:lnTo>
                    <a:lnTo>
                      <a:pt x="14713" y="2170"/>
                    </a:lnTo>
                    <a:lnTo>
                      <a:pt x="14691" y="2024"/>
                    </a:lnTo>
                    <a:lnTo>
                      <a:pt x="14657" y="1890"/>
                    </a:lnTo>
                    <a:lnTo>
                      <a:pt x="14624" y="1745"/>
                    </a:lnTo>
                    <a:lnTo>
                      <a:pt x="14568" y="1611"/>
                    </a:lnTo>
                    <a:lnTo>
                      <a:pt x="14512" y="1465"/>
                    </a:lnTo>
                    <a:lnTo>
                      <a:pt x="14456" y="1331"/>
                    </a:lnTo>
                    <a:lnTo>
                      <a:pt x="14378" y="1208"/>
                    </a:lnTo>
                    <a:lnTo>
                      <a:pt x="14300" y="1085"/>
                    </a:lnTo>
                    <a:lnTo>
                      <a:pt x="14210" y="962"/>
                    </a:lnTo>
                    <a:lnTo>
                      <a:pt x="14110" y="839"/>
                    </a:lnTo>
                    <a:lnTo>
                      <a:pt x="14009" y="727"/>
                    </a:lnTo>
                    <a:lnTo>
                      <a:pt x="13819" y="560"/>
                    </a:lnTo>
                    <a:lnTo>
                      <a:pt x="13618" y="403"/>
                    </a:lnTo>
                    <a:lnTo>
                      <a:pt x="13405" y="280"/>
                    </a:lnTo>
                    <a:lnTo>
                      <a:pt x="13182" y="180"/>
                    </a:lnTo>
                    <a:lnTo>
                      <a:pt x="12958" y="101"/>
                    </a:lnTo>
                    <a:lnTo>
                      <a:pt x="12723" y="45"/>
                    </a:lnTo>
                    <a:lnTo>
                      <a:pt x="12488" y="12"/>
                    </a:lnTo>
                    <a:lnTo>
                      <a:pt x="1224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3" name="Google Shape;1361;p31">
              <a:extLst>
                <a:ext uri="{FF2B5EF4-FFF2-40B4-BE49-F238E27FC236}">
                  <a16:creationId xmlns:a16="http://schemas.microsoft.com/office/drawing/2014/main" id="{25660921-04DD-12C2-82CD-FF16102D1258}"/>
                </a:ext>
              </a:extLst>
            </p:cNvPr>
            <p:cNvSpPr/>
            <p:nvPr/>
          </p:nvSpPr>
          <p:spPr>
            <a:xfrm>
              <a:off x="6706588" y="3380575"/>
              <a:ext cx="1326600" cy="132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19"/>
          <p:cNvGrpSpPr/>
          <p:nvPr/>
        </p:nvGrpSpPr>
        <p:grpSpPr>
          <a:xfrm>
            <a:off x="1003490" y="1154702"/>
            <a:ext cx="4529823" cy="3577183"/>
            <a:chOff x="1003490" y="1154702"/>
            <a:chExt cx="4529823" cy="3577183"/>
          </a:xfrm>
        </p:grpSpPr>
        <p:sp>
          <p:nvSpPr>
            <p:cNvPr id="368" name="Google Shape;368;p19"/>
            <p:cNvSpPr/>
            <p:nvPr/>
          </p:nvSpPr>
          <p:spPr>
            <a:xfrm>
              <a:off x="4404263" y="1367725"/>
              <a:ext cx="399300" cy="399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4415550" y="2830300"/>
              <a:ext cx="371400" cy="371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4418213" y="4119550"/>
              <a:ext cx="371400" cy="371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1" name="Google Shape;371;p19"/>
            <p:cNvCxnSpPr>
              <a:stCxn id="372" idx="6"/>
              <a:endCxn id="369" idx="2"/>
            </p:cNvCxnSpPr>
            <p:nvPr/>
          </p:nvCxnSpPr>
          <p:spPr>
            <a:xfrm>
              <a:off x="2894414" y="3016025"/>
              <a:ext cx="1521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19"/>
            <p:cNvCxnSpPr>
              <a:stCxn id="372" idx="6"/>
              <a:endCxn id="368" idx="3"/>
            </p:cNvCxnSpPr>
            <p:nvPr/>
          </p:nvCxnSpPr>
          <p:spPr>
            <a:xfrm rot="10800000" flipH="1">
              <a:off x="2894414" y="1708625"/>
              <a:ext cx="1568400" cy="130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19"/>
            <p:cNvCxnSpPr>
              <a:stCxn id="372" idx="6"/>
              <a:endCxn id="370" idx="1"/>
            </p:cNvCxnSpPr>
            <p:nvPr/>
          </p:nvCxnSpPr>
          <p:spPr>
            <a:xfrm>
              <a:off x="2894414" y="3016025"/>
              <a:ext cx="1578300" cy="115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19"/>
            <p:cNvCxnSpPr>
              <a:stCxn id="368" idx="6"/>
              <a:endCxn id="376" idx="2"/>
            </p:cNvCxnSpPr>
            <p:nvPr/>
          </p:nvCxnSpPr>
          <p:spPr>
            <a:xfrm rot="10800000" flipH="1">
              <a:off x="4803563" y="1567075"/>
              <a:ext cx="7296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19"/>
            <p:cNvCxnSpPr>
              <a:stCxn id="369" idx="6"/>
              <a:endCxn id="378" idx="2"/>
            </p:cNvCxnSpPr>
            <p:nvPr/>
          </p:nvCxnSpPr>
          <p:spPr>
            <a:xfrm>
              <a:off x="4786950" y="3016000"/>
              <a:ext cx="746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19"/>
            <p:cNvCxnSpPr>
              <a:stCxn id="370" idx="6"/>
              <a:endCxn id="380" idx="2"/>
            </p:cNvCxnSpPr>
            <p:nvPr/>
          </p:nvCxnSpPr>
          <p:spPr>
            <a:xfrm>
              <a:off x="4789613" y="4305250"/>
              <a:ext cx="743700" cy="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1" name="Google Shape;381;p19"/>
            <p:cNvSpPr/>
            <p:nvPr/>
          </p:nvSpPr>
          <p:spPr>
            <a:xfrm>
              <a:off x="4111853" y="1154702"/>
              <a:ext cx="983964" cy="824670"/>
            </a:xfrm>
            <a:custGeom>
              <a:avLst/>
              <a:gdLst/>
              <a:ahLst/>
              <a:cxnLst/>
              <a:rect l="l" t="t" r="r" b="b"/>
              <a:pathLst>
                <a:path w="53382" h="44740" extrusionOk="0">
                  <a:moveTo>
                    <a:pt x="13889" y="0"/>
                  </a:moveTo>
                  <a:lnTo>
                    <a:pt x="13443" y="10"/>
                  </a:lnTo>
                  <a:lnTo>
                    <a:pt x="12988" y="38"/>
                  </a:lnTo>
                  <a:lnTo>
                    <a:pt x="12532" y="67"/>
                  </a:lnTo>
                  <a:lnTo>
                    <a:pt x="12067" y="123"/>
                  </a:lnTo>
                  <a:lnTo>
                    <a:pt x="11593" y="180"/>
                  </a:lnTo>
                  <a:lnTo>
                    <a:pt x="11128" y="256"/>
                  </a:lnTo>
                  <a:lnTo>
                    <a:pt x="10644" y="342"/>
                  </a:lnTo>
                  <a:lnTo>
                    <a:pt x="10170" y="437"/>
                  </a:lnTo>
                  <a:lnTo>
                    <a:pt x="9895" y="503"/>
                  </a:lnTo>
                  <a:lnTo>
                    <a:pt x="9620" y="579"/>
                  </a:lnTo>
                  <a:lnTo>
                    <a:pt x="9354" y="655"/>
                  </a:lnTo>
                  <a:lnTo>
                    <a:pt x="9089" y="740"/>
                  </a:lnTo>
                  <a:lnTo>
                    <a:pt x="8833" y="825"/>
                  </a:lnTo>
                  <a:lnTo>
                    <a:pt x="8576" y="920"/>
                  </a:lnTo>
                  <a:lnTo>
                    <a:pt x="8320" y="1015"/>
                  </a:lnTo>
                  <a:lnTo>
                    <a:pt x="8074" y="1120"/>
                  </a:lnTo>
                  <a:lnTo>
                    <a:pt x="7827" y="1224"/>
                  </a:lnTo>
                  <a:lnTo>
                    <a:pt x="7590" y="1338"/>
                  </a:lnTo>
                  <a:lnTo>
                    <a:pt x="7353" y="1461"/>
                  </a:lnTo>
                  <a:lnTo>
                    <a:pt x="7115" y="1584"/>
                  </a:lnTo>
                  <a:lnTo>
                    <a:pt x="6888" y="1708"/>
                  </a:lnTo>
                  <a:lnTo>
                    <a:pt x="6660" y="1841"/>
                  </a:lnTo>
                  <a:lnTo>
                    <a:pt x="6432" y="1983"/>
                  </a:lnTo>
                  <a:lnTo>
                    <a:pt x="6214" y="2125"/>
                  </a:lnTo>
                  <a:lnTo>
                    <a:pt x="5787" y="2419"/>
                  </a:lnTo>
                  <a:lnTo>
                    <a:pt x="5370" y="2732"/>
                  </a:lnTo>
                  <a:lnTo>
                    <a:pt x="4972" y="3064"/>
                  </a:lnTo>
                  <a:lnTo>
                    <a:pt x="4592" y="3406"/>
                  </a:lnTo>
                  <a:lnTo>
                    <a:pt x="4222" y="3766"/>
                  </a:lnTo>
                  <a:lnTo>
                    <a:pt x="3871" y="4136"/>
                  </a:lnTo>
                  <a:lnTo>
                    <a:pt x="3530" y="4525"/>
                  </a:lnTo>
                  <a:lnTo>
                    <a:pt x="3207" y="4924"/>
                  </a:lnTo>
                  <a:lnTo>
                    <a:pt x="2894" y="5341"/>
                  </a:lnTo>
                  <a:lnTo>
                    <a:pt x="2600" y="5759"/>
                  </a:lnTo>
                  <a:lnTo>
                    <a:pt x="2325" y="6195"/>
                  </a:lnTo>
                  <a:lnTo>
                    <a:pt x="2059" y="6641"/>
                  </a:lnTo>
                  <a:lnTo>
                    <a:pt x="1812" y="7087"/>
                  </a:lnTo>
                  <a:lnTo>
                    <a:pt x="1585" y="7552"/>
                  </a:lnTo>
                  <a:lnTo>
                    <a:pt x="1367" y="8016"/>
                  </a:lnTo>
                  <a:lnTo>
                    <a:pt x="1167" y="8500"/>
                  </a:lnTo>
                  <a:lnTo>
                    <a:pt x="978" y="8975"/>
                  </a:lnTo>
                  <a:lnTo>
                    <a:pt x="807" y="9468"/>
                  </a:lnTo>
                  <a:lnTo>
                    <a:pt x="646" y="9961"/>
                  </a:lnTo>
                  <a:lnTo>
                    <a:pt x="513" y="10454"/>
                  </a:lnTo>
                  <a:lnTo>
                    <a:pt x="389" y="10957"/>
                  </a:lnTo>
                  <a:lnTo>
                    <a:pt x="276" y="11460"/>
                  </a:lnTo>
                  <a:lnTo>
                    <a:pt x="181" y="11963"/>
                  </a:lnTo>
                  <a:lnTo>
                    <a:pt x="105" y="12475"/>
                  </a:lnTo>
                  <a:lnTo>
                    <a:pt x="57" y="12864"/>
                  </a:lnTo>
                  <a:lnTo>
                    <a:pt x="19" y="13272"/>
                  </a:lnTo>
                  <a:lnTo>
                    <a:pt x="1" y="13680"/>
                  </a:lnTo>
                  <a:lnTo>
                    <a:pt x="1" y="14097"/>
                  </a:lnTo>
                  <a:lnTo>
                    <a:pt x="10" y="14524"/>
                  </a:lnTo>
                  <a:lnTo>
                    <a:pt x="38" y="14951"/>
                  </a:lnTo>
                  <a:lnTo>
                    <a:pt x="86" y="15387"/>
                  </a:lnTo>
                  <a:lnTo>
                    <a:pt x="143" y="15833"/>
                  </a:lnTo>
                  <a:lnTo>
                    <a:pt x="219" y="16279"/>
                  </a:lnTo>
                  <a:lnTo>
                    <a:pt x="304" y="16735"/>
                  </a:lnTo>
                  <a:lnTo>
                    <a:pt x="418" y="17199"/>
                  </a:lnTo>
                  <a:lnTo>
                    <a:pt x="541" y="17664"/>
                  </a:lnTo>
                  <a:lnTo>
                    <a:pt x="684" y="18139"/>
                  </a:lnTo>
                  <a:lnTo>
                    <a:pt x="845" y="18613"/>
                  </a:lnTo>
                  <a:lnTo>
                    <a:pt x="1025" y="19097"/>
                  </a:lnTo>
                  <a:lnTo>
                    <a:pt x="1224" y="19581"/>
                  </a:lnTo>
                  <a:lnTo>
                    <a:pt x="1442" y="20074"/>
                  </a:lnTo>
                  <a:lnTo>
                    <a:pt x="1680" y="20567"/>
                  </a:lnTo>
                  <a:lnTo>
                    <a:pt x="1936" y="21070"/>
                  </a:lnTo>
                  <a:lnTo>
                    <a:pt x="2211" y="21573"/>
                  </a:lnTo>
                  <a:lnTo>
                    <a:pt x="2505" y="22085"/>
                  </a:lnTo>
                  <a:lnTo>
                    <a:pt x="2828" y="22597"/>
                  </a:lnTo>
                  <a:lnTo>
                    <a:pt x="3160" y="23110"/>
                  </a:lnTo>
                  <a:lnTo>
                    <a:pt x="3520" y="23631"/>
                  </a:lnTo>
                  <a:lnTo>
                    <a:pt x="3900" y="24153"/>
                  </a:lnTo>
                  <a:lnTo>
                    <a:pt x="4298" y="24675"/>
                  </a:lnTo>
                  <a:lnTo>
                    <a:pt x="4715" y="25206"/>
                  </a:lnTo>
                  <a:lnTo>
                    <a:pt x="5161" y="25737"/>
                  </a:lnTo>
                  <a:lnTo>
                    <a:pt x="5626" y="26269"/>
                  </a:lnTo>
                  <a:lnTo>
                    <a:pt x="6119" y="26800"/>
                  </a:lnTo>
                  <a:lnTo>
                    <a:pt x="6632" y="27341"/>
                  </a:lnTo>
                  <a:lnTo>
                    <a:pt x="7163" y="27881"/>
                  </a:lnTo>
                  <a:lnTo>
                    <a:pt x="8216" y="28906"/>
                  </a:lnTo>
                  <a:lnTo>
                    <a:pt x="9345" y="29978"/>
                  </a:lnTo>
                  <a:lnTo>
                    <a:pt x="10531" y="31078"/>
                  </a:lnTo>
                  <a:lnTo>
                    <a:pt x="11764" y="32207"/>
                  </a:lnTo>
                  <a:lnTo>
                    <a:pt x="13035" y="33346"/>
                  </a:lnTo>
                  <a:lnTo>
                    <a:pt x="14325" y="34484"/>
                  </a:lnTo>
                  <a:lnTo>
                    <a:pt x="15634" y="35622"/>
                  </a:lnTo>
                  <a:lnTo>
                    <a:pt x="16934" y="36732"/>
                  </a:lnTo>
                  <a:lnTo>
                    <a:pt x="18215" y="37823"/>
                  </a:lnTo>
                  <a:lnTo>
                    <a:pt x="19477" y="38876"/>
                  </a:lnTo>
                  <a:lnTo>
                    <a:pt x="20691" y="39872"/>
                  </a:lnTo>
                  <a:lnTo>
                    <a:pt x="21848" y="40812"/>
                  </a:lnTo>
                  <a:lnTo>
                    <a:pt x="22949" y="41684"/>
                  </a:lnTo>
                  <a:lnTo>
                    <a:pt x="23964" y="42481"/>
                  </a:lnTo>
                  <a:lnTo>
                    <a:pt x="24893" y="43183"/>
                  </a:lnTo>
                  <a:lnTo>
                    <a:pt x="25719" y="43781"/>
                  </a:lnTo>
                  <a:lnTo>
                    <a:pt x="26971" y="44739"/>
                  </a:lnTo>
                  <a:lnTo>
                    <a:pt x="27663" y="44331"/>
                  </a:lnTo>
                  <a:lnTo>
                    <a:pt x="28489" y="43743"/>
                  </a:lnTo>
                  <a:lnTo>
                    <a:pt x="29418" y="43060"/>
                  </a:lnTo>
                  <a:lnTo>
                    <a:pt x="30434" y="42292"/>
                  </a:lnTo>
                  <a:lnTo>
                    <a:pt x="31534" y="41457"/>
                  </a:lnTo>
                  <a:lnTo>
                    <a:pt x="32691" y="40555"/>
                  </a:lnTo>
                  <a:lnTo>
                    <a:pt x="33906" y="39607"/>
                  </a:lnTo>
                  <a:lnTo>
                    <a:pt x="35167" y="38601"/>
                  </a:lnTo>
                  <a:lnTo>
                    <a:pt x="36448" y="37567"/>
                  </a:lnTo>
                  <a:lnTo>
                    <a:pt x="37748" y="36505"/>
                  </a:lnTo>
                  <a:lnTo>
                    <a:pt x="39057" y="35423"/>
                  </a:lnTo>
                  <a:lnTo>
                    <a:pt x="40347" y="34323"/>
                  </a:lnTo>
                  <a:lnTo>
                    <a:pt x="41618" y="33232"/>
                  </a:lnTo>
                  <a:lnTo>
                    <a:pt x="42852" y="32141"/>
                  </a:lnTo>
                  <a:lnTo>
                    <a:pt x="44037" y="31059"/>
                  </a:lnTo>
                  <a:lnTo>
                    <a:pt x="44607" y="30538"/>
                  </a:lnTo>
                  <a:lnTo>
                    <a:pt x="45166" y="30016"/>
                  </a:lnTo>
                  <a:lnTo>
                    <a:pt x="45707" y="29494"/>
                  </a:lnTo>
                  <a:lnTo>
                    <a:pt x="46219" y="28991"/>
                  </a:lnTo>
                  <a:lnTo>
                    <a:pt x="46760" y="28451"/>
                  </a:lnTo>
                  <a:lnTo>
                    <a:pt x="47272" y="27900"/>
                  </a:lnTo>
                  <a:lnTo>
                    <a:pt x="47756" y="27350"/>
                  </a:lnTo>
                  <a:lnTo>
                    <a:pt x="48221" y="26800"/>
                  </a:lnTo>
                  <a:lnTo>
                    <a:pt x="48667" y="26240"/>
                  </a:lnTo>
                  <a:lnTo>
                    <a:pt x="49084" y="25690"/>
                  </a:lnTo>
                  <a:lnTo>
                    <a:pt x="49483" y="25130"/>
                  </a:lnTo>
                  <a:lnTo>
                    <a:pt x="49862" y="24571"/>
                  </a:lnTo>
                  <a:lnTo>
                    <a:pt x="50223" y="24011"/>
                  </a:lnTo>
                  <a:lnTo>
                    <a:pt x="50555" y="23451"/>
                  </a:lnTo>
                  <a:lnTo>
                    <a:pt x="50877" y="22891"/>
                  </a:lnTo>
                  <a:lnTo>
                    <a:pt x="51171" y="22332"/>
                  </a:lnTo>
                  <a:lnTo>
                    <a:pt x="51446" y="21781"/>
                  </a:lnTo>
                  <a:lnTo>
                    <a:pt x="51703" y="21231"/>
                  </a:lnTo>
                  <a:lnTo>
                    <a:pt x="51940" y="20681"/>
                  </a:lnTo>
                  <a:lnTo>
                    <a:pt x="52158" y="20140"/>
                  </a:lnTo>
                  <a:lnTo>
                    <a:pt x="52357" y="19600"/>
                  </a:lnTo>
                  <a:lnTo>
                    <a:pt x="52528" y="19068"/>
                  </a:lnTo>
                  <a:lnTo>
                    <a:pt x="52699" y="18537"/>
                  </a:lnTo>
                  <a:lnTo>
                    <a:pt x="52841" y="18015"/>
                  </a:lnTo>
                  <a:lnTo>
                    <a:pt x="52964" y="17503"/>
                  </a:lnTo>
                  <a:lnTo>
                    <a:pt x="53078" y="17000"/>
                  </a:lnTo>
                  <a:lnTo>
                    <a:pt x="53163" y="16497"/>
                  </a:lnTo>
                  <a:lnTo>
                    <a:pt x="53239" y="16004"/>
                  </a:lnTo>
                  <a:lnTo>
                    <a:pt x="53296" y="15530"/>
                  </a:lnTo>
                  <a:lnTo>
                    <a:pt x="53344" y="15055"/>
                  </a:lnTo>
                  <a:lnTo>
                    <a:pt x="53372" y="14600"/>
                  </a:lnTo>
                  <a:lnTo>
                    <a:pt x="53382" y="14145"/>
                  </a:lnTo>
                  <a:lnTo>
                    <a:pt x="53382" y="13708"/>
                  </a:lnTo>
                  <a:lnTo>
                    <a:pt x="53363" y="13281"/>
                  </a:lnTo>
                  <a:lnTo>
                    <a:pt x="53325" y="12874"/>
                  </a:lnTo>
                  <a:lnTo>
                    <a:pt x="53277" y="12475"/>
                  </a:lnTo>
                  <a:lnTo>
                    <a:pt x="53201" y="11963"/>
                  </a:lnTo>
                  <a:lnTo>
                    <a:pt x="53097" y="11460"/>
                  </a:lnTo>
                  <a:lnTo>
                    <a:pt x="52983" y="10957"/>
                  </a:lnTo>
                  <a:lnTo>
                    <a:pt x="52850" y="10454"/>
                  </a:lnTo>
                  <a:lnTo>
                    <a:pt x="52699" y="9961"/>
                  </a:lnTo>
                  <a:lnTo>
                    <a:pt x="52528" y="9468"/>
                  </a:lnTo>
                  <a:lnTo>
                    <a:pt x="52338" y="8975"/>
                  </a:lnTo>
                  <a:lnTo>
                    <a:pt x="52129" y="8500"/>
                  </a:lnTo>
                  <a:lnTo>
                    <a:pt x="51911" y="8016"/>
                  </a:lnTo>
                  <a:lnTo>
                    <a:pt x="51674" y="7552"/>
                  </a:lnTo>
                  <a:lnTo>
                    <a:pt x="51418" y="7087"/>
                  </a:lnTo>
                  <a:lnTo>
                    <a:pt x="51143" y="6641"/>
                  </a:lnTo>
                  <a:lnTo>
                    <a:pt x="50858" y="6195"/>
                  </a:lnTo>
                  <a:lnTo>
                    <a:pt x="50555" y="5759"/>
                  </a:lnTo>
                  <a:lnTo>
                    <a:pt x="50232" y="5341"/>
                  </a:lnTo>
                  <a:lnTo>
                    <a:pt x="49900" y="4924"/>
                  </a:lnTo>
                  <a:lnTo>
                    <a:pt x="49549" y="4525"/>
                  </a:lnTo>
                  <a:lnTo>
                    <a:pt x="49189" y="4136"/>
                  </a:lnTo>
                  <a:lnTo>
                    <a:pt x="48809" y="3766"/>
                  </a:lnTo>
                  <a:lnTo>
                    <a:pt x="48411" y="3406"/>
                  </a:lnTo>
                  <a:lnTo>
                    <a:pt x="48003" y="3064"/>
                  </a:lnTo>
                  <a:lnTo>
                    <a:pt x="47585" y="2732"/>
                  </a:lnTo>
                  <a:lnTo>
                    <a:pt x="47149" y="2419"/>
                  </a:lnTo>
                  <a:lnTo>
                    <a:pt x="46703" y="2125"/>
                  </a:lnTo>
                  <a:lnTo>
                    <a:pt x="46238" y="1841"/>
                  </a:lnTo>
                  <a:lnTo>
                    <a:pt x="45764" y="1584"/>
                  </a:lnTo>
                  <a:lnTo>
                    <a:pt x="45517" y="1461"/>
                  </a:lnTo>
                  <a:lnTo>
                    <a:pt x="45271" y="1338"/>
                  </a:lnTo>
                  <a:lnTo>
                    <a:pt x="45024" y="1224"/>
                  </a:lnTo>
                  <a:lnTo>
                    <a:pt x="44777" y="1120"/>
                  </a:lnTo>
                  <a:lnTo>
                    <a:pt x="44521" y="1015"/>
                  </a:lnTo>
                  <a:lnTo>
                    <a:pt x="44265" y="920"/>
                  </a:lnTo>
                  <a:lnTo>
                    <a:pt x="43999" y="825"/>
                  </a:lnTo>
                  <a:lnTo>
                    <a:pt x="43734" y="740"/>
                  </a:lnTo>
                  <a:lnTo>
                    <a:pt x="43468" y="655"/>
                  </a:lnTo>
                  <a:lnTo>
                    <a:pt x="43203" y="579"/>
                  </a:lnTo>
                  <a:lnTo>
                    <a:pt x="42927" y="503"/>
                  </a:lnTo>
                  <a:lnTo>
                    <a:pt x="42652" y="437"/>
                  </a:lnTo>
                  <a:lnTo>
                    <a:pt x="42178" y="342"/>
                  </a:lnTo>
                  <a:lnTo>
                    <a:pt x="41694" y="256"/>
                  </a:lnTo>
                  <a:lnTo>
                    <a:pt x="41229" y="180"/>
                  </a:lnTo>
                  <a:lnTo>
                    <a:pt x="40755" y="123"/>
                  </a:lnTo>
                  <a:lnTo>
                    <a:pt x="40290" y="67"/>
                  </a:lnTo>
                  <a:lnTo>
                    <a:pt x="39825" y="38"/>
                  </a:lnTo>
                  <a:lnTo>
                    <a:pt x="39379" y="10"/>
                  </a:lnTo>
                  <a:lnTo>
                    <a:pt x="38924" y="0"/>
                  </a:lnTo>
                  <a:lnTo>
                    <a:pt x="38611" y="10"/>
                  </a:lnTo>
                  <a:lnTo>
                    <a:pt x="38298" y="19"/>
                  </a:lnTo>
                  <a:lnTo>
                    <a:pt x="37985" y="38"/>
                  </a:lnTo>
                  <a:lnTo>
                    <a:pt x="37681" y="57"/>
                  </a:lnTo>
                  <a:lnTo>
                    <a:pt x="37368" y="86"/>
                  </a:lnTo>
                  <a:lnTo>
                    <a:pt x="37065" y="123"/>
                  </a:lnTo>
                  <a:lnTo>
                    <a:pt x="36761" y="171"/>
                  </a:lnTo>
                  <a:lnTo>
                    <a:pt x="36458" y="218"/>
                  </a:lnTo>
                  <a:lnTo>
                    <a:pt x="36154" y="275"/>
                  </a:lnTo>
                  <a:lnTo>
                    <a:pt x="35850" y="342"/>
                  </a:lnTo>
                  <a:lnTo>
                    <a:pt x="35556" y="408"/>
                  </a:lnTo>
                  <a:lnTo>
                    <a:pt x="35253" y="484"/>
                  </a:lnTo>
                  <a:lnTo>
                    <a:pt x="34959" y="569"/>
                  </a:lnTo>
                  <a:lnTo>
                    <a:pt x="34665" y="664"/>
                  </a:lnTo>
                  <a:lnTo>
                    <a:pt x="34361" y="759"/>
                  </a:lnTo>
                  <a:lnTo>
                    <a:pt x="34067" y="863"/>
                  </a:lnTo>
                  <a:lnTo>
                    <a:pt x="33773" y="977"/>
                  </a:lnTo>
                  <a:lnTo>
                    <a:pt x="33488" y="1101"/>
                  </a:lnTo>
                  <a:lnTo>
                    <a:pt x="33194" y="1224"/>
                  </a:lnTo>
                  <a:lnTo>
                    <a:pt x="32900" y="1357"/>
                  </a:lnTo>
                  <a:lnTo>
                    <a:pt x="32606" y="1499"/>
                  </a:lnTo>
                  <a:lnTo>
                    <a:pt x="32321" y="1651"/>
                  </a:lnTo>
                  <a:lnTo>
                    <a:pt x="32027" y="1803"/>
                  </a:lnTo>
                  <a:lnTo>
                    <a:pt x="31733" y="1964"/>
                  </a:lnTo>
                  <a:lnTo>
                    <a:pt x="31449" y="2135"/>
                  </a:lnTo>
                  <a:lnTo>
                    <a:pt x="31155" y="2315"/>
                  </a:lnTo>
                  <a:lnTo>
                    <a:pt x="30860" y="2495"/>
                  </a:lnTo>
                  <a:lnTo>
                    <a:pt x="30576" y="2685"/>
                  </a:lnTo>
                  <a:lnTo>
                    <a:pt x="30282" y="2884"/>
                  </a:lnTo>
                  <a:lnTo>
                    <a:pt x="29988" y="3093"/>
                  </a:lnTo>
                  <a:lnTo>
                    <a:pt x="29694" y="3311"/>
                  </a:lnTo>
                  <a:lnTo>
                    <a:pt x="29409" y="3529"/>
                  </a:lnTo>
                  <a:lnTo>
                    <a:pt x="29153" y="3728"/>
                  </a:lnTo>
                  <a:lnTo>
                    <a:pt x="28906" y="3928"/>
                  </a:lnTo>
                  <a:lnTo>
                    <a:pt x="28679" y="4136"/>
                  </a:lnTo>
                  <a:lnTo>
                    <a:pt x="28451" y="4345"/>
                  </a:lnTo>
                  <a:lnTo>
                    <a:pt x="28233" y="4554"/>
                  </a:lnTo>
                  <a:lnTo>
                    <a:pt x="28033" y="4772"/>
                  </a:lnTo>
                  <a:lnTo>
                    <a:pt x="27834" y="4981"/>
                  </a:lnTo>
                  <a:lnTo>
                    <a:pt x="27644" y="5199"/>
                  </a:lnTo>
                  <a:lnTo>
                    <a:pt x="27464" y="5417"/>
                  </a:lnTo>
                  <a:lnTo>
                    <a:pt x="27293" y="5626"/>
                  </a:lnTo>
                  <a:lnTo>
                    <a:pt x="27123" y="5844"/>
                  </a:lnTo>
                  <a:lnTo>
                    <a:pt x="26971" y="6062"/>
                  </a:lnTo>
                  <a:lnTo>
                    <a:pt x="26677" y="6480"/>
                  </a:lnTo>
                  <a:lnTo>
                    <a:pt x="26421" y="6897"/>
                  </a:lnTo>
                  <a:lnTo>
                    <a:pt x="26411" y="6887"/>
                  </a:lnTo>
                  <a:lnTo>
                    <a:pt x="26411" y="6897"/>
                  </a:lnTo>
                  <a:lnTo>
                    <a:pt x="26402" y="6897"/>
                  </a:lnTo>
                  <a:lnTo>
                    <a:pt x="26146" y="6480"/>
                  </a:lnTo>
                  <a:lnTo>
                    <a:pt x="25852" y="6062"/>
                  </a:lnTo>
                  <a:lnTo>
                    <a:pt x="25700" y="5844"/>
                  </a:lnTo>
                  <a:lnTo>
                    <a:pt x="25529" y="5626"/>
                  </a:lnTo>
                  <a:lnTo>
                    <a:pt x="25358" y="5417"/>
                  </a:lnTo>
                  <a:lnTo>
                    <a:pt x="25178" y="5199"/>
                  </a:lnTo>
                  <a:lnTo>
                    <a:pt x="24988" y="4981"/>
                  </a:lnTo>
                  <a:lnTo>
                    <a:pt x="24789" y="4772"/>
                  </a:lnTo>
                  <a:lnTo>
                    <a:pt x="24590" y="4554"/>
                  </a:lnTo>
                  <a:lnTo>
                    <a:pt x="24372" y="4345"/>
                  </a:lnTo>
                  <a:lnTo>
                    <a:pt x="24144" y="4136"/>
                  </a:lnTo>
                  <a:lnTo>
                    <a:pt x="23907" y="3928"/>
                  </a:lnTo>
                  <a:lnTo>
                    <a:pt x="23670" y="3728"/>
                  </a:lnTo>
                  <a:lnTo>
                    <a:pt x="23413" y="3529"/>
                  </a:lnTo>
                  <a:lnTo>
                    <a:pt x="23119" y="3311"/>
                  </a:lnTo>
                  <a:lnTo>
                    <a:pt x="22835" y="3093"/>
                  </a:lnTo>
                  <a:lnTo>
                    <a:pt x="22541" y="2884"/>
                  </a:lnTo>
                  <a:lnTo>
                    <a:pt x="22247" y="2685"/>
                  </a:lnTo>
                  <a:lnTo>
                    <a:pt x="21962" y="2495"/>
                  </a:lnTo>
                  <a:lnTo>
                    <a:pt x="21668" y="2315"/>
                  </a:lnTo>
                  <a:lnTo>
                    <a:pt x="21383" y="2135"/>
                  </a:lnTo>
                  <a:lnTo>
                    <a:pt x="21089" y="1964"/>
                  </a:lnTo>
                  <a:lnTo>
                    <a:pt x="20795" y="1803"/>
                  </a:lnTo>
                  <a:lnTo>
                    <a:pt x="20511" y="1651"/>
                  </a:lnTo>
                  <a:lnTo>
                    <a:pt x="20216" y="1499"/>
                  </a:lnTo>
                  <a:lnTo>
                    <a:pt x="19922" y="1357"/>
                  </a:lnTo>
                  <a:lnTo>
                    <a:pt x="19628" y="1224"/>
                  </a:lnTo>
                  <a:lnTo>
                    <a:pt x="19344" y="1101"/>
                  </a:lnTo>
                  <a:lnTo>
                    <a:pt x="19050" y="977"/>
                  </a:lnTo>
                  <a:lnTo>
                    <a:pt x="18756" y="863"/>
                  </a:lnTo>
                  <a:lnTo>
                    <a:pt x="18461" y="759"/>
                  </a:lnTo>
                  <a:lnTo>
                    <a:pt x="18167" y="664"/>
                  </a:lnTo>
                  <a:lnTo>
                    <a:pt x="17864" y="569"/>
                  </a:lnTo>
                  <a:lnTo>
                    <a:pt x="17570" y="484"/>
                  </a:lnTo>
                  <a:lnTo>
                    <a:pt x="17276" y="408"/>
                  </a:lnTo>
                  <a:lnTo>
                    <a:pt x="16972" y="342"/>
                  </a:lnTo>
                  <a:lnTo>
                    <a:pt x="16668" y="275"/>
                  </a:lnTo>
                  <a:lnTo>
                    <a:pt x="16365" y="218"/>
                  </a:lnTo>
                  <a:lnTo>
                    <a:pt x="16061" y="171"/>
                  </a:lnTo>
                  <a:lnTo>
                    <a:pt x="15758" y="123"/>
                  </a:lnTo>
                  <a:lnTo>
                    <a:pt x="15454" y="86"/>
                  </a:lnTo>
                  <a:lnTo>
                    <a:pt x="15141" y="57"/>
                  </a:lnTo>
                  <a:lnTo>
                    <a:pt x="14838" y="38"/>
                  </a:lnTo>
                  <a:lnTo>
                    <a:pt x="14525" y="19"/>
                  </a:lnTo>
                  <a:lnTo>
                    <a:pt x="14211" y="10"/>
                  </a:lnTo>
                  <a:lnTo>
                    <a:pt x="138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4111853" y="2530958"/>
              <a:ext cx="983964" cy="824670"/>
            </a:xfrm>
            <a:custGeom>
              <a:avLst/>
              <a:gdLst/>
              <a:ahLst/>
              <a:cxnLst/>
              <a:rect l="l" t="t" r="r" b="b"/>
              <a:pathLst>
                <a:path w="53382" h="44740" extrusionOk="0">
                  <a:moveTo>
                    <a:pt x="13889" y="0"/>
                  </a:moveTo>
                  <a:lnTo>
                    <a:pt x="13443" y="10"/>
                  </a:lnTo>
                  <a:lnTo>
                    <a:pt x="12988" y="38"/>
                  </a:lnTo>
                  <a:lnTo>
                    <a:pt x="12532" y="67"/>
                  </a:lnTo>
                  <a:lnTo>
                    <a:pt x="12067" y="123"/>
                  </a:lnTo>
                  <a:lnTo>
                    <a:pt x="11593" y="180"/>
                  </a:lnTo>
                  <a:lnTo>
                    <a:pt x="11128" y="256"/>
                  </a:lnTo>
                  <a:lnTo>
                    <a:pt x="10644" y="342"/>
                  </a:lnTo>
                  <a:lnTo>
                    <a:pt x="10170" y="437"/>
                  </a:lnTo>
                  <a:lnTo>
                    <a:pt x="9895" y="503"/>
                  </a:lnTo>
                  <a:lnTo>
                    <a:pt x="9620" y="579"/>
                  </a:lnTo>
                  <a:lnTo>
                    <a:pt x="9354" y="655"/>
                  </a:lnTo>
                  <a:lnTo>
                    <a:pt x="9089" y="740"/>
                  </a:lnTo>
                  <a:lnTo>
                    <a:pt x="8833" y="825"/>
                  </a:lnTo>
                  <a:lnTo>
                    <a:pt x="8576" y="920"/>
                  </a:lnTo>
                  <a:lnTo>
                    <a:pt x="8320" y="1015"/>
                  </a:lnTo>
                  <a:lnTo>
                    <a:pt x="8074" y="1120"/>
                  </a:lnTo>
                  <a:lnTo>
                    <a:pt x="7827" y="1224"/>
                  </a:lnTo>
                  <a:lnTo>
                    <a:pt x="7590" y="1338"/>
                  </a:lnTo>
                  <a:lnTo>
                    <a:pt x="7353" y="1461"/>
                  </a:lnTo>
                  <a:lnTo>
                    <a:pt x="7115" y="1584"/>
                  </a:lnTo>
                  <a:lnTo>
                    <a:pt x="6888" y="1708"/>
                  </a:lnTo>
                  <a:lnTo>
                    <a:pt x="6660" y="1841"/>
                  </a:lnTo>
                  <a:lnTo>
                    <a:pt x="6432" y="1983"/>
                  </a:lnTo>
                  <a:lnTo>
                    <a:pt x="6214" y="2125"/>
                  </a:lnTo>
                  <a:lnTo>
                    <a:pt x="5787" y="2419"/>
                  </a:lnTo>
                  <a:lnTo>
                    <a:pt x="5370" y="2732"/>
                  </a:lnTo>
                  <a:lnTo>
                    <a:pt x="4972" y="3064"/>
                  </a:lnTo>
                  <a:lnTo>
                    <a:pt x="4592" y="3406"/>
                  </a:lnTo>
                  <a:lnTo>
                    <a:pt x="4222" y="3766"/>
                  </a:lnTo>
                  <a:lnTo>
                    <a:pt x="3871" y="4136"/>
                  </a:lnTo>
                  <a:lnTo>
                    <a:pt x="3530" y="4525"/>
                  </a:lnTo>
                  <a:lnTo>
                    <a:pt x="3207" y="4924"/>
                  </a:lnTo>
                  <a:lnTo>
                    <a:pt x="2894" y="5341"/>
                  </a:lnTo>
                  <a:lnTo>
                    <a:pt x="2600" y="5759"/>
                  </a:lnTo>
                  <a:lnTo>
                    <a:pt x="2325" y="6195"/>
                  </a:lnTo>
                  <a:lnTo>
                    <a:pt x="2059" y="6641"/>
                  </a:lnTo>
                  <a:lnTo>
                    <a:pt x="1812" y="7087"/>
                  </a:lnTo>
                  <a:lnTo>
                    <a:pt x="1585" y="7552"/>
                  </a:lnTo>
                  <a:lnTo>
                    <a:pt x="1367" y="8016"/>
                  </a:lnTo>
                  <a:lnTo>
                    <a:pt x="1167" y="8500"/>
                  </a:lnTo>
                  <a:lnTo>
                    <a:pt x="978" y="8975"/>
                  </a:lnTo>
                  <a:lnTo>
                    <a:pt x="807" y="9468"/>
                  </a:lnTo>
                  <a:lnTo>
                    <a:pt x="646" y="9961"/>
                  </a:lnTo>
                  <a:lnTo>
                    <a:pt x="513" y="10454"/>
                  </a:lnTo>
                  <a:lnTo>
                    <a:pt x="389" y="10957"/>
                  </a:lnTo>
                  <a:lnTo>
                    <a:pt x="276" y="11460"/>
                  </a:lnTo>
                  <a:lnTo>
                    <a:pt x="181" y="11963"/>
                  </a:lnTo>
                  <a:lnTo>
                    <a:pt x="105" y="12475"/>
                  </a:lnTo>
                  <a:lnTo>
                    <a:pt x="57" y="12864"/>
                  </a:lnTo>
                  <a:lnTo>
                    <a:pt x="19" y="13272"/>
                  </a:lnTo>
                  <a:lnTo>
                    <a:pt x="1" y="13680"/>
                  </a:lnTo>
                  <a:lnTo>
                    <a:pt x="1" y="14097"/>
                  </a:lnTo>
                  <a:lnTo>
                    <a:pt x="10" y="14524"/>
                  </a:lnTo>
                  <a:lnTo>
                    <a:pt x="38" y="14951"/>
                  </a:lnTo>
                  <a:lnTo>
                    <a:pt x="86" y="15387"/>
                  </a:lnTo>
                  <a:lnTo>
                    <a:pt x="143" y="15833"/>
                  </a:lnTo>
                  <a:lnTo>
                    <a:pt x="219" y="16279"/>
                  </a:lnTo>
                  <a:lnTo>
                    <a:pt x="304" y="16735"/>
                  </a:lnTo>
                  <a:lnTo>
                    <a:pt x="418" y="17199"/>
                  </a:lnTo>
                  <a:lnTo>
                    <a:pt x="541" y="17664"/>
                  </a:lnTo>
                  <a:lnTo>
                    <a:pt x="684" y="18139"/>
                  </a:lnTo>
                  <a:lnTo>
                    <a:pt x="845" y="18613"/>
                  </a:lnTo>
                  <a:lnTo>
                    <a:pt x="1025" y="19097"/>
                  </a:lnTo>
                  <a:lnTo>
                    <a:pt x="1224" y="19581"/>
                  </a:lnTo>
                  <a:lnTo>
                    <a:pt x="1442" y="20074"/>
                  </a:lnTo>
                  <a:lnTo>
                    <a:pt x="1680" y="20567"/>
                  </a:lnTo>
                  <a:lnTo>
                    <a:pt x="1936" y="21070"/>
                  </a:lnTo>
                  <a:lnTo>
                    <a:pt x="2211" y="21573"/>
                  </a:lnTo>
                  <a:lnTo>
                    <a:pt x="2505" y="22085"/>
                  </a:lnTo>
                  <a:lnTo>
                    <a:pt x="2828" y="22597"/>
                  </a:lnTo>
                  <a:lnTo>
                    <a:pt x="3160" y="23110"/>
                  </a:lnTo>
                  <a:lnTo>
                    <a:pt x="3520" y="23631"/>
                  </a:lnTo>
                  <a:lnTo>
                    <a:pt x="3900" y="24153"/>
                  </a:lnTo>
                  <a:lnTo>
                    <a:pt x="4298" y="24675"/>
                  </a:lnTo>
                  <a:lnTo>
                    <a:pt x="4715" y="25206"/>
                  </a:lnTo>
                  <a:lnTo>
                    <a:pt x="5161" y="25737"/>
                  </a:lnTo>
                  <a:lnTo>
                    <a:pt x="5626" y="26269"/>
                  </a:lnTo>
                  <a:lnTo>
                    <a:pt x="6119" y="26800"/>
                  </a:lnTo>
                  <a:lnTo>
                    <a:pt x="6632" y="27341"/>
                  </a:lnTo>
                  <a:lnTo>
                    <a:pt x="7163" y="27881"/>
                  </a:lnTo>
                  <a:lnTo>
                    <a:pt x="8216" y="28906"/>
                  </a:lnTo>
                  <a:lnTo>
                    <a:pt x="9345" y="29978"/>
                  </a:lnTo>
                  <a:lnTo>
                    <a:pt x="10531" y="31078"/>
                  </a:lnTo>
                  <a:lnTo>
                    <a:pt x="11764" y="32207"/>
                  </a:lnTo>
                  <a:lnTo>
                    <a:pt x="13035" y="33346"/>
                  </a:lnTo>
                  <a:lnTo>
                    <a:pt x="14325" y="34484"/>
                  </a:lnTo>
                  <a:lnTo>
                    <a:pt x="15634" y="35622"/>
                  </a:lnTo>
                  <a:lnTo>
                    <a:pt x="16934" y="36732"/>
                  </a:lnTo>
                  <a:lnTo>
                    <a:pt x="18215" y="37823"/>
                  </a:lnTo>
                  <a:lnTo>
                    <a:pt x="19477" y="38876"/>
                  </a:lnTo>
                  <a:lnTo>
                    <a:pt x="20691" y="39872"/>
                  </a:lnTo>
                  <a:lnTo>
                    <a:pt x="21848" y="40812"/>
                  </a:lnTo>
                  <a:lnTo>
                    <a:pt x="22949" y="41684"/>
                  </a:lnTo>
                  <a:lnTo>
                    <a:pt x="23964" y="42481"/>
                  </a:lnTo>
                  <a:lnTo>
                    <a:pt x="24893" y="43183"/>
                  </a:lnTo>
                  <a:lnTo>
                    <a:pt x="25719" y="43781"/>
                  </a:lnTo>
                  <a:lnTo>
                    <a:pt x="26971" y="44739"/>
                  </a:lnTo>
                  <a:lnTo>
                    <a:pt x="27663" y="44331"/>
                  </a:lnTo>
                  <a:lnTo>
                    <a:pt x="28489" y="43743"/>
                  </a:lnTo>
                  <a:lnTo>
                    <a:pt x="29418" y="43060"/>
                  </a:lnTo>
                  <a:lnTo>
                    <a:pt x="30434" y="42292"/>
                  </a:lnTo>
                  <a:lnTo>
                    <a:pt x="31534" y="41457"/>
                  </a:lnTo>
                  <a:lnTo>
                    <a:pt x="32691" y="40555"/>
                  </a:lnTo>
                  <a:lnTo>
                    <a:pt x="33906" y="39607"/>
                  </a:lnTo>
                  <a:lnTo>
                    <a:pt x="35167" y="38601"/>
                  </a:lnTo>
                  <a:lnTo>
                    <a:pt x="36448" y="37567"/>
                  </a:lnTo>
                  <a:lnTo>
                    <a:pt x="37748" y="36505"/>
                  </a:lnTo>
                  <a:lnTo>
                    <a:pt x="39057" y="35423"/>
                  </a:lnTo>
                  <a:lnTo>
                    <a:pt x="40347" y="34323"/>
                  </a:lnTo>
                  <a:lnTo>
                    <a:pt x="41618" y="33232"/>
                  </a:lnTo>
                  <a:lnTo>
                    <a:pt x="42852" y="32141"/>
                  </a:lnTo>
                  <a:lnTo>
                    <a:pt x="44037" y="31059"/>
                  </a:lnTo>
                  <a:lnTo>
                    <a:pt x="44607" y="30538"/>
                  </a:lnTo>
                  <a:lnTo>
                    <a:pt x="45166" y="30016"/>
                  </a:lnTo>
                  <a:lnTo>
                    <a:pt x="45707" y="29494"/>
                  </a:lnTo>
                  <a:lnTo>
                    <a:pt x="46219" y="28991"/>
                  </a:lnTo>
                  <a:lnTo>
                    <a:pt x="46760" y="28451"/>
                  </a:lnTo>
                  <a:lnTo>
                    <a:pt x="47272" y="27900"/>
                  </a:lnTo>
                  <a:lnTo>
                    <a:pt x="47756" y="27350"/>
                  </a:lnTo>
                  <a:lnTo>
                    <a:pt x="48221" y="26800"/>
                  </a:lnTo>
                  <a:lnTo>
                    <a:pt x="48667" y="26240"/>
                  </a:lnTo>
                  <a:lnTo>
                    <a:pt x="49084" y="25690"/>
                  </a:lnTo>
                  <a:lnTo>
                    <a:pt x="49483" y="25130"/>
                  </a:lnTo>
                  <a:lnTo>
                    <a:pt x="49862" y="24571"/>
                  </a:lnTo>
                  <a:lnTo>
                    <a:pt x="50223" y="24011"/>
                  </a:lnTo>
                  <a:lnTo>
                    <a:pt x="50555" y="23451"/>
                  </a:lnTo>
                  <a:lnTo>
                    <a:pt x="50877" y="22891"/>
                  </a:lnTo>
                  <a:lnTo>
                    <a:pt x="51171" y="22332"/>
                  </a:lnTo>
                  <a:lnTo>
                    <a:pt x="51446" y="21781"/>
                  </a:lnTo>
                  <a:lnTo>
                    <a:pt x="51703" y="21231"/>
                  </a:lnTo>
                  <a:lnTo>
                    <a:pt x="51940" y="20681"/>
                  </a:lnTo>
                  <a:lnTo>
                    <a:pt x="52158" y="20140"/>
                  </a:lnTo>
                  <a:lnTo>
                    <a:pt x="52357" y="19600"/>
                  </a:lnTo>
                  <a:lnTo>
                    <a:pt x="52528" y="19068"/>
                  </a:lnTo>
                  <a:lnTo>
                    <a:pt x="52699" y="18537"/>
                  </a:lnTo>
                  <a:lnTo>
                    <a:pt x="52841" y="18015"/>
                  </a:lnTo>
                  <a:lnTo>
                    <a:pt x="52964" y="17503"/>
                  </a:lnTo>
                  <a:lnTo>
                    <a:pt x="53078" y="17000"/>
                  </a:lnTo>
                  <a:lnTo>
                    <a:pt x="53163" y="16497"/>
                  </a:lnTo>
                  <a:lnTo>
                    <a:pt x="53239" y="16004"/>
                  </a:lnTo>
                  <a:lnTo>
                    <a:pt x="53296" y="15530"/>
                  </a:lnTo>
                  <a:lnTo>
                    <a:pt x="53344" y="15055"/>
                  </a:lnTo>
                  <a:lnTo>
                    <a:pt x="53372" y="14600"/>
                  </a:lnTo>
                  <a:lnTo>
                    <a:pt x="53382" y="14145"/>
                  </a:lnTo>
                  <a:lnTo>
                    <a:pt x="53382" y="13708"/>
                  </a:lnTo>
                  <a:lnTo>
                    <a:pt x="53363" y="13281"/>
                  </a:lnTo>
                  <a:lnTo>
                    <a:pt x="53325" y="12874"/>
                  </a:lnTo>
                  <a:lnTo>
                    <a:pt x="53277" y="12475"/>
                  </a:lnTo>
                  <a:lnTo>
                    <a:pt x="53201" y="11963"/>
                  </a:lnTo>
                  <a:lnTo>
                    <a:pt x="53097" y="11460"/>
                  </a:lnTo>
                  <a:lnTo>
                    <a:pt x="52983" y="10957"/>
                  </a:lnTo>
                  <a:lnTo>
                    <a:pt x="52850" y="10454"/>
                  </a:lnTo>
                  <a:lnTo>
                    <a:pt x="52699" y="9961"/>
                  </a:lnTo>
                  <a:lnTo>
                    <a:pt x="52528" y="9468"/>
                  </a:lnTo>
                  <a:lnTo>
                    <a:pt x="52338" y="8975"/>
                  </a:lnTo>
                  <a:lnTo>
                    <a:pt x="52129" y="8500"/>
                  </a:lnTo>
                  <a:lnTo>
                    <a:pt x="51911" y="8016"/>
                  </a:lnTo>
                  <a:lnTo>
                    <a:pt x="51674" y="7552"/>
                  </a:lnTo>
                  <a:lnTo>
                    <a:pt x="51418" y="7087"/>
                  </a:lnTo>
                  <a:lnTo>
                    <a:pt x="51143" y="6641"/>
                  </a:lnTo>
                  <a:lnTo>
                    <a:pt x="50858" y="6195"/>
                  </a:lnTo>
                  <a:lnTo>
                    <a:pt x="50555" y="5759"/>
                  </a:lnTo>
                  <a:lnTo>
                    <a:pt x="50232" y="5341"/>
                  </a:lnTo>
                  <a:lnTo>
                    <a:pt x="49900" y="4924"/>
                  </a:lnTo>
                  <a:lnTo>
                    <a:pt x="49549" y="4525"/>
                  </a:lnTo>
                  <a:lnTo>
                    <a:pt x="49189" y="4136"/>
                  </a:lnTo>
                  <a:lnTo>
                    <a:pt x="48809" y="3766"/>
                  </a:lnTo>
                  <a:lnTo>
                    <a:pt x="48411" y="3406"/>
                  </a:lnTo>
                  <a:lnTo>
                    <a:pt x="48003" y="3064"/>
                  </a:lnTo>
                  <a:lnTo>
                    <a:pt x="47585" y="2732"/>
                  </a:lnTo>
                  <a:lnTo>
                    <a:pt x="47149" y="2419"/>
                  </a:lnTo>
                  <a:lnTo>
                    <a:pt x="46703" y="2125"/>
                  </a:lnTo>
                  <a:lnTo>
                    <a:pt x="46238" y="1841"/>
                  </a:lnTo>
                  <a:lnTo>
                    <a:pt x="45764" y="1584"/>
                  </a:lnTo>
                  <a:lnTo>
                    <a:pt x="45517" y="1461"/>
                  </a:lnTo>
                  <a:lnTo>
                    <a:pt x="45271" y="1338"/>
                  </a:lnTo>
                  <a:lnTo>
                    <a:pt x="45024" y="1224"/>
                  </a:lnTo>
                  <a:lnTo>
                    <a:pt x="44777" y="1120"/>
                  </a:lnTo>
                  <a:lnTo>
                    <a:pt x="44521" y="1015"/>
                  </a:lnTo>
                  <a:lnTo>
                    <a:pt x="44265" y="920"/>
                  </a:lnTo>
                  <a:lnTo>
                    <a:pt x="43999" y="825"/>
                  </a:lnTo>
                  <a:lnTo>
                    <a:pt x="43734" y="740"/>
                  </a:lnTo>
                  <a:lnTo>
                    <a:pt x="43468" y="655"/>
                  </a:lnTo>
                  <a:lnTo>
                    <a:pt x="43203" y="579"/>
                  </a:lnTo>
                  <a:lnTo>
                    <a:pt x="42927" y="503"/>
                  </a:lnTo>
                  <a:lnTo>
                    <a:pt x="42652" y="437"/>
                  </a:lnTo>
                  <a:lnTo>
                    <a:pt x="42178" y="342"/>
                  </a:lnTo>
                  <a:lnTo>
                    <a:pt x="41694" y="256"/>
                  </a:lnTo>
                  <a:lnTo>
                    <a:pt x="41229" y="180"/>
                  </a:lnTo>
                  <a:lnTo>
                    <a:pt x="40755" y="123"/>
                  </a:lnTo>
                  <a:lnTo>
                    <a:pt x="40290" y="67"/>
                  </a:lnTo>
                  <a:lnTo>
                    <a:pt x="39825" y="38"/>
                  </a:lnTo>
                  <a:lnTo>
                    <a:pt x="39379" y="10"/>
                  </a:lnTo>
                  <a:lnTo>
                    <a:pt x="38924" y="0"/>
                  </a:lnTo>
                  <a:lnTo>
                    <a:pt x="38611" y="10"/>
                  </a:lnTo>
                  <a:lnTo>
                    <a:pt x="38298" y="19"/>
                  </a:lnTo>
                  <a:lnTo>
                    <a:pt x="37985" y="38"/>
                  </a:lnTo>
                  <a:lnTo>
                    <a:pt x="37681" y="57"/>
                  </a:lnTo>
                  <a:lnTo>
                    <a:pt x="37368" y="86"/>
                  </a:lnTo>
                  <a:lnTo>
                    <a:pt x="37065" y="123"/>
                  </a:lnTo>
                  <a:lnTo>
                    <a:pt x="36761" y="171"/>
                  </a:lnTo>
                  <a:lnTo>
                    <a:pt x="36458" y="218"/>
                  </a:lnTo>
                  <a:lnTo>
                    <a:pt x="36154" y="275"/>
                  </a:lnTo>
                  <a:lnTo>
                    <a:pt x="35850" y="342"/>
                  </a:lnTo>
                  <a:lnTo>
                    <a:pt x="35556" y="408"/>
                  </a:lnTo>
                  <a:lnTo>
                    <a:pt x="35253" y="484"/>
                  </a:lnTo>
                  <a:lnTo>
                    <a:pt x="34959" y="569"/>
                  </a:lnTo>
                  <a:lnTo>
                    <a:pt x="34665" y="664"/>
                  </a:lnTo>
                  <a:lnTo>
                    <a:pt x="34361" y="759"/>
                  </a:lnTo>
                  <a:lnTo>
                    <a:pt x="34067" y="863"/>
                  </a:lnTo>
                  <a:lnTo>
                    <a:pt x="33773" y="977"/>
                  </a:lnTo>
                  <a:lnTo>
                    <a:pt x="33488" y="1101"/>
                  </a:lnTo>
                  <a:lnTo>
                    <a:pt x="33194" y="1224"/>
                  </a:lnTo>
                  <a:lnTo>
                    <a:pt x="32900" y="1357"/>
                  </a:lnTo>
                  <a:lnTo>
                    <a:pt x="32606" y="1499"/>
                  </a:lnTo>
                  <a:lnTo>
                    <a:pt x="32321" y="1651"/>
                  </a:lnTo>
                  <a:lnTo>
                    <a:pt x="32027" y="1803"/>
                  </a:lnTo>
                  <a:lnTo>
                    <a:pt x="31733" y="1964"/>
                  </a:lnTo>
                  <a:lnTo>
                    <a:pt x="31449" y="2135"/>
                  </a:lnTo>
                  <a:lnTo>
                    <a:pt x="31155" y="2315"/>
                  </a:lnTo>
                  <a:lnTo>
                    <a:pt x="30860" y="2495"/>
                  </a:lnTo>
                  <a:lnTo>
                    <a:pt x="30576" y="2685"/>
                  </a:lnTo>
                  <a:lnTo>
                    <a:pt x="30282" y="2884"/>
                  </a:lnTo>
                  <a:lnTo>
                    <a:pt x="29988" y="3093"/>
                  </a:lnTo>
                  <a:lnTo>
                    <a:pt x="29694" y="3311"/>
                  </a:lnTo>
                  <a:lnTo>
                    <a:pt x="29409" y="3529"/>
                  </a:lnTo>
                  <a:lnTo>
                    <a:pt x="29153" y="3728"/>
                  </a:lnTo>
                  <a:lnTo>
                    <a:pt x="28906" y="3928"/>
                  </a:lnTo>
                  <a:lnTo>
                    <a:pt x="28679" y="4136"/>
                  </a:lnTo>
                  <a:lnTo>
                    <a:pt x="28451" y="4345"/>
                  </a:lnTo>
                  <a:lnTo>
                    <a:pt x="28233" y="4554"/>
                  </a:lnTo>
                  <a:lnTo>
                    <a:pt x="28033" y="4772"/>
                  </a:lnTo>
                  <a:lnTo>
                    <a:pt x="27834" y="4981"/>
                  </a:lnTo>
                  <a:lnTo>
                    <a:pt x="27644" y="5199"/>
                  </a:lnTo>
                  <a:lnTo>
                    <a:pt x="27464" y="5417"/>
                  </a:lnTo>
                  <a:lnTo>
                    <a:pt x="27293" y="5626"/>
                  </a:lnTo>
                  <a:lnTo>
                    <a:pt x="27123" y="5844"/>
                  </a:lnTo>
                  <a:lnTo>
                    <a:pt x="26971" y="6062"/>
                  </a:lnTo>
                  <a:lnTo>
                    <a:pt x="26677" y="6480"/>
                  </a:lnTo>
                  <a:lnTo>
                    <a:pt x="26421" y="6897"/>
                  </a:lnTo>
                  <a:lnTo>
                    <a:pt x="26411" y="6887"/>
                  </a:lnTo>
                  <a:lnTo>
                    <a:pt x="26411" y="6897"/>
                  </a:lnTo>
                  <a:lnTo>
                    <a:pt x="26402" y="6897"/>
                  </a:lnTo>
                  <a:lnTo>
                    <a:pt x="26146" y="6480"/>
                  </a:lnTo>
                  <a:lnTo>
                    <a:pt x="25852" y="6062"/>
                  </a:lnTo>
                  <a:lnTo>
                    <a:pt x="25700" y="5844"/>
                  </a:lnTo>
                  <a:lnTo>
                    <a:pt x="25529" y="5626"/>
                  </a:lnTo>
                  <a:lnTo>
                    <a:pt x="25358" y="5417"/>
                  </a:lnTo>
                  <a:lnTo>
                    <a:pt x="25178" y="5199"/>
                  </a:lnTo>
                  <a:lnTo>
                    <a:pt x="24988" y="4981"/>
                  </a:lnTo>
                  <a:lnTo>
                    <a:pt x="24789" y="4772"/>
                  </a:lnTo>
                  <a:lnTo>
                    <a:pt x="24590" y="4554"/>
                  </a:lnTo>
                  <a:lnTo>
                    <a:pt x="24372" y="4345"/>
                  </a:lnTo>
                  <a:lnTo>
                    <a:pt x="24144" y="4136"/>
                  </a:lnTo>
                  <a:lnTo>
                    <a:pt x="23907" y="3928"/>
                  </a:lnTo>
                  <a:lnTo>
                    <a:pt x="23670" y="3728"/>
                  </a:lnTo>
                  <a:lnTo>
                    <a:pt x="23413" y="3529"/>
                  </a:lnTo>
                  <a:lnTo>
                    <a:pt x="23119" y="3311"/>
                  </a:lnTo>
                  <a:lnTo>
                    <a:pt x="22835" y="3093"/>
                  </a:lnTo>
                  <a:lnTo>
                    <a:pt x="22541" y="2884"/>
                  </a:lnTo>
                  <a:lnTo>
                    <a:pt x="22247" y="2685"/>
                  </a:lnTo>
                  <a:lnTo>
                    <a:pt x="21962" y="2495"/>
                  </a:lnTo>
                  <a:lnTo>
                    <a:pt x="21668" y="2315"/>
                  </a:lnTo>
                  <a:lnTo>
                    <a:pt x="21383" y="2135"/>
                  </a:lnTo>
                  <a:lnTo>
                    <a:pt x="21089" y="1964"/>
                  </a:lnTo>
                  <a:lnTo>
                    <a:pt x="20795" y="1803"/>
                  </a:lnTo>
                  <a:lnTo>
                    <a:pt x="20511" y="1651"/>
                  </a:lnTo>
                  <a:lnTo>
                    <a:pt x="20216" y="1499"/>
                  </a:lnTo>
                  <a:lnTo>
                    <a:pt x="19922" y="1357"/>
                  </a:lnTo>
                  <a:lnTo>
                    <a:pt x="19628" y="1224"/>
                  </a:lnTo>
                  <a:lnTo>
                    <a:pt x="19344" y="1101"/>
                  </a:lnTo>
                  <a:lnTo>
                    <a:pt x="19050" y="977"/>
                  </a:lnTo>
                  <a:lnTo>
                    <a:pt x="18756" y="863"/>
                  </a:lnTo>
                  <a:lnTo>
                    <a:pt x="18461" y="759"/>
                  </a:lnTo>
                  <a:lnTo>
                    <a:pt x="18167" y="664"/>
                  </a:lnTo>
                  <a:lnTo>
                    <a:pt x="17864" y="569"/>
                  </a:lnTo>
                  <a:lnTo>
                    <a:pt x="17570" y="484"/>
                  </a:lnTo>
                  <a:lnTo>
                    <a:pt x="17276" y="408"/>
                  </a:lnTo>
                  <a:lnTo>
                    <a:pt x="16972" y="342"/>
                  </a:lnTo>
                  <a:lnTo>
                    <a:pt x="16668" y="275"/>
                  </a:lnTo>
                  <a:lnTo>
                    <a:pt x="16365" y="218"/>
                  </a:lnTo>
                  <a:lnTo>
                    <a:pt x="16061" y="171"/>
                  </a:lnTo>
                  <a:lnTo>
                    <a:pt x="15758" y="123"/>
                  </a:lnTo>
                  <a:lnTo>
                    <a:pt x="15454" y="86"/>
                  </a:lnTo>
                  <a:lnTo>
                    <a:pt x="15141" y="57"/>
                  </a:lnTo>
                  <a:lnTo>
                    <a:pt x="14838" y="38"/>
                  </a:lnTo>
                  <a:lnTo>
                    <a:pt x="14525" y="19"/>
                  </a:lnTo>
                  <a:lnTo>
                    <a:pt x="14211" y="10"/>
                  </a:lnTo>
                  <a:lnTo>
                    <a:pt x="138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4111853" y="3907215"/>
              <a:ext cx="983964" cy="824670"/>
            </a:xfrm>
            <a:custGeom>
              <a:avLst/>
              <a:gdLst/>
              <a:ahLst/>
              <a:cxnLst/>
              <a:rect l="l" t="t" r="r" b="b"/>
              <a:pathLst>
                <a:path w="53382" h="44740" extrusionOk="0">
                  <a:moveTo>
                    <a:pt x="13889" y="0"/>
                  </a:moveTo>
                  <a:lnTo>
                    <a:pt x="13443" y="10"/>
                  </a:lnTo>
                  <a:lnTo>
                    <a:pt x="12988" y="38"/>
                  </a:lnTo>
                  <a:lnTo>
                    <a:pt x="12532" y="67"/>
                  </a:lnTo>
                  <a:lnTo>
                    <a:pt x="12067" y="123"/>
                  </a:lnTo>
                  <a:lnTo>
                    <a:pt x="11593" y="180"/>
                  </a:lnTo>
                  <a:lnTo>
                    <a:pt x="11128" y="256"/>
                  </a:lnTo>
                  <a:lnTo>
                    <a:pt x="10644" y="342"/>
                  </a:lnTo>
                  <a:lnTo>
                    <a:pt x="10170" y="437"/>
                  </a:lnTo>
                  <a:lnTo>
                    <a:pt x="9895" y="503"/>
                  </a:lnTo>
                  <a:lnTo>
                    <a:pt x="9620" y="579"/>
                  </a:lnTo>
                  <a:lnTo>
                    <a:pt x="9354" y="655"/>
                  </a:lnTo>
                  <a:lnTo>
                    <a:pt x="9089" y="740"/>
                  </a:lnTo>
                  <a:lnTo>
                    <a:pt x="8833" y="825"/>
                  </a:lnTo>
                  <a:lnTo>
                    <a:pt x="8576" y="920"/>
                  </a:lnTo>
                  <a:lnTo>
                    <a:pt x="8320" y="1015"/>
                  </a:lnTo>
                  <a:lnTo>
                    <a:pt x="8074" y="1120"/>
                  </a:lnTo>
                  <a:lnTo>
                    <a:pt x="7827" y="1224"/>
                  </a:lnTo>
                  <a:lnTo>
                    <a:pt x="7590" y="1338"/>
                  </a:lnTo>
                  <a:lnTo>
                    <a:pt x="7353" y="1461"/>
                  </a:lnTo>
                  <a:lnTo>
                    <a:pt x="7115" y="1584"/>
                  </a:lnTo>
                  <a:lnTo>
                    <a:pt x="6888" y="1708"/>
                  </a:lnTo>
                  <a:lnTo>
                    <a:pt x="6660" y="1841"/>
                  </a:lnTo>
                  <a:lnTo>
                    <a:pt x="6432" y="1983"/>
                  </a:lnTo>
                  <a:lnTo>
                    <a:pt x="6214" y="2125"/>
                  </a:lnTo>
                  <a:lnTo>
                    <a:pt x="5787" y="2419"/>
                  </a:lnTo>
                  <a:lnTo>
                    <a:pt x="5370" y="2732"/>
                  </a:lnTo>
                  <a:lnTo>
                    <a:pt x="4972" y="3064"/>
                  </a:lnTo>
                  <a:lnTo>
                    <a:pt x="4592" y="3406"/>
                  </a:lnTo>
                  <a:lnTo>
                    <a:pt x="4222" y="3766"/>
                  </a:lnTo>
                  <a:lnTo>
                    <a:pt x="3871" y="4136"/>
                  </a:lnTo>
                  <a:lnTo>
                    <a:pt x="3530" y="4525"/>
                  </a:lnTo>
                  <a:lnTo>
                    <a:pt x="3207" y="4924"/>
                  </a:lnTo>
                  <a:lnTo>
                    <a:pt x="2894" y="5341"/>
                  </a:lnTo>
                  <a:lnTo>
                    <a:pt x="2600" y="5759"/>
                  </a:lnTo>
                  <a:lnTo>
                    <a:pt x="2325" y="6195"/>
                  </a:lnTo>
                  <a:lnTo>
                    <a:pt x="2059" y="6641"/>
                  </a:lnTo>
                  <a:lnTo>
                    <a:pt x="1812" y="7087"/>
                  </a:lnTo>
                  <a:lnTo>
                    <a:pt x="1585" y="7552"/>
                  </a:lnTo>
                  <a:lnTo>
                    <a:pt x="1367" y="8016"/>
                  </a:lnTo>
                  <a:lnTo>
                    <a:pt x="1167" y="8500"/>
                  </a:lnTo>
                  <a:lnTo>
                    <a:pt x="978" y="8975"/>
                  </a:lnTo>
                  <a:lnTo>
                    <a:pt x="807" y="9468"/>
                  </a:lnTo>
                  <a:lnTo>
                    <a:pt x="646" y="9961"/>
                  </a:lnTo>
                  <a:lnTo>
                    <a:pt x="513" y="10454"/>
                  </a:lnTo>
                  <a:lnTo>
                    <a:pt x="389" y="10957"/>
                  </a:lnTo>
                  <a:lnTo>
                    <a:pt x="276" y="11460"/>
                  </a:lnTo>
                  <a:lnTo>
                    <a:pt x="181" y="11963"/>
                  </a:lnTo>
                  <a:lnTo>
                    <a:pt x="105" y="12475"/>
                  </a:lnTo>
                  <a:lnTo>
                    <a:pt x="57" y="12864"/>
                  </a:lnTo>
                  <a:lnTo>
                    <a:pt x="19" y="13272"/>
                  </a:lnTo>
                  <a:lnTo>
                    <a:pt x="1" y="13680"/>
                  </a:lnTo>
                  <a:lnTo>
                    <a:pt x="1" y="14097"/>
                  </a:lnTo>
                  <a:lnTo>
                    <a:pt x="10" y="14524"/>
                  </a:lnTo>
                  <a:lnTo>
                    <a:pt x="38" y="14951"/>
                  </a:lnTo>
                  <a:lnTo>
                    <a:pt x="86" y="15387"/>
                  </a:lnTo>
                  <a:lnTo>
                    <a:pt x="143" y="15833"/>
                  </a:lnTo>
                  <a:lnTo>
                    <a:pt x="219" y="16279"/>
                  </a:lnTo>
                  <a:lnTo>
                    <a:pt x="304" y="16735"/>
                  </a:lnTo>
                  <a:lnTo>
                    <a:pt x="418" y="17199"/>
                  </a:lnTo>
                  <a:lnTo>
                    <a:pt x="541" y="17664"/>
                  </a:lnTo>
                  <a:lnTo>
                    <a:pt x="684" y="18139"/>
                  </a:lnTo>
                  <a:lnTo>
                    <a:pt x="845" y="18613"/>
                  </a:lnTo>
                  <a:lnTo>
                    <a:pt x="1025" y="19097"/>
                  </a:lnTo>
                  <a:lnTo>
                    <a:pt x="1224" y="19581"/>
                  </a:lnTo>
                  <a:lnTo>
                    <a:pt x="1442" y="20074"/>
                  </a:lnTo>
                  <a:lnTo>
                    <a:pt x="1680" y="20567"/>
                  </a:lnTo>
                  <a:lnTo>
                    <a:pt x="1936" y="21070"/>
                  </a:lnTo>
                  <a:lnTo>
                    <a:pt x="2211" y="21573"/>
                  </a:lnTo>
                  <a:lnTo>
                    <a:pt x="2505" y="22085"/>
                  </a:lnTo>
                  <a:lnTo>
                    <a:pt x="2828" y="22597"/>
                  </a:lnTo>
                  <a:lnTo>
                    <a:pt x="3160" y="23110"/>
                  </a:lnTo>
                  <a:lnTo>
                    <a:pt x="3520" y="23631"/>
                  </a:lnTo>
                  <a:lnTo>
                    <a:pt x="3900" y="24153"/>
                  </a:lnTo>
                  <a:lnTo>
                    <a:pt x="4298" y="24675"/>
                  </a:lnTo>
                  <a:lnTo>
                    <a:pt x="4715" y="25206"/>
                  </a:lnTo>
                  <a:lnTo>
                    <a:pt x="5161" y="25737"/>
                  </a:lnTo>
                  <a:lnTo>
                    <a:pt x="5626" y="26269"/>
                  </a:lnTo>
                  <a:lnTo>
                    <a:pt x="6119" y="26800"/>
                  </a:lnTo>
                  <a:lnTo>
                    <a:pt x="6632" y="27341"/>
                  </a:lnTo>
                  <a:lnTo>
                    <a:pt x="7163" y="27881"/>
                  </a:lnTo>
                  <a:lnTo>
                    <a:pt x="8216" y="28906"/>
                  </a:lnTo>
                  <a:lnTo>
                    <a:pt x="9345" y="29978"/>
                  </a:lnTo>
                  <a:lnTo>
                    <a:pt x="10531" y="31078"/>
                  </a:lnTo>
                  <a:lnTo>
                    <a:pt x="11764" y="32207"/>
                  </a:lnTo>
                  <a:lnTo>
                    <a:pt x="13035" y="33346"/>
                  </a:lnTo>
                  <a:lnTo>
                    <a:pt x="14325" y="34484"/>
                  </a:lnTo>
                  <a:lnTo>
                    <a:pt x="15634" y="35622"/>
                  </a:lnTo>
                  <a:lnTo>
                    <a:pt x="16934" y="36732"/>
                  </a:lnTo>
                  <a:lnTo>
                    <a:pt x="18215" y="37823"/>
                  </a:lnTo>
                  <a:lnTo>
                    <a:pt x="19477" y="38876"/>
                  </a:lnTo>
                  <a:lnTo>
                    <a:pt x="20691" y="39872"/>
                  </a:lnTo>
                  <a:lnTo>
                    <a:pt x="21848" y="40812"/>
                  </a:lnTo>
                  <a:lnTo>
                    <a:pt x="22949" y="41684"/>
                  </a:lnTo>
                  <a:lnTo>
                    <a:pt x="23964" y="42481"/>
                  </a:lnTo>
                  <a:lnTo>
                    <a:pt x="24893" y="43183"/>
                  </a:lnTo>
                  <a:lnTo>
                    <a:pt x="25719" y="43781"/>
                  </a:lnTo>
                  <a:lnTo>
                    <a:pt x="26971" y="44739"/>
                  </a:lnTo>
                  <a:lnTo>
                    <a:pt x="27663" y="44331"/>
                  </a:lnTo>
                  <a:lnTo>
                    <a:pt x="28489" y="43743"/>
                  </a:lnTo>
                  <a:lnTo>
                    <a:pt x="29418" y="43060"/>
                  </a:lnTo>
                  <a:lnTo>
                    <a:pt x="30434" y="42292"/>
                  </a:lnTo>
                  <a:lnTo>
                    <a:pt x="31534" y="41457"/>
                  </a:lnTo>
                  <a:lnTo>
                    <a:pt x="32691" y="40555"/>
                  </a:lnTo>
                  <a:lnTo>
                    <a:pt x="33906" y="39607"/>
                  </a:lnTo>
                  <a:lnTo>
                    <a:pt x="35167" y="38601"/>
                  </a:lnTo>
                  <a:lnTo>
                    <a:pt x="36448" y="37567"/>
                  </a:lnTo>
                  <a:lnTo>
                    <a:pt x="37748" y="36505"/>
                  </a:lnTo>
                  <a:lnTo>
                    <a:pt x="39057" y="35423"/>
                  </a:lnTo>
                  <a:lnTo>
                    <a:pt x="40347" y="34323"/>
                  </a:lnTo>
                  <a:lnTo>
                    <a:pt x="41618" y="33232"/>
                  </a:lnTo>
                  <a:lnTo>
                    <a:pt x="42852" y="32141"/>
                  </a:lnTo>
                  <a:lnTo>
                    <a:pt x="44037" y="31059"/>
                  </a:lnTo>
                  <a:lnTo>
                    <a:pt x="44607" y="30538"/>
                  </a:lnTo>
                  <a:lnTo>
                    <a:pt x="45166" y="30016"/>
                  </a:lnTo>
                  <a:lnTo>
                    <a:pt x="45707" y="29494"/>
                  </a:lnTo>
                  <a:lnTo>
                    <a:pt x="46219" y="28991"/>
                  </a:lnTo>
                  <a:lnTo>
                    <a:pt x="46760" y="28451"/>
                  </a:lnTo>
                  <a:lnTo>
                    <a:pt x="47272" y="27900"/>
                  </a:lnTo>
                  <a:lnTo>
                    <a:pt x="47756" y="27350"/>
                  </a:lnTo>
                  <a:lnTo>
                    <a:pt x="48221" y="26800"/>
                  </a:lnTo>
                  <a:lnTo>
                    <a:pt x="48667" y="26240"/>
                  </a:lnTo>
                  <a:lnTo>
                    <a:pt x="49084" y="25690"/>
                  </a:lnTo>
                  <a:lnTo>
                    <a:pt x="49483" y="25130"/>
                  </a:lnTo>
                  <a:lnTo>
                    <a:pt x="49862" y="24571"/>
                  </a:lnTo>
                  <a:lnTo>
                    <a:pt x="50223" y="24011"/>
                  </a:lnTo>
                  <a:lnTo>
                    <a:pt x="50555" y="23451"/>
                  </a:lnTo>
                  <a:lnTo>
                    <a:pt x="50877" y="22891"/>
                  </a:lnTo>
                  <a:lnTo>
                    <a:pt x="51171" y="22332"/>
                  </a:lnTo>
                  <a:lnTo>
                    <a:pt x="51446" y="21781"/>
                  </a:lnTo>
                  <a:lnTo>
                    <a:pt x="51703" y="21231"/>
                  </a:lnTo>
                  <a:lnTo>
                    <a:pt x="51940" y="20681"/>
                  </a:lnTo>
                  <a:lnTo>
                    <a:pt x="52158" y="20140"/>
                  </a:lnTo>
                  <a:lnTo>
                    <a:pt x="52357" y="19600"/>
                  </a:lnTo>
                  <a:lnTo>
                    <a:pt x="52528" y="19068"/>
                  </a:lnTo>
                  <a:lnTo>
                    <a:pt x="52699" y="18537"/>
                  </a:lnTo>
                  <a:lnTo>
                    <a:pt x="52841" y="18015"/>
                  </a:lnTo>
                  <a:lnTo>
                    <a:pt x="52964" y="17503"/>
                  </a:lnTo>
                  <a:lnTo>
                    <a:pt x="53078" y="17000"/>
                  </a:lnTo>
                  <a:lnTo>
                    <a:pt x="53163" y="16497"/>
                  </a:lnTo>
                  <a:lnTo>
                    <a:pt x="53239" y="16004"/>
                  </a:lnTo>
                  <a:lnTo>
                    <a:pt x="53296" y="15530"/>
                  </a:lnTo>
                  <a:lnTo>
                    <a:pt x="53344" y="15055"/>
                  </a:lnTo>
                  <a:lnTo>
                    <a:pt x="53372" y="14600"/>
                  </a:lnTo>
                  <a:lnTo>
                    <a:pt x="53382" y="14145"/>
                  </a:lnTo>
                  <a:lnTo>
                    <a:pt x="53382" y="13708"/>
                  </a:lnTo>
                  <a:lnTo>
                    <a:pt x="53363" y="13281"/>
                  </a:lnTo>
                  <a:lnTo>
                    <a:pt x="53325" y="12874"/>
                  </a:lnTo>
                  <a:lnTo>
                    <a:pt x="53277" y="12475"/>
                  </a:lnTo>
                  <a:lnTo>
                    <a:pt x="53201" y="11963"/>
                  </a:lnTo>
                  <a:lnTo>
                    <a:pt x="53097" y="11460"/>
                  </a:lnTo>
                  <a:lnTo>
                    <a:pt x="52983" y="10957"/>
                  </a:lnTo>
                  <a:lnTo>
                    <a:pt x="52850" y="10454"/>
                  </a:lnTo>
                  <a:lnTo>
                    <a:pt x="52699" y="9961"/>
                  </a:lnTo>
                  <a:lnTo>
                    <a:pt x="52528" y="9468"/>
                  </a:lnTo>
                  <a:lnTo>
                    <a:pt x="52338" y="8975"/>
                  </a:lnTo>
                  <a:lnTo>
                    <a:pt x="52129" y="8500"/>
                  </a:lnTo>
                  <a:lnTo>
                    <a:pt x="51911" y="8016"/>
                  </a:lnTo>
                  <a:lnTo>
                    <a:pt x="51674" y="7552"/>
                  </a:lnTo>
                  <a:lnTo>
                    <a:pt x="51418" y="7087"/>
                  </a:lnTo>
                  <a:lnTo>
                    <a:pt x="51143" y="6641"/>
                  </a:lnTo>
                  <a:lnTo>
                    <a:pt x="50858" y="6195"/>
                  </a:lnTo>
                  <a:lnTo>
                    <a:pt x="50555" y="5759"/>
                  </a:lnTo>
                  <a:lnTo>
                    <a:pt x="50232" y="5341"/>
                  </a:lnTo>
                  <a:lnTo>
                    <a:pt x="49900" y="4924"/>
                  </a:lnTo>
                  <a:lnTo>
                    <a:pt x="49549" y="4525"/>
                  </a:lnTo>
                  <a:lnTo>
                    <a:pt x="49189" y="4136"/>
                  </a:lnTo>
                  <a:lnTo>
                    <a:pt x="48809" y="3766"/>
                  </a:lnTo>
                  <a:lnTo>
                    <a:pt x="48411" y="3406"/>
                  </a:lnTo>
                  <a:lnTo>
                    <a:pt x="48003" y="3064"/>
                  </a:lnTo>
                  <a:lnTo>
                    <a:pt x="47585" y="2732"/>
                  </a:lnTo>
                  <a:lnTo>
                    <a:pt x="47149" y="2419"/>
                  </a:lnTo>
                  <a:lnTo>
                    <a:pt x="46703" y="2125"/>
                  </a:lnTo>
                  <a:lnTo>
                    <a:pt x="46238" y="1841"/>
                  </a:lnTo>
                  <a:lnTo>
                    <a:pt x="45764" y="1584"/>
                  </a:lnTo>
                  <a:lnTo>
                    <a:pt x="45517" y="1461"/>
                  </a:lnTo>
                  <a:lnTo>
                    <a:pt x="45271" y="1338"/>
                  </a:lnTo>
                  <a:lnTo>
                    <a:pt x="45024" y="1224"/>
                  </a:lnTo>
                  <a:lnTo>
                    <a:pt x="44777" y="1120"/>
                  </a:lnTo>
                  <a:lnTo>
                    <a:pt x="44521" y="1015"/>
                  </a:lnTo>
                  <a:lnTo>
                    <a:pt x="44265" y="920"/>
                  </a:lnTo>
                  <a:lnTo>
                    <a:pt x="43999" y="825"/>
                  </a:lnTo>
                  <a:lnTo>
                    <a:pt x="43734" y="740"/>
                  </a:lnTo>
                  <a:lnTo>
                    <a:pt x="43468" y="655"/>
                  </a:lnTo>
                  <a:lnTo>
                    <a:pt x="43203" y="579"/>
                  </a:lnTo>
                  <a:lnTo>
                    <a:pt x="42927" y="503"/>
                  </a:lnTo>
                  <a:lnTo>
                    <a:pt x="42652" y="437"/>
                  </a:lnTo>
                  <a:lnTo>
                    <a:pt x="42178" y="342"/>
                  </a:lnTo>
                  <a:lnTo>
                    <a:pt x="41694" y="256"/>
                  </a:lnTo>
                  <a:lnTo>
                    <a:pt x="41229" y="180"/>
                  </a:lnTo>
                  <a:lnTo>
                    <a:pt x="40755" y="123"/>
                  </a:lnTo>
                  <a:lnTo>
                    <a:pt x="40290" y="67"/>
                  </a:lnTo>
                  <a:lnTo>
                    <a:pt x="39825" y="38"/>
                  </a:lnTo>
                  <a:lnTo>
                    <a:pt x="39379" y="10"/>
                  </a:lnTo>
                  <a:lnTo>
                    <a:pt x="38924" y="0"/>
                  </a:lnTo>
                  <a:lnTo>
                    <a:pt x="38611" y="10"/>
                  </a:lnTo>
                  <a:lnTo>
                    <a:pt x="38298" y="19"/>
                  </a:lnTo>
                  <a:lnTo>
                    <a:pt x="37985" y="38"/>
                  </a:lnTo>
                  <a:lnTo>
                    <a:pt x="37681" y="57"/>
                  </a:lnTo>
                  <a:lnTo>
                    <a:pt x="37368" y="86"/>
                  </a:lnTo>
                  <a:lnTo>
                    <a:pt x="37065" y="123"/>
                  </a:lnTo>
                  <a:lnTo>
                    <a:pt x="36761" y="171"/>
                  </a:lnTo>
                  <a:lnTo>
                    <a:pt x="36458" y="218"/>
                  </a:lnTo>
                  <a:lnTo>
                    <a:pt x="36154" y="275"/>
                  </a:lnTo>
                  <a:lnTo>
                    <a:pt x="35850" y="342"/>
                  </a:lnTo>
                  <a:lnTo>
                    <a:pt x="35556" y="408"/>
                  </a:lnTo>
                  <a:lnTo>
                    <a:pt x="35253" y="484"/>
                  </a:lnTo>
                  <a:lnTo>
                    <a:pt x="34959" y="569"/>
                  </a:lnTo>
                  <a:lnTo>
                    <a:pt x="34665" y="664"/>
                  </a:lnTo>
                  <a:lnTo>
                    <a:pt x="34361" y="759"/>
                  </a:lnTo>
                  <a:lnTo>
                    <a:pt x="34067" y="863"/>
                  </a:lnTo>
                  <a:lnTo>
                    <a:pt x="33773" y="977"/>
                  </a:lnTo>
                  <a:lnTo>
                    <a:pt x="33488" y="1101"/>
                  </a:lnTo>
                  <a:lnTo>
                    <a:pt x="33194" y="1224"/>
                  </a:lnTo>
                  <a:lnTo>
                    <a:pt x="32900" y="1357"/>
                  </a:lnTo>
                  <a:lnTo>
                    <a:pt x="32606" y="1499"/>
                  </a:lnTo>
                  <a:lnTo>
                    <a:pt x="32321" y="1651"/>
                  </a:lnTo>
                  <a:lnTo>
                    <a:pt x="32027" y="1803"/>
                  </a:lnTo>
                  <a:lnTo>
                    <a:pt x="31733" y="1964"/>
                  </a:lnTo>
                  <a:lnTo>
                    <a:pt x="31449" y="2135"/>
                  </a:lnTo>
                  <a:lnTo>
                    <a:pt x="31155" y="2315"/>
                  </a:lnTo>
                  <a:lnTo>
                    <a:pt x="30860" y="2495"/>
                  </a:lnTo>
                  <a:lnTo>
                    <a:pt x="30576" y="2685"/>
                  </a:lnTo>
                  <a:lnTo>
                    <a:pt x="30282" y="2884"/>
                  </a:lnTo>
                  <a:lnTo>
                    <a:pt x="29988" y="3093"/>
                  </a:lnTo>
                  <a:lnTo>
                    <a:pt x="29694" y="3311"/>
                  </a:lnTo>
                  <a:lnTo>
                    <a:pt x="29409" y="3529"/>
                  </a:lnTo>
                  <a:lnTo>
                    <a:pt x="29153" y="3728"/>
                  </a:lnTo>
                  <a:lnTo>
                    <a:pt x="28906" y="3928"/>
                  </a:lnTo>
                  <a:lnTo>
                    <a:pt x="28679" y="4136"/>
                  </a:lnTo>
                  <a:lnTo>
                    <a:pt x="28451" y="4345"/>
                  </a:lnTo>
                  <a:lnTo>
                    <a:pt x="28233" y="4554"/>
                  </a:lnTo>
                  <a:lnTo>
                    <a:pt x="28033" y="4772"/>
                  </a:lnTo>
                  <a:lnTo>
                    <a:pt x="27834" y="4981"/>
                  </a:lnTo>
                  <a:lnTo>
                    <a:pt x="27644" y="5199"/>
                  </a:lnTo>
                  <a:lnTo>
                    <a:pt x="27464" y="5417"/>
                  </a:lnTo>
                  <a:lnTo>
                    <a:pt x="27293" y="5626"/>
                  </a:lnTo>
                  <a:lnTo>
                    <a:pt x="27123" y="5844"/>
                  </a:lnTo>
                  <a:lnTo>
                    <a:pt x="26971" y="6062"/>
                  </a:lnTo>
                  <a:lnTo>
                    <a:pt x="26677" y="6480"/>
                  </a:lnTo>
                  <a:lnTo>
                    <a:pt x="26421" y="6897"/>
                  </a:lnTo>
                  <a:lnTo>
                    <a:pt x="26411" y="6887"/>
                  </a:lnTo>
                  <a:lnTo>
                    <a:pt x="26411" y="6897"/>
                  </a:lnTo>
                  <a:lnTo>
                    <a:pt x="26402" y="6897"/>
                  </a:lnTo>
                  <a:lnTo>
                    <a:pt x="26146" y="6480"/>
                  </a:lnTo>
                  <a:lnTo>
                    <a:pt x="25852" y="6062"/>
                  </a:lnTo>
                  <a:lnTo>
                    <a:pt x="25700" y="5844"/>
                  </a:lnTo>
                  <a:lnTo>
                    <a:pt x="25529" y="5626"/>
                  </a:lnTo>
                  <a:lnTo>
                    <a:pt x="25358" y="5417"/>
                  </a:lnTo>
                  <a:lnTo>
                    <a:pt x="25178" y="5199"/>
                  </a:lnTo>
                  <a:lnTo>
                    <a:pt x="24988" y="4981"/>
                  </a:lnTo>
                  <a:lnTo>
                    <a:pt x="24789" y="4772"/>
                  </a:lnTo>
                  <a:lnTo>
                    <a:pt x="24590" y="4554"/>
                  </a:lnTo>
                  <a:lnTo>
                    <a:pt x="24372" y="4345"/>
                  </a:lnTo>
                  <a:lnTo>
                    <a:pt x="24144" y="4136"/>
                  </a:lnTo>
                  <a:lnTo>
                    <a:pt x="23907" y="3928"/>
                  </a:lnTo>
                  <a:lnTo>
                    <a:pt x="23670" y="3728"/>
                  </a:lnTo>
                  <a:lnTo>
                    <a:pt x="23413" y="3529"/>
                  </a:lnTo>
                  <a:lnTo>
                    <a:pt x="23119" y="3311"/>
                  </a:lnTo>
                  <a:lnTo>
                    <a:pt x="22835" y="3093"/>
                  </a:lnTo>
                  <a:lnTo>
                    <a:pt x="22541" y="2884"/>
                  </a:lnTo>
                  <a:lnTo>
                    <a:pt x="22247" y="2685"/>
                  </a:lnTo>
                  <a:lnTo>
                    <a:pt x="21962" y="2495"/>
                  </a:lnTo>
                  <a:lnTo>
                    <a:pt x="21668" y="2315"/>
                  </a:lnTo>
                  <a:lnTo>
                    <a:pt x="21383" y="2135"/>
                  </a:lnTo>
                  <a:lnTo>
                    <a:pt x="21089" y="1964"/>
                  </a:lnTo>
                  <a:lnTo>
                    <a:pt x="20795" y="1803"/>
                  </a:lnTo>
                  <a:lnTo>
                    <a:pt x="20511" y="1651"/>
                  </a:lnTo>
                  <a:lnTo>
                    <a:pt x="20216" y="1499"/>
                  </a:lnTo>
                  <a:lnTo>
                    <a:pt x="19922" y="1357"/>
                  </a:lnTo>
                  <a:lnTo>
                    <a:pt x="19628" y="1224"/>
                  </a:lnTo>
                  <a:lnTo>
                    <a:pt x="19344" y="1101"/>
                  </a:lnTo>
                  <a:lnTo>
                    <a:pt x="19050" y="977"/>
                  </a:lnTo>
                  <a:lnTo>
                    <a:pt x="18756" y="863"/>
                  </a:lnTo>
                  <a:lnTo>
                    <a:pt x="18461" y="759"/>
                  </a:lnTo>
                  <a:lnTo>
                    <a:pt x="18167" y="664"/>
                  </a:lnTo>
                  <a:lnTo>
                    <a:pt x="17864" y="569"/>
                  </a:lnTo>
                  <a:lnTo>
                    <a:pt x="17570" y="484"/>
                  </a:lnTo>
                  <a:lnTo>
                    <a:pt x="17276" y="408"/>
                  </a:lnTo>
                  <a:lnTo>
                    <a:pt x="16972" y="342"/>
                  </a:lnTo>
                  <a:lnTo>
                    <a:pt x="16668" y="275"/>
                  </a:lnTo>
                  <a:lnTo>
                    <a:pt x="16365" y="218"/>
                  </a:lnTo>
                  <a:lnTo>
                    <a:pt x="16061" y="171"/>
                  </a:lnTo>
                  <a:lnTo>
                    <a:pt x="15758" y="123"/>
                  </a:lnTo>
                  <a:lnTo>
                    <a:pt x="15454" y="86"/>
                  </a:lnTo>
                  <a:lnTo>
                    <a:pt x="15141" y="57"/>
                  </a:lnTo>
                  <a:lnTo>
                    <a:pt x="14838" y="38"/>
                  </a:lnTo>
                  <a:lnTo>
                    <a:pt x="14525" y="19"/>
                  </a:lnTo>
                  <a:lnTo>
                    <a:pt x="14211" y="10"/>
                  </a:lnTo>
                  <a:lnTo>
                    <a:pt x="138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4" name="Google Shape;384;p19"/>
            <p:cNvGrpSpPr/>
            <p:nvPr/>
          </p:nvGrpSpPr>
          <p:grpSpPr>
            <a:xfrm>
              <a:off x="1003490" y="2153828"/>
              <a:ext cx="2057409" cy="1724336"/>
              <a:chOff x="457200" y="1283419"/>
              <a:chExt cx="4114818" cy="3448671"/>
            </a:xfrm>
          </p:grpSpPr>
          <p:sp>
            <p:nvSpPr>
              <p:cNvPr id="385" name="Google Shape;385;p19"/>
              <p:cNvSpPr/>
              <p:nvPr/>
            </p:nvSpPr>
            <p:spPr>
              <a:xfrm>
                <a:off x="457200" y="1283419"/>
                <a:ext cx="4114818" cy="3448671"/>
              </a:xfrm>
              <a:custGeom>
                <a:avLst/>
                <a:gdLst/>
                <a:ahLst/>
                <a:cxnLst/>
                <a:rect l="l" t="t" r="r" b="b"/>
                <a:pathLst>
                  <a:path w="53382" h="44740" extrusionOk="0">
                    <a:moveTo>
                      <a:pt x="13889" y="0"/>
                    </a:moveTo>
                    <a:lnTo>
                      <a:pt x="13443" y="10"/>
                    </a:lnTo>
                    <a:lnTo>
                      <a:pt x="12988" y="38"/>
                    </a:lnTo>
                    <a:lnTo>
                      <a:pt x="12532" y="67"/>
                    </a:lnTo>
                    <a:lnTo>
                      <a:pt x="12067" y="123"/>
                    </a:lnTo>
                    <a:lnTo>
                      <a:pt x="11593" y="180"/>
                    </a:lnTo>
                    <a:lnTo>
                      <a:pt x="11128" y="256"/>
                    </a:lnTo>
                    <a:lnTo>
                      <a:pt x="10644" y="342"/>
                    </a:lnTo>
                    <a:lnTo>
                      <a:pt x="10170" y="437"/>
                    </a:lnTo>
                    <a:lnTo>
                      <a:pt x="9895" y="503"/>
                    </a:lnTo>
                    <a:lnTo>
                      <a:pt x="9620" y="579"/>
                    </a:lnTo>
                    <a:lnTo>
                      <a:pt x="9354" y="655"/>
                    </a:lnTo>
                    <a:lnTo>
                      <a:pt x="9089" y="740"/>
                    </a:lnTo>
                    <a:lnTo>
                      <a:pt x="8833" y="825"/>
                    </a:lnTo>
                    <a:lnTo>
                      <a:pt x="8576" y="920"/>
                    </a:lnTo>
                    <a:lnTo>
                      <a:pt x="8320" y="1015"/>
                    </a:lnTo>
                    <a:lnTo>
                      <a:pt x="8074" y="1120"/>
                    </a:lnTo>
                    <a:lnTo>
                      <a:pt x="7827" y="1224"/>
                    </a:lnTo>
                    <a:lnTo>
                      <a:pt x="7590" y="1338"/>
                    </a:lnTo>
                    <a:lnTo>
                      <a:pt x="7353" y="1461"/>
                    </a:lnTo>
                    <a:lnTo>
                      <a:pt x="7115" y="1584"/>
                    </a:lnTo>
                    <a:lnTo>
                      <a:pt x="6888" y="1708"/>
                    </a:lnTo>
                    <a:lnTo>
                      <a:pt x="6660" y="1841"/>
                    </a:lnTo>
                    <a:lnTo>
                      <a:pt x="6432" y="1983"/>
                    </a:lnTo>
                    <a:lnTo>
                      <a:pt x="6214" y="2125"/>
                    </a:lnTo>
                    <a:lnTo>
                      <a:pt x="5787" y="2419"/>
                    </a:lnTo>
                    <a:lnTo>
                      <a:pt x="5370" y="2732"/>
                    </a:lnTo>
                    <a:lnTo>
                      <a:pt x="4972" y="3064"/>
                    </a:lnTo>
                    <a:lnTo>
                      <a:pt x="4592" y="3406"/>
                    </a:lnTo>
                    <a:lnTo>
                      <a:pt x="4222" y="3766"/>
                    </a:lnTo>
                    <a:lnTo>
                      <a:pt x="3871" y="4136"/>
                    </a:lnTo>
                    <a:lnTo>
                      <a:pt x="3530" y="4525"/>
                    </a:lnTo>
                    <a:lnTo>
                      <a:pt x="3207" y="4924"/>
                    </a:lnTo>
                    <a:lnTo>
                      <a:pt x="2894" y="5341"/>
                    </a:lnTo>
                    <a:lnTo>
                      <a:pt x="2600" y="5759"/>
                    </a:lnTo>
                    <a:lnTo>
                      <a:pt x="2325" y="6195"/>
                    </a:lnTo>
                    <a:lnTo>
                      <a:pt x="2059" y="6641"/>
                    </a:lnTo>
                    <a:lnTo>
                      <a:pt x="1812" y="7087"/>
                    </a:lnTo>
                    <a:lnTo>
                      <a:pt x="1585" y="7552"/>
                    </a:lnTo>
                    <a:lnTo>
                      <a:pt x="1367" y="8016"/>
                    </a:lnTo>
                    <a:lnTo>
                      <a:pt x="1167" y="8500"/>
                    </a:lnTo>
                    <a:lnTo>
                      <a:pt x="978" y="8975"/>
                    </a:lnTo>
                    <a:lnTo>
                      <a:pt x="807" y="9468"/>
                    </a:lnTo>
                    <a:lnTo>
                      <a:pt x="646" y="9961"/>
                    </a:lnTo>
                    <a:lnTo>
                      <a:pt x="513" y="10454"/>
                    </a:lnTo>
                    <a:lnTo>
                      <a:pt x="389" y="10957"/>
                    </a:lnTo>
                    <a:lnTo>
                      <a:pt x="276" y="11460"/>
                    </a:lnTo>
                    <a:lnTo>
                      <a:pt x="181" y="11963"/>
                    </a:lnTo>
                    <a:lnTo>
                      <a:pt x="105" y="12475"/>
                    </a:lnTo>
                    <a:lnTo>
                      <a:pt x="57" y="12864"/>
                    </a:lnTo>
                    <a:lnTo>
                      <a:pt x="19" y="13272"/>
                    </a:lnTo>
                    <a:lnTo>
                      <a:pt x="1" y="13680"/>
                    </a:lnTo>
                    <a:lnTo>
                      <a:pt x="1" y="14097"/>
                    </a:lnTo>
                    <a:lnTo>
                      <a:pt x="10" y="14524"/>
                    </a:lnTo>
                    <a:lnTo>
                      <a:pt x="38" y="14951"/>
                    </a:lnTo>
                    <a:lnTo>
                      <a:pt x="86" y="15387"/>
                    </a:lnTo>
                    <a:lnTo>
                      <a:pt x="143" y="15833"/>
                    </a:lnTo>
                    <a:lnTo>
                      <a:pt x="219" y="16279"/>
                    </a:lnTo>
                    <a:lnTo>
                      <a:pt x="304" y="16735"/>
                    </a:lnTo>
                    <a:lnTo>
                      <a:pt x="418" y="17199"/>
                    </a:lnTo>
                    <a:lnTo>
                      <a:pt x="541" y="17664"/>
                    </a:lnTo>
                    <a:lnTo>
                      <a:pt x="684" y="18139"/>
                    </a:lnTo>
                    <a:lnTo>
                      <a:pt x="845" y="18613"/>
                    </a:lnTo>
                    <a:lnTo>
                      <a:pt x="1025" y="19097"/>
                    </a:lnTo>
                    <a:lnTo>
                      <a:pt x="1224" y="19581"/>
                    </a:lnTo>
                    <a:lnTo>
                      <a:pt x="1442" y="20074"/>
                    </a:lnTo>
                    <a:lnTo>
                      <a:pt x="1680" y="20567"/>
                    </a:lnTo>
                    <a:lnTo>
                      <a:pt x="1936" y="21070"/>
                    </a:lnTo>
                    <a:lnTo>
                      <a:pt x="2211" y="21573"/>
                    </a:lnTo>
                    <a:lnTo>
                      <a:pt x="2505" y="22085"/>
                    </a:lnTo>
                    <a:lnTo>
                      <a:pt x="2828" y="22597"/>
                    </a:lnTo>
                    <a:lnTo>
                      <a:pt x="3160" y="23110"/>
                    </a:lnTo>
                    <a:lnTo>
                      <a:pt x="3520" y="23631"/>
                    </a:lnTo>
                    <a:lnTo>
                      <a:pt x="3900" y="24153"/>
                    </a:lnTo>
                    <a:lnTo>
                      <a:pt x="4298" y="24675"/>
                    </a:lnTo>
                    <a:lnTo>
                      <a:pt x="4715" y="25206"/>
                    </a:lnTo>
                    <a:lnTo>
                      <a:pt x="5161" y="25737"/>
                    </a:lnTo>
                    <a:lnTo>
                      <a:pt x="5626" y="26269"/>
                    </a:lnTo>
                    <a:lnTo>
                      <a:pt x="6119" y="26800"/>
                    </a:lnTo>
                    <a:lnTo>
                      <a:pt x="6632" y="27341"/>
                    </a:lnTo>
                    <a:lnTo>
                      <a:pt x="7163" y="27881"/>
                    </a:lnTo>
                    <a:lnTo>
                      <a:pt x="8216" y="28906"/>
                    </a:lnTo>
                    <a:lnTo>
                      <a:pt x="9345" y="29978"/>
                    </a:lnTo>
                    <a:lnTo>
                      <a:pt x="10531" y="31078"/>
                    </a:lnTo>
                    <a:lnTo>
                      <a:pt x="11764" y="32207"/>
                    </a:lnTo>
                    <a:lnTo>
                      <a:pt x="13035" y="33346"/>
                    </a:lnTo>
                    <a:lnTo>
                      <a:pt x="14325" y="34484"/>
                    </a:lnTo>
                    <a:lnTo>
                      <a:pt x="15634" y="35622"/>
                    </a:lnTo>
                    <a:lnTo>
                      <a:pt x="16934" y="36732"/>
                    </a:lnTo>
                    <a:lnTo>
                      <a:pt x="18215" y="37823"/>
                    </a:lnTo>
                    <a:lnTo>
                      <a:pt x="19477" y="38876"/>
                    </a:lnTo>
                    <a:lnTo>
                      <a:pt x="20691" y="39872"/>
                    </a:lnTo>
                    <a:lnTo>
                      <a:pt x="21848" y="40812"/>
                    </a:lnTo>
                    <a:lnTo>
                      <a:pt x="22949" y="41684"/>
                    </a:lnTo>
                    <a:lnTo>
                      <a:pt x="23964" y="42481"/>
                    </a:lnTo>
                    <a:lnTo>
                      <a:pt x="24893" y="43183"/>
                    </a:lnTo>
                    <a:lnTo>
                      <a:pt x="25719" y="43781"/>
                    </a:lnTo>
                    <a:lnTo>
                      <a:pt x="26971" y="44739"/>
                    </a:lnTo>
                    <a:lnTo>
                      <a:pt x="27663" y="44331"/>
                    </a:lnTo>
                    <a:lnTo>
                      <a:pt x="28489" y="43743"/>
                    </a:lnTo>
                    <a:lnTo>
                      <a:pt x="29418" y="43060"/>
                    </a:lnTo>
                    <a:lnTo>
                      <a:pt x="30434" y="42292"/>
                    </a:lnTo>
                    <a:lnTo>
                      <a:pt x="31534" y="41457"/>
                    </a:lnTo>
                    <a:lnTo>
                      <a:pt x="32691" y="40555"/>
                    </a:lnTo>
                    <a:lnTo>
                      <a:pt x="33906" y="39607"/>
                    </a:lnTo>
                    <a:lnTo>
                      <a:pt x="35167" y="38601"/>
                    </a:lnTo>
                    <a:lnTo>
                      <a:pt x="36448" y="37567"/>
                    </a:lnTo>
                    <a:lnTo>
                      <a:pt x="37748" y="36505"/>
                    </a:lnTo>
                    <a:lnTo>
                      <a:pt x="39057" y="35423"/>
                    </a:lnTo>
                    <a:lnTo>
                      <a:pt x="40347" y="34323"/>
                    </a:lnTo>
                    <a:lnTo>
                      <a:pt x="41618" y="33232"/>
                    </a:lnTo>
                    <a:lnTo>
                      <a:pt x="42852" y="32141"/>
                    </a:lnTo>
                    <a:lnTo>
                      <a:pt x="44037" y="31059"/>
                    </a:lnTo>
                    <a:lnTo>
                      <a:pt x="44607" y="30538"/>
                    </a:lnTo>
                    <a:lnTo>
                      <a:pt x="45166" y="30016"/>
                    </a:lnTo>
                    <a:lnTo>
                      <a:pt x="45707" y="29494"/>
                    </a:lnTo>
                    <a:lnTo>
                      <a:pt x="46219" y="28991"/>
                    </a:lnTo>
                    <a:lnTo>
                      <a:pt x="46760" y="28451"/>
                    </a:lnTo>
                    <a:lnTo>
                      <a:pt x="47272" y="27900"/>
                    </a:lnTo>
                    <a:lnTo>
                      <a:pt x="47756" y="27350"/>
                    </a:lnTo>
                    <a:lnTo>
                      <a:pt x="48221" y="26800"/>
                    </a:lnTo>
                    <a:lnTo>
                      <a:pt x="48667" y="26240"/>
                    </a:lnTo>
                    <a:lnTo>
                      <a:pt x="49084" y="25690"/>
                    </a:lnTo>
                    <a:lnTo>
                      <a:pt x="49483" y="25130"/>
                    </a:lnTo>
                    <a:lnTo>
                      <a:pt x="49862" y="24571"/>
                    </a:lnTo>
                    <a:lnTo>
                      <a:pt x="50223" y="24011"/>
                    </a:lnTo>
                    <a:lnTo>
                      <a:pt x="50555" y="23451"/>
                    </a:lnTo>
                    <a:lnTo>
                      <a:pt x="50877" y="22891"/>
                    </a:lnTo>
                    <a:lnTo>
                      <a:pt x="51171" y="22332"/>
                    </a:lnTo>
                    <a:lnTo>
                      <a:pt x="51446" y="21781"/>
                    </a:lnTo>
                    <a:lnTo>
                      <a:pt x="51703" y="21231"/>
                    </a:lnTo>
                    <a:lnTo>
                      <a:pt x="51940" y="20681"/>
                    </a:lnTo>
                    <a:lnTo>
                      <a:pt x="52158" y="20140"/>
                    </a:lnTo>
                    <a:lnTo>
                      <a:pt x="52357" y="19600"/>
                    </a:lnTo>
                    <a:lnTo>
                      <a:pt x="52528" y="19068"/>
                    </a:lnTo>
                    <a:lnTo>
                      <a:pt x="52699" y="18537"/>
                    </a:lnTo>
                    <a:lnTo>
                      <a:pt x="52841" y="18015"/>
                    </a:lnTo>
                    <a:lnTo>
                      <a:pt x="52964" y="17503"/>
                    </a:lnTo>
                    <a:lnTo>
                      <a:pt x="53078" y="17000"/>
                    </a:lnTo>
                    <a:lnTo>
                      <a:pt x="53163" y="16497"/>
                    </a:lnTo>
                    <a:lnTo>
                      <a:pt x="53239" y="16004"/>
                    </a:lnTo>
                    <a:lnTo>
                      <a:pt x="53296" y="15530"/>
                    </a:lnTo>
                    <a:lnTo>
                      <a:pt x="53344" y="15055"/>
                    </a:lnTo>
                    <a:lnTo>
                      <a:pt x="53372" y="14600"/>
                    </a:lnTo>
                    <a:lnTo>
                      <a:pt x="53382" y="14145"/>
                    </a:lnTo>
                    <a:lnTo>
                      <a:pt x="53382" y="13708"/>
                    </a:lnTo>
                    <a:lnTo>
                      <a:pt x="53363" y="13281"/>
                    </a:lnTo>
                    <a:lnTo>
                      <a:pt x="53325" y="12874"/>
                    </a:lnTo>
                    <a:lnTo>
                      <a:pt x="53277" y="12475"/>
                    </a:lnTo>
                    <a:lnTo>
                      <a:pt x="53201" y="11963"/>
                    </a:lnTo>
                    <a:lnTo>
                      <a:pt x="53097" y="11460"/>
                    </a:lnTo>
                    <a:lnTo>
                      <a:pt x="52983" y="10957"/>
                    </a:lnTo>
                    <a:lnTo>
                      <a:pt x="52850" y="10454"/>
                    </a:lnTo>
                    <a:lnTo>
                      <a:pt x="52699" y="9961"/>
                    </a:lnTo>
                    <a:lnTo>
                      <a:pt x="52528" y="9468"/>
                    </a:lnTo>
                    <a:lnTo>
                      <a:pt x="52338" y="8975"/>
                    </a:lnTo>
                    <a:lnTo>
                      <a:pt x="52129" y="8500"/>
                    </a:lnTo>
                    <a:lnTo>
                      <a:pt x="51911" y="8016"/>
                    </a:lnTo>
                    <a:lnTo>
                      <a:pt x="51674" y="7552"/>
                    </a:lnTo>
                    <a:lnTo>
                      <a:pt x="51418" y="7087"/>
                    </a:lnTo>
                    <a:lnTo>
                      <a:pt x="51143" y="6641"/>
                    </a:lnTo>
                    <a:lnTo>
                      <a:pt x="50858" y="6195"/>
                    </a:lnTo>
                    <a:lnTo>
                      <a:pt x="50555" y="5759"/>
                    </a:lnTo>
                    <a:lnTo>
                      <a:pt x="50232" y="5341"/>
                    </a:lnTo>
                    <a:lnTo>
                      <a:pt x="49900" y="4924"/>
                    </a:lnTo>
                    <a:lnTo>
                      <a:pt x="49549" y="4525"/>
                    </a:lnTo>
                    <a:lnTo>
                      <a:pt x="49189" y="4136"/>
                    </a:lnTo>
                    <a:lnTo>
                      <a:pt x="48809" y="3766"/>
                    </a:lnTo>
                    <a:lnTo>
                      <a:pt x="48411" y="3406"/>
                    </a:lnTo>
                    <a:lnTo>
                      <a:pt x="48003" y="3064"/>
                    </a:lnTo>
                    <a:lnTo>
                      <a:pt x="47585" y="2732"/>
                    </a:lnTo>
                    <a:lnTo>
                      <a:pt x="47149" y="2419"/>
                    </a:lnTo>
                    <a:lnTo>
                      <a:pt x="46703" y="2125"/>
                    </a:lnTo>
                    <a:lnTo>
                      <a:pt x="46238" y="1841"/>
                    </a:lnTo>
                    <a:lnTo>
                      <a:pt x="45764" y="1584"/>
                    </a:lnTo>
                    <a:lnTo>
                      <a:pt x="45517" y="1461"/>
                    </a:lnTo>
                    <a:lnTo>
                      <a:pt x="45271" y="1338"/>
                    </a:lnTo>
                    <a:lnTo>
                      <a:pt x="45024" y="1224"/>
                    </a:lnTo>
                    <a:lnTo>
                      <a:pt x="44777" y="1120"/>
                    </a:lnTo>
                    <a:lnTo>
                      <a:pt x="44521" y="1015"/>
                    </a:lnTo>
                    <a:lnTo>
                      <a:pt x="44265" y="920"/>
                    </a:lnTo>
                    <a:lnTo>
                      <a:pt x="43999" y="825"/>
                    </a:lnTo>
                    <a:lnTo>
                      <a:pt x="43734" y="740"/>
                    </a:lnTo>
                    <a:lnTo>
                      <a:pt x="43468" y="655"/>
                    </a:lnTo>
                    <a:lnTo>
                      <a:pt x="43203" y="579"/>
                    </a:lnTo>
                    <a:lnTo>
                      <a:pt x="42927" y="503"/>
                    </a:lnTo>
                    <a:lnTo>
                      <a:pt x="42652" y="437"/>
                    </a:lnTo>
                    <a:lnTo>
                      <a:pt x="42178" y="342"/>
                    </a:lnTo>
                    <a:lnTo>
                      <a:pt x="41694" y="256"/>
                    </a:lnTo>
                    <a:lnTo>
                      <a:pt x="41229" y="180"/>
                    </a:lnTo>
                    <a:lnTo>
                      <a:pt x="40755" y="123"/>
                    </a:lnTo>
                    <a:lnTo>
                      <a:pt x="40290" y="67"/>
                    </a:lnTo>
                    <a:lnTo>
                      <a:pt x="39825" y="38"/>
                    </a:lnTo>
                    <a:lnTo>
                      <a:pt x="39379" y="10"/>
                    </a:lnTo>
                    <a:lnTo>
                      <a:pt x="38924" y="0"/>
                    </a:lnTo>
                    <a:lnTo>
                      <a:pt x="38611" y="10"/>
                    </a:lnTo>
                    <a:lnTo>
                      <a:pt x="38298" y="19"/>
                    </a:lnTo>
                    <a:lnTo>
                      <a:pt x="37985" y="38"/>
                    </a:lnTo>
                    <a:lnTo>
                      <a:pt x="37681" y="57"/>
                    </a:lnTo>
                    <a:lnTo>
                      <a:pt x="37368" y="86"/>
                    </a:lnTo>
                    <a:lnTo>
                      <a:pt x="37065" y="123"/>
                    </a:lnTo>
                    <a:lnTo>
                      <a:pt x="36761" y="171"/>
                    </a:lnTo>
                    <a:lnTo>
                      <a:pt x="36458" y="218"/>
                    </a:lnTo>
                    <a:lnTo>
                      <a:pt x="36154" y="275"/>
                    </a:lnTo>
                    <a:lnTo>
                      <a:pt x="35850" y="342"/>
                    </a:lnTo>
                    <a:lnTo>
                      <a:pt x="35556" y="408"/>
                    </a:lnTo>
                    <a:lnTo>
                      <a:pt x="35253" y="484"/>
                    </a:lnTo>
                    <a:lnTo>
                      <a:pt x="34959" y="569"/>
                    </a:lnTo>
                    <a:lnTo>
                      <a:pt x="34665" y="664"/>
                    </a:lnTo>
                    <a:lnTo>
                      <a:pt x="34361" y="759"/>
                    </a:lnTo>
                    <a:lnTo>
                      <a:pt x="34067" y="863"/>
                    </a:lnTo>
                    <a:lnTo>
                      <a:pt x="33773" y="977"/>
                    </a:lnTo>
                    <a:lnTo>
                      <a:pt x="33488" y="1101"/>
                    </a:lnTo>
                    <a:lnTo>
                      <a:pt x="33194" y="1224"/>
                    </a:lnTo>
                    <a:lnTo>
                      <a:pt x="32900" y="1357"/>
                    </a:lnTo>
                    <a:lnTo>
                      <a:pt x="32606" y="1499"/>
                    </a:lnTo>
                    <a:lnTo>
                      <a:pt x="32321" y="1651"/>
                    </a:lnTo>
                    <a:lnTo>
                      <a:pt x="32027" y="1803"/>
                    </a:lnTo>
                    <a:lnTo>
                      <a:pt x="31733" y="1964"/>
                    </a:lnTo>
                    <a:lnTo>
                      <a:pt x="31449" y="2135"/>
                    </a:lnTo>
                    <a:lnTo>
                      <a:pt x="31155" y="2315"/>
                    </a:lnTo>
                    <a:lnTo>
                      <a:pt x="30860" y="2495"/>
                    </a:lnTo>
                    <a:lnTo>
                      <a:pt x="30576" y="2685"/>
                    </a:lnTo>
                    <a:lnTo>
                      <a:pt x="30282" y="2884"/>
                    </a:lnTo>
                    <a:lnTo>
                      <a:pt x="29988" y="3093"/>
                    </a:lnTo>
                    <a:lnTo>
                      <a:pt x="29694" y="3311"/>
                    </a:lnTo>
                    <a:lnTo>
                      <a:pt x="29409" y="3529"/>
                    </a:lnTo>
                    <a:lnTo>
                      <a:pt x="29153" y="3728"/>
                    </a:lnTo>
                    <a:lnTo>
                      <a:pt x="28906" y="3928"/>
                    </a:lnTo>
                    <a:lnTo>
                      <a:pt x="28679" y="4136"/>
                    </a:lnTo>
                    <a:lnTo>
                      <a:pt x="28451" y="4345"/>
                    </a:lnTo>
                    <a:lnTo>
                      <a:pt x="28233" y="4554"/>
                    </a:lnTo>
                    <a:lnTo>
                      <a:pt x="28033" y="4772"/>
                    </a:lnTo>
                    <a:lnTo>
                      <a:pt x="27834" y="4981"/>
                    </a:lnTo>
                    <a:lnTo>
                      <a:pt x="27644" y="5199"/>
                    </a:lnTo>
                    <a:lnTo>
                      <a:pt x="27464" y="5417"/>
                    </a:lnTo>
                    <a:lnTo>
                      <a:pt x="27293" y="5626"/>
                    </a:lnTo>
                    <a:lnTo>
                      <a:pt x="27123" y="5844"/>
                    </a:lnTo>
                    <a:lnTo>
                      <a:pt x="26971" y="6062"/>
                    </a:lnTo>
                    <a:lnTo>
                      <a:pt x="26677" y="6480"/>
                    </a:lnTo>
                    <a:lnTo>
                      <a:pt x="26421" y="6897"/>
                    </a:lnTo>
                    <a:lnTo>
                      <a:pt x="26411" y="6887"/>
                    </a:lnTo>
                    <a:lnTo>
                      <a:pt x="26411" y="6897"/>
                    </a:lnTo>
                    <a:lnTo>
                      <a:pt x="26402" y="6897"/>
                    </a:lnTo>
                    <a:lnTo>
                      <a:pt x="26146" y="6480"/>
                    </a:lnTo>
                    <a:lnTo>
                      <a:pt x="25852" y="6062"/>
                    </a:lnTo>
                    <a:lnTo>
                      <a:pt x="25700" y="5844"/>
                    </a:lnTo>
                    <a:lnTo>
                      <a:pt x="25529" y="5626"/>
                    </a:lnTo>
                    <a:lnTo>
                      <a:pt x="25358" y="5417"/>
                    </a:lnTo>
                    <a:lnTo>
                      <a:pt x="25178" y="5199"/>
                    </a:lnTo>
                    <a:lnTo>
                      <a:pt x="24988" y="4981"/>
                    </a:lnTo>
                    <a:lnTo>
                      <a:pt x="24789" y="4772"/>
                    </a:lnTo>
                    <a:lnTo>
                      <a:pt x="24590" y="4554"/>
                    </a:lnTo>
                    <a:lnTo>
                      <a:pt x="24372" y="4345"/>
                    </a:lnTo>
                    <a:lnTo>
                      <a:pt x="24144" y="4136"/>
                    </a:lnTo>
                    <a:lnTo>
                      <a:pt x="23907" y="3928"/>
                    </a:lnTo>
                    <a:lnTo>
                      <a:pt x="23670" y="3728"/>
                    </a:lnTo>
                    <a:lnTo>
                      <a:pt x="23413" y="3529"/>
                    </a:lnTo>
                    <a:lnTo>
                      <a:pt x="23119" y="3311"/>
                    </a:lnTo>
                    <a:lnTo>
                      <a:pt x="22835" y="3093"/>
                    </a:lnTo>
                    <a:lnTo>
                      <a:pt x="22541" y="2884"/>
                    </a:lnTo>
                    <a:lnTo>
                      <a:pt x="22247" y="2685"/>
                    </a:lnTo>
                    <a:lnTo>
                      <a:pt x="21962" y="2495"/>
                    </a:lnTo>
                    <a:lnTo>
                      <a:pt x="21668" y="2315"/>
                    </a:lnTo>
                    <a:lnTo>
                      <a:pt x="21383" y="2135"/>
                    </a:lnTo>
                    <a:lnTo>
                      <a:pt x="21089" y="1964"/>
                    </a:lnTo>
                    <a:lnTo>
                      <a:pt x="20795" y="1803"/>
                    </a:lnTo>
                    <a:lnTo>
                      <a:pt x="20511" y="1651"/>
                    </a:lnTo>
                    <a:lnTo>
                      <a:pt x="20216" y="1499"/>
                    </a:lnTo>
                    <a:lnTo>
                      <a:pt x="19922" y="1357"/>
                    </a:lnTo>
                    <a:lnTo>
                      <a:pt x="19628" y="1224"/>
                    </a:lnTo>
                    <a:lnTo>
                      <a:pt x="19344" y="1101"/>
                    </a:lnTo>
                    <a:lnTo>
                      <a:pt x="19050" y="977"/>
                    </a:lnTo>
                    <a:lnTo>
                      <a:pt x="18756" y="863"/>
                    </a:lnTo>
                    <a:lnTo>
                      <a:pt x="18461" y="759"/>
                    </a:lnTo>
                    <a:lnTo>
                      <a:pt x="18167" y="664"/>
                    </a:lnTo>
                    <a:lnTo>
                      <a:pt x="17864" y="569"/>
                    </a:lnTo>
                    <a:lnTo>
                      <a:pt x="17570" y="484"/>
                    </a:lnTo>
                    <a:lnTo>
                      <a:pt x="17276" y="408"/>
                    </a:lnTo>
                    <a:lnTo>
                      <a:pt x="16972" y="342"/>
                    </a:lnTo>
                    <a:lnTo>
                      <a:pt x="16668" y="275"/>
                    </a:lnTo>
                    <a:lnTo>
                      <a:pt x="16365" y="218"/>
                    </a:lnTo>
                    <a:lnTo>
                      <a:pt x="16061" y="171"/>
                    </a:lnTo>
                    <a:lnTo>
                      <a:pt x="15758" y="123"/>
                    </a:lnTo>
                    <a:lnTo>
                      <a:pt x="15454" y="86"/>
                    </a:lnTo>
                    <a:lnTo>
                      <a:pt x="15141" y="57"/>
                    </a:lnTo>
                    <a:lnTo>
                      <a:pt x="14838" y="38"/>
                    </a:lnTo>
                    <a:lnTo>
                      <a:pt x="14525" y="19"/>
                    </a:lnTo>
                    <a:lnTo>
                      <a:pt x="14211" y="10"/>
                    </a:lnTo>
                    <a:lnTo>
                      <a:pt x="1388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1922609" y="3020080"/>
                <a:ext cx="1183293" cy="619512"/>
              </a:xfrm>
              <a:custGeom>
                <a:avLst/>
                <a:gdLst/>
                <a:ahLst/>
                <a:cxnLst/>
                <a:rect l="l" t="t" r="r" b="b"/>
                <a:pathLst>
                  <a:path w="15351" h="8037" extrusionOk="0">
                    <a:moveTo>
                      <a:pt x="4763" y="1"/>
                    </a:moveTo>
                    <a:lnTo>
                      <a:pt x="4507" y="20"/>
                    </a:lnTo>
                    <a:lnTo>
                      <a:pt x="4260" y="39"/>
                    </a:lnTo>
                    <a:lnTo>
                      <a:pt x="4014" y="77"/>
                    </a:lnTo>
                    <a:lnTo>
                      <a:pt x="3767" y="124"/>
                    </a:lnTo>
                    <a:lnTo>
                      <a:pt x="3530" y="181"/>
                    </a:lnTo>
                    <a:lnTo>
                      <a:pt x="3302" y="238"/>
                    </a:lnTo>
                    <a:lnTo>
                      <a:pt x="3074" y="314"/>
                    </a:lnTo>
                    <a:lnTo>
                      <a:pt x="2847" y="390"/>
                    </a:lnTo>
                    <a:lnTo>
                      <a:pt x="2628" y="485"/>
                    </a:lnTo>
                    <a:lnTo>
                      <a:pt x="2420" y="580"/>
                    </a:lnTo>
                    <a:lnTo>
                      <a:pt x="2221" y="684"/>
                    </a:lnTo>
                    <a:lnTo>
                      <a:pt x="2021" y="798"/>
                    </a:lnTo>
                    <a:lnTo>
                      <a:pt x="1832" y="921"/>
                    </a:lnTo>
                    <a:lnTo>
                      <a:pt x="1651" y="1044"/>
                    </a:lnTo>
                    <a:lnTo>
                      <a:pt x="1481" y="1177"/>
                    </a:lnTo>
                    <a:lnTo>
                      <a:pt x="1310" y="1320"/>
                    </a:lnTo>
                    <a:lnTo>
                      <a:pt x="1149" y="1462"/>
                    </a:lnTo>
                    <a:lnTo>
                      <a:pt x="1006" y="1614"/>
                    </a:lnTo>
                    <a:lnTo>
                      <a:pt x="864" y="1775"/>
                    </a:lnTo>
                    <a:lnTo>
                      <a:pt x="731" y="1936"/>
                    </a:lnTo>
                    <a:lnTo>
                      <a:pt x="608" y="2107"/>
                    </a:lnTo>
                    <a:lnTo>
                      <a:pt x="503" y="2278"/>
                    </a:lnTo>
                    <a:lnTo>
                      <a:pt x="399" y="2458"/>
                    </a:lnTo>
                    <a:lnTo>
                      <a:pt x="314" y="2638"/>
                    </a:lnTo>
                    <a:lnTo>
                      <a:pt x="228" y="2828"/>
                    </a:lnTo>
                    <a:lnTo>
                      <a:pt x="162" y="3018"/>
                    </a:lnTo>
                    <a:lnTo>
                      <a:pt x="105" y="3207"/>
                    </a:lnTo>
                    <a:lnTo>
                      <a:pt x="58" y="3407"/>
                    </a:lnTo>
                    <a:lnTo>
                      <a:pt x="29" y="3606"/>
                    </a:lnTo>
                    <a:lnTo>
                      <a:pt x="10" y="3815"/>
                    </a:lnTo>
                    <a:lnTo>
                      <a:pt x="1" y="4014"/>
                    </a:lnTo>
                    <a:lnTo>
                      <a:pt x="10" y="4222"/>
                    </a:lnTo>
                    <a:lnTo>
                      <a:pt x="29" y="4422"/>
                    </a:lnTo>
                    <a:lnTo>
                      <a:pt x="58" y="4630"/>
                    </a:lnTo>
                    <a:lnTo>
                      <a:pt x="105" y="4820"/>
                    </a:lnTo>
                    <a:lnTo>
                      <a:pt x="162" y="5019"/>
                    </a:lnTo>
                    <a:lnTo>
                      <a:pt x="228" y="5209"/>
                    </a:lnTo>
                    <a:lnTo>
                      <a:pt x="314" y="5399"/>
                    </a:lnTo>
                    <a:lnTo>
                      <a:pt x="399" y="5579"/>
                    </a:lnTo>
                    <a:lnTo>
                      <a:pt x="503" y="5759"/>
                    </a:lnTo>
                    <a:lnTo>
                      <a:pt x="608" y="5930"/>
                    </a:lnTo>
                    <a:lnTo>
                      <a:pt x="731" y="6101"/>
                    </a:lnTo>
                    <a:lnTo>
                      <a:pt x="864" y="6262"/>
                    </a:lnTo>
                    <a:lnTo>
                      <a:pt x="1006" y="6414"/>
                    </a:lnTo>
                    <a:lnTo>
                      <a:pt x="1149" y="6566"/>
                    </a:lnTo>
                    <a:lnTo>
                      <a:pt x="1310" y="6717"/>
                    </a:lnTo>
                    <a:lnTo>
                      <a:pt x="1481" y="6860"/>
                    </a:lnTo>
                    <a:lnTo>
                      <a:pt x="1651" y="6993"/>
                    </a:lnTo>
                    <a:lnTo>
                      <a:pt x="1832" y="7116"/>
                    </a:lnTo>
                    <a:lnTo>
                      <a:pt x="2021" y="7239"/>
                    </a:lnTo>
                    <a:lnTo>
                      <a:pt x="2221" y="7344"/>
                    </a:lnTo>
                    <a:lnTo>
                      <a:pt x="2420" y="7457"/>
                    </a:lnTo>
                    <a:lnTo>
                      <a:pt x="2628" y="7552"/>
                    </a:lnTo>
                    <a:lnTo>
                      <a:pt x="2847" y="7638"/>
                    </a:lnTo>
                    <a:lnTo>
                      <a:pt x="3074" y="7723"/>
                    </a:lnTo>
                    <a:lnTo>
                      <a:pt x="3302" y="7789"/>
                    </a:lnTo>
                    <a:lnTo>
                      <a:pt x="3530" y="7856"/>
                    </a:lnTo>
                    <a:lnTo>
                      <a:pt x="3767" y="7913"/>
                    </a:lnTo>
                    <a:lnTo>
                      <a:pt x="4014" y="7951"/>
                    </a:lnTo>
                    <a:lnTo>
                      <a:pt x="4260" y="7989"/>
                    </a:lnTo>
                    <a:lnTo>
                      <a:pt x="4507" y="8017"/>
                    </a:lnTo>
                    <a:lnTo>
                      <a:pt x="4763" y="8036"/>
                    </a:lnTo>
                    <a:lnTo>
                      <a:pt x="10597" y="8036"/>
                    </a:lnTo>
                    <a:lnTo>
                      <a:pt x="10853" y="8017"/>
                    </a:lnTo>
                    <a:lnTo>
                      <a:pt x="11100" y="7989"/>
                    </a:lnTo>
                    <a:lnTo>
                      <a:pt x="11347" y="7951"/>
                    </a:lnTo>
                    <a:lnTo>
                      <a:pt x="11593" y="7913"/>
                    </a:lnTo>
                    <a:lnTo>
                      <a:pt x="11830" y="7856"/>
                    </a:lnTo>
                    <a:lnTo>
                      <a:pt x="12058" y="7789"/>
                    </a:lnTo>
                    <a:lnTo>
                      <a:pt x="12286" y="7723"/>
                    </a:lnTo>
                    <a:lnTo>
                      <a:pt x="12514" y="7638"/>
                    </a:lnTo>
                    <a:lnTo>
                      <a:pt x="12722" y="7552"/>
                    </a:lnTo>
                    <a:lnTo>
                      <a:pt x="12940" y="7457"/>
                    </a:lnTo>
                    <a:lnTo>
                      <a:pt x="13140" y="7344"/>
                    </a:lnTo>
                    <a:lnTo>
                      <a:pt x="13339" y="7239"/>
                    </a:lnTo>
                    <a:lnTo>
                      <a:pt x="13529" y="7116"/>
                    </a:lnTo>
                    <a:lnTo>
                      <a:pt x="13709" y="6993"/>
                    </a:lnTo>
                    <a:lnTo>
                      <a:pt x="13880" y="6860"/>
                    </a:lnTo>
                    <a:lnTo>
                      <a:pt x="14050" y="6717"/>
                    </a:lnTo>
                    <a:lnTo>
                      <a:pt x="14202" y="6566"/>
                    </a:lnTo>
                    <a:lnTo>
                      <a:pt x="14354" y="6414"/>
                    </a:lnTo>
                    <a:lnTo>
                      <a:pt x="14496" y="6262"/>
                    </a:lnTo>
                    <a:lnTo>
                      <a:pt x="14629" y="6101"/>
                    </a:lnTo>
                    <a:lnTo>
                      <a:pt x="14743" y="5930"/>
                    </a:lnTo>
                    <a:lnTo>
                      <a:pt x="14857" y="5759"/>
                    </a:lnTo>
                    <a:lnTo>
                      <a:pt x="14961" y="5579"/>
                    </a:lnTo>
                    <a:lnTo>
                      <a:pt x="15046" y="5399"/>
                    </a:lnTo>
                    <a:lnTo>
                      <a:pt x="15132" y="5209"/>
                    </a:lnTo>
                    <a:lnTo>
                      <a:pt x="15198" y="5019"/>
                    </a:lnTo>
                    <a:lnTo>
                      <a:pt x="15255" y="4820"/>
                    </a:lnTo>
                    <a:lnTo>
                      <a:pt x="15293" y="4630"/>
                    </a:lnTo>
                    <a:lnTo>
                      <a:pt x="15331" y="4422"/>
                    </a:lnTo>
                    <a:lnTo>
                      <a:pt x="15350" y="4222"/>
                    </a:lnTo>
                    <a:lnTo>
                      <a:pt x="15350" y="4014"/>
                    </a:lnTo>
                    <a:lnTo>
                      <a:pt x="15350" y="3815"/>
                    </a:lnTo>
                    <a:lnTo>
                      <a:pt x="15331" y="3606"/>
                    </a:lnTo>
                    <a:lnTo>
                      <a:pt x="15293" y="3407"/>
                    </a:lnTo>
                    <a:lnTo>
                      <a:pt x="15255" y="3207"/>
                    </a:lnTo>
                    <a:lnTo>
                      <a:pt x="15198" y="3018"/>
                    </a:lnTo>
                    <a:lnTo>
                      <a:pt x="15132" y="2828"/>
                    </a:lnTo>
                    <a:lnTo>
                      <a:pt x="15046" y="2638"/>
                    </a:lnTo>
                    <a:lnTo>
                      <a:pt x="14961" y="2458"/>
                    </a:lnTo>
                    <a:lnTo>
                      <a:pt x="14857" y="2278"/>
                    </a:lnTo>
                    <a:lnTo>
                      <a:pt x="14743" y="2107"/>
                    </a:lnTo>
                    <a:lnTo>
                      <a:pt x="14629" y="1936"/>
                    </a:lnTo>
                    <a:lnTo>
                      <a:pt x="14496" y="1775"/>
                    </a:lnTo>
                    <a:lnTo>
                      <a:pt x="14354" y="1614"/>
                    </a:lnTo>
                    <a:lnTo>
                      <a:pt x="14202" y="1462"/>
                    </a:lnTo>
                    <a:lnTo>
                      <a:pt x="14050" y="1320"/>
                    </a:lnTo>
                    <a:lnTo>
                      <a:pt x="13880" y="1177"/>
                    </a:lnTo>
                    <a:lnTo>
                      <a:pt x="13709" y="1044"/>
                    </a:lnTo>
                    <a:lnTo>
                      <a:pt x="13529" y="921"/>
                    </a:lnTo>
                    <a:lnTo>
                      <a:pt x="13339" y="798"/>
                    </a:lnTo>
                    <a:lnTo>
                      <a:pt x="13140" y="684"/>
                    </a:lnTo>
                    <a:lnTo>
                      <a:pt x="12940" y="580"/>
                    </a:lnTo>
                    <a:lnTo>
                      <a:pt x="12722" y="485"/>
                    </a:lnTo>
                    <a:lnTo>
                      <a:pt x="12514" y="390"/>
                    </a:lnTo>
                    <a:lnTo>
                      <a:pt x="12286" y="314"/>
                    </a:lnTo>
                    <a:lnTo>
                      <a:pt x="12058" y="238"/>
                    </a:lnTo>
                    <a:lnTo>
                      <a:pt x="11830" y="181"/>
                    </a:lnTo>
                    <a:lnTo>
                      <a:pt x="11593" y="124"/>
                    </a:lnTo>
                    <a:lnTo>
                      <a:pt x="11347" y="77"/>
                    </a:lnTo>
                    <a:lnTo>
                      <a:pt x="11100" y="39"/>
                    </a:lnTo>
                    <a:lnTo>
                      <a:pt x="10853" y="20"/>
                    </a:lnTo>
                    <a:lnTo>
                      <a:pt x="1059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2057194" y="2375905"/>
                <a:ext cx="427114" cy="506817"/>
              </a:xfrm>
              <a:custGeom>
                <a:avLst/>
                <a:gdLst/>
                <a:ahLst/>
                <a:cxnLst/>
                <a:rect l="l" t="t" r="r" b="b"/>
                <a:pathLst>
                  <a:path w="5541" h="6575" extrusionOk="0">
                    <a:moveTo>
                      <a:pt x="2628" y="0"/>
                    </a:moveTo>
                    <a:lnTo>
                      <a:pt x="2486" y="19"/>
                    </a:lnTo>
                    <a:lnTo>
                      <a:pt x="2353" y="38"/>
                    </a:lnTo>
                    <a:lnTo>
                      <a:pt x="2211" y="67"/>
                    </a:lnTo>
                    <a:lnTo>
                      <a:pt x="2078" y="105"/>
                    </a:lnTo>
                    <a:lnTo>
                      <a:pt x="1945" y="142"/>
                    </a:lnTo>
                    <a:lnTo>
                      <a:pt x="1822" y="199"/>
                    </a:lnTo>
                    <a:lnTo>
                      <a:pt x="1698" y="256"/>
                    </a:lnTo>
                    <a:lnTo>
                      <a:pt x="1575" y="323"/>
                    </a:lnTo>
                    <a:lnTo>
                      <a:pt x="1452" y="399"/>
                    </a:lnTo>
                    <a:lnTo>
                      <a:pt x="1338" y="475"/>
                    </a:lnTo>
                    <a:lnTo>
                      <a:pt x="1224" y="560"/>
                    </a:lnTo>
                    <a:lnTo>
                      <a:pt x="1120" y="655"/>
                    </a:lnTo>
                    <a:lnTo>
                      <a:pt x="1015" y="750"/>
                    </a:lnTo>
                    <a:lnTo>
                      <a:pt x="911" y="854"/>
                    </a:lnTo>
                    <a:lnTo>
                      <a:pt x="816" y="958"/>
                    </a:lnTo>
                    <a:lnTo>
                      <a:pt x="721" y="1072"/>
                    </a:lnTo>
                    <a:lnTo>
                      <a:pt x="636" y="1195"/>
                    </a:lnTo>
                    <a:lnTo>
                      <a:pt x="550" y="1319"/>
                    </a:lnTo>
                    <a:lnTo>
                      <a:pt x="475" y="1452"/>
                    </a:lnTo>
                    <a:lnTo>
                      <a:pt x="408" y="1584"/>
                    </a:lnTo>
                    <a:lnTo>
                      <a:pt x="342" y="1717"/>
                    </a:lnTo>
                    <a:lnTo>
                      <a:pt x="275" y="1860"/>
                    </a:lnTo>
                    <a:lnTo>
                      <a:pt x="218" y="2011"/>
                    </a:lnTo>
                    <a:lnTo>
                      <a:pt x="171" y="2154"/>
                    </a:lnTo>
                    <a:lnTo>
                      <a:pt x="133" y="2315"/>
                    </a:lnTo>
                    <a:lnTo>
                      <a:pt x="95" y="2467"/>
                    </a:lnTo>
                    <a:lnTo>
                      <a:pt x="57" y="2628"/>
                    </a:lnTo>
                    <a:lnTo>
                      <a:pt x="38" y="2789"/>
                    </a:lnTo>
                    <a:lnTo>
                      <a:pt x="19" y="2951"/>
                    </a:lnTo>
                    <a:lnTo>
                      <a:pt x="10" y="3121"/>
                    </a:lnTo>
                    <a:lnTo>
                      <a:pt x="0" y="3292"/>
                    </a:lnTo>
                    <a:lnTo>
                      <a:pt x="10" y="3453"/>
                    </a:lnTo>
                    <a:lnTo>
                      <a:pt x="19" y="3624"/>
                    </a:lnTo>
                    <a:lnTo>
                      <a:pt x="38" y="3785"/>
                    </a:lnTo>
                    <a:lnTo>
                      <a:pt x="57" y="3956"/>
                    </a:lnTo>
                    <a:lnTo>
                      <a:pt x="95" y="4108"/>
                    </a:lnTo>
                    <a:lnTo>
                      <a:pt x="133" y="4269"/>
                    </a:lnTo>
                    <a:lnTo>
                      <a:pt x="171" y="4421"/>
                    </a:lnTo>
                    <a:lnTo>
                      <a:pt x="218" y="4573"/>
                    </a:lnTo>
                    <a:lnTo>
                      <a:pt x="275" y="4715"/>
                    </a:lnTo>
                    <a:lnTo>
                      <a:pt x="342" y="4857"/>
                    </a:lnTo>
                    <a:lnTo>
                      <a:pt x="408" y="4990"/>
                    </a:lnTo>
                    <a:lnTo>
                      <a:pt x="475" y="5123"/>
                    </a:lnTo>
                    <a:lnTo>
                      <a:pt x="550" y="5256"/>
                    </a:lnTo>
                    <a:lnTo>
                      <a:pt x="636" y="5379"/>
                    </a:lnTo>
                    <a:lnTo>
                      <a:pt x="721" y="5502"/>
                    </a:lnTo>
                    <a:lnTo>
                      <a:pt x="816" y="5616"/>
                    </a:lnTo>
                    <a:lnTo>
                      <a:pt x="911" y="5721"/>
                    </a:lnTo>
                    <a:lnTo>
                      <a:pt x="1015" y="5825"/>
                    </a:lnTo>
                    <a:lnTo>
                      <a:pt x="1120" y="5920"/>
                    </a:lnTo>
                    <a:lnTo>
                      <a:pt x="1224" y="6015"/>
                    </a:lnTo>
                    <a:lnTo>
                      <a:pt x="1338" y="6100"/>
                    </a:lnTo>
                    <a:lnTo>
                      <a:pt x="1452" y="6185"/>
                    </a:lnTo>
                    <a:lnTo>
                      <a:pt x="1575" y="6252"/>
                    </a:lnTo>
                    <a:lnTo>
                      <a:pt x="1698" y="6318"/>
                    </a:lnTo>
                    <a:lnTo>
                      <a:pt x="1822" y="6375"/>
                    </a:lnTo>
                    <a:lnTo>
                      <a:pt x="1945" y="6432"/>
                    </a:lnTo>
                    <a:lnTo>
                      <a:pt x="2078" y="6470"/>
                    </a:lnTo>
                    <a:lnTo>
                      <a:pt x="2211" y="6508"/>
                    </a:lnTo>
                    <a:lnTo>
                      <a:pt x="2353" y="6536"/>
                    </a:lnTo>
                    <a:lnTo>
                      <a:pt x="2486" y="6565"/>
                    </a:lnTo>
                    <a:lnTo>
                      <a:pt x="2628" y="6574"/>
                    </a:lnTo>
                    <a:lnTo>
                      <a:pt x="2913" y="6574"/>
                    </a:lnTo>
                    <a:lnTo>
                      <a:pt x="3055" y="6565"/>
                    </a:lnTo>
                    <a:lnTo>
                      <a:pt x="3197" y="6536"/>
                    </a:lnTo>
                    <a:lnTo>
                      <a:pt x="3330" y="6508"/>
                    </a:lnTo>
                    <a:lnTo>
                      <a:pt x="3463" y="6470"/>
                    </a:lnTo>
                    <a:lnTo>
                      <a:pt x="3596" y="6432"/>
                    </a:lnTo>
                    <a:lnTo>
                      <a:pt x="3719" y="6375"/>
                    </a:lnTo>
                    <a:lnTo>
                      <a:pt x="3852" y="6318"/>
                    </a:lnTo>
                    <a:lnTo>
                      <a:pt x="3975" y="6252"/>
                    </a:lnTo>
                    <a:lnTo>
                      <a:pt x="4089" y="6185"/>
                    </a:lnTo>
                    <a:lnTo>
                      <a:pt x="4203" y="6100"/>
                    </a:lnTo>
                    <a:lnTo>
                      <a:pt x="4317" y="6015"/>
                    </a:lnTo>
                    <a:lnTo>
                      <a:pt x="4430" y="5920"/>
                    </a:lnTo>
                    <a:lnTo>
                      <a:pt x="4535" y="5825"/>
                    </a:lnTo>
                    <a:lnTo>
                      <a:pt x="4630" y="5721"/>
                    </a:lnTo>
                    <a:lnTo>
                      <a:pt x="4725" y="5616"/>
                    </a:lnTo>
                    <a:lnTo>
                      <a:pt x="4819" y="5502"/>
                    </a:lnTo>
                    <a:lnTo>
                      <a:pt x="4905" y="5379"/>
                    </a:lnTo>
                    <a:lnTo>
                      <a:pt x="4990" y="5256"/>
                    </a:lnTo>
                    <a:lnTo>
                      <a:pt x="5066" y="5123"/>
                    </a:lnTo>
                    <a:lnTo>
                      <a:pt x="5142" y="4990"/>
                    </a:lnTo>
                    <a:lnTo>
                      <a:pt x="5208" y="4857"/>
                    </a:lnTo>
                    <a:lnTo>
                      <a:pt x="5265" y="4715"/>
                    </a:lnTo>
                    <a:lnTo>
                      <a:pt x="5322" y="4573"/>
                    </a:lnTo>
                    <a:lnTo>
                      <a:pt x="5370" y="4421"/>
                    </a:lnTo>
                    <a:lnTo>
                      <a:pt x="5417" y="4269"/>
                    </a:lnTo>
                    <a:lnTo>
                      <a:pt x="5455" y="4108"/>
                    </a:lnTo>
                    <a:lnTo>
                      <a:pt x="5483" y="3956"/>
                    </a:lnTo>
                    <a:lnTo>
                      <a:pt x="5502" y="3785"/>
                    </a:lnTo>
                    <a:lnTo>
                      <a:pt x="5521" y="3624"/>
                    </a:lnTo>
                    <a:lnTo>
                      <a:pt x="5531" y="3453"/>
                    </a:lnTo>
                    <a:lnTo>
                      <a:pt x="5540" y="3292"/>
                    </a:lnTo>
                    <a:lnTo>
                      <a:pt x="5531" y="3121"/>
                    </a:lnTo>
                    <a:lnTo>
                      <a:pt x="5521" y="2951"/>
                    </a:lnTo>
                    <a:lnTo>
                      <a:pt x="5502" y="2789"/>
                    </a:lnTo>
                    <a:lnTo>
                      <a:pt x="5483" y="2628"/>
                    </a:lnTo>
                    <a:lnTo>
                      <a:pt x="5455" y="2467"/>
                    </a:lnTo>
                    <a:lnTo>
                      <a:pt x="5417" y="2315"/>
                    </a:lnTo>
                    <a:lnTo>
                      <a:pt x="5370" y="2154"/>
                    </a:lnTo>
                    <a:lnTo>
                      <a:pt x="5322" y="2011"/>
                    </a:lnTo>
                    <a:lnTo>
                      <a:pt x="5265" y="1860"/>
                    </a:lnTo>
                    <a:lnTo>
                      <a:pt x="5208" y="1717"/>
                    </a:lnTo>
                    <a:lnTo>
                      <a:pt x="5142" y="1584"/>
                    </a:lnTo>
                    <a:lnTo>
                      <a:pt x="5066" y="1452"/>
                    </a:lnTo>
                    <a:lnTo>
                      <a:pt x="4990" y="1319"/>
                    </a:lnTo>
                    <a:lnTo>
                      <a:pt x="4905" y="1195"/>
                    </a:lnTo>
                    <a:lnTo>
                      <a:pt x="4819" y="1072"/>
                    </a:lnTo>
                    <a:lnTo>
                      <a:pt x="4725" y="958"/>
                    </a:lnTo>
                    <a:lnTo>
                      <a:pt x="4630" y="854"/>
                    </a:lnTo>
                    <a:lnTo>
                      <a:pt x="4535" y="750"/>
                    </a:lnTo>
                    <a:lnTo>
                      <a:pt x="4430" y="655"/>
                    </a:lnTo>
                    <a:lnTo>
                      <a:pt x="4317" y="560"/>
                    </a:lnTo>
                    <a:lnTo>
                      <a:pt x="4203" y="475"/>
                    </a:lnTo>
                    <a:lnTo>
                      <a:pt x="4089" y="399"/>
                    </a:lnTo>
                    <a:lnTo>
                      <a:pt x="3975" y="323"/>
                    </a:lnTo>
                    <a:lnTo>
                      <a:pt x="3852" y="256"/>
                    </a:lnTo>
                    <a:lnTo>
                      <a:pt x="3719" y="199"/>
                    </a:lnTo>
                    <a:lnTo>
                      <a:pt x="3596" y="142"/>
                    </a:lnTo>
                    <a:lnTo>
                      <a:pt x="3463" y="105"/>
                    </a:lnTo>
                    <a:lnTo>
                      <a:pt x="3330" y="67"/>
                    </a:lnTo>
                    <a:lnTo>
                      <a:pt x="3197" y="38"/>
                    </a:lnTo>
                    <a:lnTo>
                      <a:pt x="3055" y="19"/>
                    </a:lnTo>
                    <a:lnTo>
                      <a:pt x="29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1687123" y="2671283"/>
                <a:ext cx="356198" cy="423491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494" extrusionOk="0">
                    <a:moveTo>
                      <a:pt x="2192" y="1"/>
                    </a:moveTo>
                    <a:lnTo>
                      <a:pt x="2079" y="10"/>
                    </a:lnTo>
                    <a:lnTo>
                      <a:pt x="1965" y="29"/>
                    </a:lnTo>
                    <a:lnTo>
                      <a:pt x="1851" y="58"/>
                    </a:lnTo>
                    <a:lnTo>
                      <a:pt x="1737" y="86"/>
                    </a:lnTo>
                    <a:lnTo>
                      <a:pt x="1623" y="124"/>
                    </a:lnTo>
                    <a:lnTo>
                      <a:pt x="1519" y="172"/>
                    </a:lnTo>
                    <a:lnTo>
                      <a:pt x="1414" y="219"/>
                    </a:lnTo>
                    <a:lnTo>
                      <a:pt x="1310" y="276"/>
                    </a:lnTo>
                    <a:lnTo>
                      <a:pt x="1215" y="333"/>
                    </a:lnTo>
                    <a:lnTo>
                      <a:pt x="1111" y="399"/>
                    </a:lnTo>
                    <a:lnTo>
                      <a:pt x="1016" y="466"/>
                    </a:lnTo>
                    <a:lnTo>
                      <a:pt x="931" y="542"/>
                    </a:lnTo>
                    <a:lnTo>
                      <a:pt x="845" y="627"/>
                    </a:lnTo>
                    <a:lnTo>
                      <a:pt x="760" y="712"/>
                    </a:lnTo>
                    <a:lnTo>
                      <a:pt x="675" y="807"/>
                    </a:lnTo>
                    <a:lnTo>
                      <a:pt x="532" y="997"/>
                    </a:lnTo>
                    <a:lnTo>
                      <a:pt x="399" y="1215"/>
                    </a:lnTo>
                    <a:lnTo>
                      <a:pt x="286" y="1433"/>
                    </a:lnTo>
                    <a:lnTo>
                      <a:pt x="181" y="1680"/>
                    </a:lnTo>
                    <a:lnTo>
                      <a:pt x="143" y="1803"/>
                    </a:lnTo>
                    <a:lnTo>
                      <a:pt x="105" y="1927"/>
                    </a:lnTo>
                    <a:lnTo>
                      <a:pt x="77" y="2059"/>
                    </a:lnTo>
                    <a:lnTo>
                      <a:pt x="48" y="2192"/>
                    </a:lnTo>
                    <a:lnTo>
                      <a:pt x="29" y="2325"/>
                    </a:lnTo>
                    <a:lnTo>
                      <a:pt x="10" y="2467"/>
                    </a:lnTo>
                    <a:lnTo>
                      <a:pt x="1" y="2610"/>
                    </a:lnTo>
                    <a:lnTo>
                      <a:pt x="1" y="2742"/>
                    </a:lnTo>
                    <a:lnTo>
                      <a:pt x="1" y="2885"/>
                    </a:lnTo>
                    <a:lnTo>
                      <a:pt x="10" y="3027"/>
                    </a:lnTo>
                    <a:lnTo>
                      <a:pt x="29" y="3160"/>
                    </a:lnTo>
                    <a:lnTo>
                      <a:pt x="48" y="3302"/>
                    </a:lnTo>
                    <a:lnTo>
                      <a:pt x="77" y="3435"/>
                    </a:lnTo>
                    <a:lnTo>
                      <a:pt x="105" y="3558"/>
                    </a:lnTo>
                    <a:lnTo>
                      <a:pt x="143" y="3691"/>
                    </a:lnTo>
                    <a:lnTo>
                      <a:pt x="181" y="3814"/>
                    </a:lnTo>
                    <a:lnTo>
                      <a:pt x="286" y="4052"/>
                    </a:lnTo>
                    <a:lnTo>
                      <a:pt x="399" y="4279"/>
                    </a:lnTo>
                    <a:lnTo>
                      <a:pt x="532" y="4488"/>
                    </a:lnTo>
                    <a:lnTo>
                      <a:pt x="675" y="4687"/>
                    </a:lnTo>
                    <a:lnTo>
                      <a:pt x="760" y="4782"/>
                    </a:lnTo>
                    <a:lnTo>
                      <a:pt x="845" y="4867"/>
                    </a:lnTo>
                    <a:lnTo>
                      <a:pt x="931" y="4943"/>
                    </a:lnTo>
                    <a:lnTo>
                      <a:pt x="1016" y="5019"/>
                    </a:lnTo>
                    <a:lnTo>
                      <a:pt x="1111" y="5095"/>
                    </a:lnTo>
                    <a:lnTo>
                      <a:pt x="1215" y="5161"/>
                    </a:lnTo>
                    <a:lnTo>
                      <a:pt x="1310" y="5218"/>
                    </a:lnTo>
                    <a:lnTo>
                      <a:pt x="1414" y="5275"/>
                    </a:lnTo>
                    <a:lnTo>
                      <a:pt x="1519" y="5323"/>
                    </a:lnTo>
                    <a:lnTo>
                      <a:pt x="1623" y="5370"/>
                    </a:lnTo>
                    <a:lnTo>
                      <a:pt x="1737" y="5408"/>
                    </a:lnTo>
                    <a:lnTo>
                      <a:pt x="1851" y="5437"/>
                    </a:lnTo>
                    <a:lnTo>
                      <a:pt x="1965" y="5465"/>
                    </a:lnTo>
                    <a:lnTo>
                      <a:pt x="2079" y="5475"/>
                    </a:lnTo>
                    <a:lnTo>
                      <a:pt x="2192" y="5484"/>
                    </a:lnTo>
                    <a:lnTo>
                      <a:pt x="2316" y="5494"/>
                    </a:lnTo>
                    <a:lnTo>
                      <a:pt x="2430" y="5484"/>
                    </a:lnTo>
                    <a:lnTo>
                      <a:pt x="2543" y="5475"/>
                    </a:lnTo>
                    <a:lnTo>
                      <a:pt x="2667" y="5465"/>
                    </a:lnTo>
                    <a:lnTo>
                      <a:pt x="2781" y="5437"/>
                    </a:lnTo>
                    <a:lnTo>
                      <a:pt x="2885" y="5408"/>
                    </a:lnTo>
                    <a:lnTo>
                      <a:pt x="2999" y="5370"/>
                    </a:lnTo>
                    <a:lnTo>
                      <a:pt x="3103" y="5323"/>
                    </a:lnTo>
                    <a:lnTo>
                      <a:pt x="3207" y="5275"/>
                    </a:lnTo>
                    <a:lnTo>
                      <a:pt x="3312" y="5218"/>
                    </a:lnTo>
                    <a:lnTo>
                      <a:pt x="3416" y="5161"/>
                    </a:lnTo>
                    <a:lnTo>
                      <a:pt x="3511" y="5095"/>
                    </a:lnTo>
                    <a:lnTo>
                      <a:pt x="3606" y="5019"/>
                    </a:lnTo>
                    <a:lnTo>
                      <a:pt x="3691" y="4943"/>
                    </a:lnTo>
                    <a:lnTo>
                      <a:pt x="3777" y="4867"/>
                    </a:lnTo>
                    <a:lnTo>
                      <a:pt x="3862" y="4782"/>
                    </a:lnTo>
                    <a:lnTo>
                      <a:pt x="3947" y="4687"/>
                    </a:lnTo>
                    <a:lnTo>
                      <a:pt x="4090" y="4488"/>
                    </a:lnTo>
                    <a:lnTo>
                      <a:pt x="4223" y="4279"/>
                    </a:lnTo>
                    <a:lnTo>
                      <a:pt x="4346" y="4052"/>
                    </a:lnTo>
                    <a:lnTo>
                      <a:pt x="4441" y="3814"/>
                    </a:lnTo>
                    <a:lnTo>
                      <a:pt x="4479" y="3691"/>
                    </a:lnTo>
                    <a:lnTo>
                      <a:pt x="4517" y="3558"/>
                    </a:lnTo>
                    <a:lnTo>
                      <a:pt x="4545" y="3435"/>
                    </a:lnTo>
                    <a:lnTo>
                      <a:pt x="4574" y="3302"/>
                    </a:lnTo>
                    <a:lnTo>
                      <a:pt x="4593" y="3160"/>
                    </a:lnTo>
                    <a:lnTo>
                      <a:pt x="4611" y="3027"/>
                    </a:lnTo>
                    <a:lnTo>
                      <a:pt x="4621" y="2885"/>
                    </a:lnTo>
                    <a:lnTo>
                      <a:pt x="4621" y="2742"/>
                    </a:lnTo>
                    <a:lnTo>
                      <a:pt x="4621" y="2610"/>
                    </a:lnTo>
                    <a:lnTo>
                      <a:pt x="4611" y="2467"/>
                    </a:lnTo>
                    <a:lnTo>
                      <a:pt x="4593" y="2325"/>
                    </a:lnTo>
                    <a:lnTo>
                      <a:pt x="4574" y="2192"/>
                    </a:lnTo>
                    <a:lnTo>
                      <a:pt x="4545" y="2059"/>
                    </a:lnTo>
                    <a:lnTo>
                      <a:pt x="4517" y="1927"/>
                    </a:lnTo>
                    <a:lnTo>
                      <a:pt x="4479" y="1803"/>
                    </a:lnTo>
                    <a:lnTo>
                      <a:pt x="4441" y="1680"/>
                    </a:lnTo>
                    <a:lnTo>
                      <a:pt x="4346" y="1433"/>
                    </a:lnTo>
                    <a:lnTo>
                      <a:pt x="4223" y="1215"/>
                    </a:lnTo>
                    <a:lnTo>
                      <a:pt x="4090" y="997"/>
                    </a:lnTo>
                    <a:lnTo>
                      <a:pt x="3947" y="807"/>
                    </a:lnTo>
                    <a:lnTo>
                      <a:pt x="3862" y="712"/>
                    </a:lnTo>
                    <a:lnTo>
                      <a:pt x="3777" y="627"/>
                    </a:lnTo>
                    <a:lnTo>
                      <a:pt x="3691" y="542"/>
                    </a:lnTo>
                    <a:lnTo>
                      <a:pt x="3606" y="466"/>
                    </a:lnTo>
                    <a:lnTo>
                      <a:pt x="3511" y="399"/>
                    </a:lnTo>
                    <a:lnTo>
                      <a:pt x="3416" y="333"/>
                    </a:lnTo>
                    <a:lnTo>
                      <a:pt x="3312" y="276"/>
                    </a:lnTo>
                    <a:lnTo>
                      <a:pt x="3207" y="219"/>
                    </a:lnTo>
                    <a:lnTo>
                      <a:pt x="3103" y="172"/>
                    </a:lnTo>
                    <a:lnTo>
                      <a:pt x="2999" y="124"/>
                    </a:lnTo>
                    <a:lnTo>
                      <a:pt x="2885" y="86"/>
                    </a:lnTo>
                    <a:lnTo>
                      <a:pt x="2781" y="58"/>
                    </a:lnTo>
                    <a:lnTo>
                      <a:pt x="2667" y="29"/>
                    </a:lnTo>
                    <a:lnTo>
                      <a:pt x="2543" y="10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2544893" y="2375905"/>
                <a:ext cx="426420" cy="506817"/>
              </a:xfrm>
              <a:custGeom>
                <a:avLst/>
                <a:gdLst/>
                <a:ahLst/>
                <a:cxnLst/>
                <a:rect l="l" t="t" r="r" b="b"/>
                <a:pathLst>
                  <a:path w="5532" h="6575" extrusionOk="0">
                    <a:moveTo>
                      <a:pt x="2629" y="0"/>
                    </a:moveTo>
                    <a:lnTo>
                      <a:pt x="2486" y="19"/>
                    </a:lnTo>
                    <a:lnTo>
                      <a:pt x="2344" y="38"/>
                    </a:lnTo>
                    <a:lnTo>
                      <a:pt x="2211" y="67"/>
                    </a:lnTo>
                    <a:lnTo>
                      <a:pt x="2078" y="105"/>
                    </a:lnTo>
                    <a:lnTo>
                      <a:pt x="1946" y="142"/>
                    </a:lnTo>
                    <a:lnTo>
                      <a:pt x="1813" y="199"/>
                    </a:lnTo>
                    <a:lnTo>
                      <a:pt x="1689" y="256"/>
                    </a:lnTo>
                    <a:lnTo>
                      <a:pt x="1566" y="323"/>
                    </a:lnTo>
                    <a:lnTo>
                      <a:pt x="1452" y="399"/>
                    </a:lnTo>
                    <a:lnTo>
                      <a:pt x="1329" y="475"/>
                    </a:lnTo>
                    <a:lnTo>
                      <a:pt x="1225" y="560"/>
                    </a:lnTo>
                    <a:lnTo>
                      <a:pt x="1111" y="655"/>
                    </a:lnTo>
                    <a:lnTo>
                      <a:pt x="1006" y="750"/>
                    </a:lnTo>
                    <a:lnTo>
                      <a:pt x="911" y="854"/>
                    </a:lnTo>
                    <a:lnTo>
                      <a:pt x="817" y="958"/>
                    </a:lnTo>
                    <a:lnTo>
                      <a:pt x="722" y="1072"/>
                    </a:lnTo>
                    <a:lnTo>
                      <a:pt x="636" y="1195"/>
                    </a:lnTo>
                    <a:lnTo>
                      <a:pt x="551" y="1319"/>
                    </a:lnTo>
                    <a:lnTo>
                      <a:pt x="475" y="1452"/>
                    </a:lnTo>
                    <a:lnTo>
                      <a:pt x="399" y="1584"/>
                    </a:lnTo>
                    <a:lnTo>
                      <a:pt x="333" y="1717"/>
                    </a:lnTo>
                    <a:lnTo>
                      <a:pt x="276" y="1860"/>
                    </a:lnTo>
                    <a:lnTo>
                      <a:pt x="219" y="2011"/>
                    </a:lnTo>
                    <a:lnTo>
                      <a:pt x="172" y="2154"/>
                    </a:lnTo>
                    <a:lnTo>
                      <a:pt x="124" y="2315"/>
                    </a:lnTo>
                    <a:lnTo>
                      <a:pt x="86" y="2467"/>
                    </a:lnTo>
                    <a:lnTo>
                      <a:pt x="58" y="2628"/>
                    </a:lnTo>
                    <a:lnTo>
                      <a:pt x="29" y="2789"/>
                    </a:lnTo>
                    <a:lnTo>
                      <a:pt x="20" y="2951"/>
                    </a:lnTo>
                    <a:lnTo>
                      <a:pt x="1" y="3121"/>
                    </a:lnTo>
                    <a:lnTo>
                      <a:pt x="1" y="3292"/>
                    </a:lnTo>
                    <a:lnTo>
                      <a:pt x="1" y="3453"/>
                    </a:lnTo>
                    <a:lnTo>
                      <a:pt x="20" y="3624"/>
                    </a:lnTo>
                    <a:lnTo>
                      <a:pt x="29" y="3785"/>
                    </a:lnTo>
                    <a:lnTo>
                      <a:pt x="58" y="3956"/>
                    </a:lnTo>
                    <a:lnTo>
                      <a:pt x="86" y="4108"/>
                    </a:lnTo>
                    <a:lnTo>
                      <a:pt x="124" y="4269"/>
                    </a:lnTo>
                    <a:lnTo>
                      <a:pt x="172" y="4421"/>
                    </a:lnTo>
                    <a:lnTo>
                      <a:pt x="219" y="4573"/>
                    </a:lnTo>
                    <a:lnTo>
                      <a:pt x="276" y="4715"/>
                    </a:lnTo>
                    <a:lnTo>
                      <a:pt x="333" y="4857"/>
                    </a:lnTo>
                    <a:lnTo>
                      <a:pt x="399" y="4990"/>
                    </a:lnTo>
                    <a:lnTo>
                      <a:pt x="475" y="5123"/>
                    </a:lnTo>
                    <a:lnTo>
                      <a:pt x="551" y="5256"/>
                    </a:lnTo>
                    <a:lnTo>
                      <a:pt x="636" y="5379"/>
                    </a:lnTo>
                    <a:lnTo>
                      <a:pt x="722" y="5502"/>
                    </a:lnTo>
                    <a:lnTo>
                      <a:pt x="817" y="5616"/>
                    </a:lnTo>
                    <a:lnTo>
                      <a:pt x="911" y="5721"/>
                    </a:lnTo>
                    <a:lnTo>
                      <a:pt x="1006" y="5825"/>
                    </a:lnTo>
                    <a:lnTo>
                      <a:pt x="1111" y="5920"/>
                    </a:lnTo>
                    <a:lnTo>
                      <a:pt x="1225" y="6015"/>
                    </a:lnTo>
                    <a:lnTo>
                      <a:pt x="1329" y="6100"/>
                    </a:lnTo>
                    <a:lnTo>
                      <a:pt x="1452" y="6185"/>
                    </a:lnTo>
                    <a:lnTo>
                      <a:pt x="1566" y="6252"/>
                    </a:lnTo>
                    <a:lnTo>
                      <a:pt x="1689" y="6318"/>
                    </a:lnTo>
                    <a:lnTo>
                      <a:pt x="1813" y="6375"/>
                    </a:lnTo>
                    <a:lnTo>
                      <a:pt x="1946" y="6432"/>
                    </a:lnTo>
                    <a:lnTo>
                      <a:pt x="2078" y="6470"/>
                    </a:lnTo>
                    <a:lnTo>
                      <a:pt x="2211" y="6508"/>
                    </a:lnTo>
                    <a:lnTo>
                      <a:pt x="2344" y="6536"/>
                    </a:lnTo>
                    <a:lnTo>
                      <a:pt x="2486" y="6565"/>
                    </a:lnTo>
                    <a:lnTo>
                      <a:pt x="2629" y="6574"/>
                    </a:lnTo>
                    <a:lnTo>
                      <a:pt x="2913" y="6574"/>
                    </a:lnTo>
                    <a:lnTo>
                      <a:pt x="3055" y="6565"/>
                    </a:lnTo>
                    <a:lnTo>
                      <a:pt x="3188" y="6536"/>
                    </a:lnTo>
                    <a:lnTo>
                      <a:pt x="3331" y="6508"/>
                    </a:lnTo>
                    <a:lnTo>
                      <a:pt x="3463" y="6470"/>
                    </a:lnTo>
                    <a:lnTo>
                      <a:pt x="3587" y="6432"/>
                    </a:lnTo>
                    <a:lnTo>
                      <a:pt x="3720" y="6375"/>
                    </a:lnTo>
                    <a:lnTo>
                      <a:pt x="3843" y="6318"/>
                    </a:lnTo>
                    <a:lnTo>
                      <a:pt x="3966" y="6252"/>
                    </a:lnTo>
                    <a:lnTo>
                      <a:pt x="4090" y="6185"/>
                    </a:lnTo>
                    <a:lnTo>
                      <a:pt x="4203" y="6100"/>
                    </a:lnTo>
                    <a:lnTo>
                      <a:pt x="4317" y="6015"/>
                    </a:lnTo>
                    <a:lnTo>
                      <a:pt x="4422" y="5920"/>
                    </a:lnTo>
                    <a:lnTo>
                      <a:pt x="4526" y="5825"/>
                    </a:lnTo>
                    <a:lnTo>
                      <a:pt x="4630" y="5721"/>
                    </a:lnTo>
                    <a:lnTo>
                      <a:pt x="4725" y="5616"/>
                    </a:lnTo>
                    <a:lnTo>
                      <a:pt x="4820" y="5502"/>
                    </a:lnTo>
                    <a:lnTo>
                      <a:pt x="4905" y="5379"/>
                    </a:lnTo>
                    <a:lnTo>
                      <a:pt x="4991" y="5256"/>
                    </a:lnTo>
                    <a:lnTo>
                      <a:pt x="5067" y="5123"/>
                    </a:lnTo>
                    <a:lnTo>
                      <a:pt x="5133" y="4990"/>
                    </a:lnTo>
                    <a:lnTo>
                      <a:pt x="5199" y="4857"/>
                    </a:lnTo>
                    <a:lnTo>
                      <a:pt x="5266" y="4715"/>
                    </a:lnTo>
                    <a:lnTo>
                      <a:pt x="5323" y="4573"/>
                    </a:lnTo>
                    <a:lnTo>
                      <a:pt x="5370" y="4421"/>
                    </a:lnTo>
                    <a:lnTo>
                      <a:pt x="5408" y="4269"/>
                    </a:lnTo>
                    <a:lnTo>
                      <a:pt x="5446" y="4108"/>
                    </a:lnTo>
                    <a:lnTo>
                      <a:pt x="5484" y="3956"/>
                    </a:lnTo>
                    <a:lnTo>
                      <a:pt x="5503" y="3785"/>
                    </a:lnTo>
                    <a:lnTo>
                      <a:pt x="5522" y="3624"/>
                    </a:lnTo>
                    <a:lnTo>
                      <a:pt x="5531" y="3453"/>
                    </a:lnTo>
                    <a:lnTo>
                      <a:pt x="5531" y="3292"/>
                    </a:lnTo>
                    <a:lnTo>
                      <a:pt x="5531" y="3121"/>
                    </a:lnTo>
                    <a:lnTo>
                      <a:pt x="5522" y="2951"/>
                    </a:lnTo>
                    <a:lnTo>
                      <a:pt x="5503" y="2789"/>
                    </a:lnTo>
                    <a:lnTo>
                      <a:pt x="5484" y="2628"/>
                    </a:lnTo>
                    <a:lnTo>
                      <a:pt x="5446" y="2467"/>
                    </a:lnTo>
                    <a:lnTo>
                      <a:pt x="5408" y="2315"/>
                    </a:lnTo>
                    <a:lnTo>
                      <a:pt x="5370" y="2154"/>
                    </a:lnTo>
                    <a:lnTo>
                      <a:pt x="5323" y="2011"/>
                    </a:lnTo>
                    <a:lnTo>
                      <a:pt x="5266" y="1860"/>
                    </a:lnTo>
                    <a:lnTo>
                      <a:pt x="5199" y="1717"/>
                    </a:lnTo>
                    <a:lnTo>
                      <a:pt x="5133" y="1584"/>
                    </a:lnTo>
                    <a:lnTo>
                      <a:pt x="5067" y="1452"/>
                    </a:lnTo>
                    <a:lnTo>
                      <a:pt x="4991" y="1319"/>
                    </a:lnTo>
                    <a:lnTo>
                      <a:pt x="4905" y="1195"/>
                    </a:lnTo>
                    <a:lnTo>
                      <a:pt x="4820" y="1072"/>
                    </a:lnTo>
                    <a:lnTo>
                      <a:pt x="4725" y="958"/>
                    </a:lnTo>
                    <a:lnTo>
                      <a:pt x="4630" y="854"/>
                    </a:lnTo>
                    <a:lnTo>
                      <a:pt x="4526" y="750"/>
                    </a:lnTo>
                    <a:lnTo>
                      <a:pt x="4422" y="655"/>
                    </a:lnTo>
                    <a:lnTo>
                      <a:pt x="4317" y="560"/>
                    </a:lnTo>
                    <a:lnTo>
                      <a:pt x="4203" y="475"/>
                    </a:lnTo>
                    <a:lnTo>
                      <a:pt x="4090" y="399"/>
                    </a:lnTo>
                    <a:lnTo>
                      <a:pt x="3966" y="323"/>
                    </a:lnTo>
                    <a:lnTo>
                      <a:pt x="3843" y="256"/>
                    </a:lnTo>
                    <a:lnTo>
                      <a:pt x="3720" y="199"/>
                    </a:lnTo>
                    <a:lnTo>
                      <a:pt x="3587" y="142"/>
                    </a:lnTo>
                    <a:lnTo>
                      <a:pt x="3463" y="105"/>
                    </a:lnTo>
                    <a:lnTo>
                      <a:pt x="3331" y="67"/>
                    </a:lnTo>
                    <a:lnTo>
                      <a:pt x="3188" y="38"/>
                    </a:lnTo>
                    <a:lnTo>
                      <a:pt x="3055" y="19"/>
                    </a:lnTo>
                    <a:lnTo>
                      <a:pt x="29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2985880" y="2671283"/>
                <a:ext cx="356198" cy="423491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494" extrusionOk="0">
                    <a:moveTo>
                      <a:pt x="2192" y="1"/>
                    </a:moveTo>
                    <a:lnTo>
                      <a:pt x="2068" y="10"/>
                    </a:lnTo>
                    <a:lnTo>
                      <a:pt x="1954" y="29"/>
                    </a:lnTo>
                    <a:lnTo>
                      <a:pt x="1841" y="58"/>
                    </a:lnTo>
                    <a:lnTo>
                      <a:pt x="1736" y="86"/>
                    </a:lnTo>
                    <a:lnTo>
                      <a:pt x="1622" y="124"/>
                    </a:lnTo>
                    <a:lnTo>
                      <a:pt x="1518" y="172"/>
                    </a:lnTo>
                    <a:lnTo>
                      <a:pt x="1414" y="219"/>
                    </a:lnTo>
                    <a:lnTo>
                      <a:pt x="1309" y="276"/>
                    </a:lnTo>
                    <a:lnTo>
                      <a:pt x="1205" y="333"/>
                    </a:lnTo>
                    <a:lnTo>
                      <a:pt x="1110" y="399"/>
                    </a:lnTo>
                    <a:lnTo>
                      <a:pt x="1015" y="466"/>
                    </a:lnTo>
                    <a:lnTo>
                      <a:pt x="930" y="542"/>
                    </a:lnTo>
                    <a:lnTo>
                      <a:pt x="835" y="627"/>
                    </a:lnTo>
                    <a:lnTo>
                      <a:pt x="759" y="712"/>
                    </a:lnTo>
                    <a:lnTo>
                      <a:pt x="674" y="807"/>
                    </a:lnTo>
                    <a:lnTo>
                      <a:pt x="522" y="997"/>
                    </a:lnTo>
                    <a:lnTo>
                      <a:pt x="389" y="1215"/>
                    </a:lnTo>
                    <a:lnTo>
                      <a:pt x="275" y="1433"/>
                    </a:lnTo>
                    <a:lnTo>
                      <a:pt x="180" y="1680"/>
                    </a:lnTo>
                    <a:lnTo>
                      <a:pt x="143" y="1803"/>
                    </a:lnTo>
                    <a:lnTo>
                      <a:pt x="105" y="1927"/>
                    </a:lnTo>
                    <a:lnTo>
                      <a:pt x="67" y="2059"/>
                    </a:lnTo>
                    <a:lnTo>
                      <a:pt x="48" y="2192"/>
                    </a:lnTo>
                    <a:lnTo>
                      <a:pt x="29" y="2325"/>
                    </a:lnTo>
                    <a:lnTo>
                      <a:pt x="10" y="2467"/>
                    </a:lnTo>
                    <a:lnTo>
                      <a:pt x="0" y="2610"/>
                    </a:lnTo>
                    <a:lnTo>
                      <a:pt x="0" y="2742"/>
                    </a:lnTo>
                    <a:lnTo>
                      <a:pt x="0" y="2885"/>
                    </a:lnTo>
                    <a:lnTo>
                      <a:pt x="10" y="3027"/>
                    </a:lnTo>
                    <a:lnTo>
                      <a:pt x="29" y="3160"/>
                    </a:lnTo>
                    <a:lnTo>
                      <a:pt x="48" y="3302"/>
                    </a:lnTo>
                    <a:lnTo>
                      <a:pt x="67" y="3435"/>
                    </a:lnTo>
                    <a:lnTo>
                      <a:pt x="105" y="3558"/>
                    </a:lnTo>
                    <a:lnTo>
                      <a:pt x="143" y="3691"/>
                    </a:lnTo>
                    <a:lnTo>
                      <a:pt x="180" y="3814"/>
                    </a:lnTo>
                    <a:lnTo>
                      <a:pt x="275" y="4052"/>
                    </a:lnTo>
                    <a:lnTo>
                      <a:pt x="389" y="4279"/>
                    </a:lnTo>
                    <a:lnTo>
                      <a:pt x="522" y="4488"/>
                    </a:lnTo>
                    <a:lnTo>
                      <a:pt x="674" y="4687"/>
                    </a:lnTo>
                    <a:lnTo>
                      <a:pt x="759" y="4782"/>
                    </a:lnTo>
                    <a:lnTo>
                      <a:pt x="835" y="4867"/>
                    </a:lnTo>
                    <a:lnTo>
                      <a:pt x="930" y="4943"/>
                    </a:lnTo>
                    <a:lnTo>
                      <a:pt x="1015" y="5019"/>
                    </a:lnTo>
                    <a:lnTo>
                      <a:pt x="1110" y="5095"/>
                    </a:lnTo>
                    <a:lnTo>
                      <a:pt x="1205" y="5161"/>
                    </a:lnTo>
                    <a:lnTo>
                      <a:pt x="1309" y="5218"/>
                    </a:lnTo>
                    <a:lnTo>
                      <a:pt x="1414" y="5275"/>
                    </a:lnTo>
                    <a:lnTo>
                      <a:pt x="1518" y="5323"/>
                    </a:lnTo>
                    <a:lnTo>
                      <a:pt x="1622" y="5370"/>
                    </a:lnTo>
                    <a:lnTo>
                      <a:pt x="1736" y="5408"/>
                    </a:lnTo>
                    <a:lnTo>
                      <a:pt x="1841" y="5437"/>
                    </a:lnTo>
                    <a:lnTo>
                      <a:pt x="1954" y="5465"/>
                    </a:lnTo>
                    <a:lnTo>
                      <a:pt x="2068" y="5475"/>
                    </a:lnTo>
                    <a:lnTo>
                      <a:pt x="2192" y="5484"/>
                    </a:lnTo>
                    <a:lnTo>
                      <a:pt x="2305" y="5494"/>
                    </a:lnTo>
                    <a:lnTo>
                      <a:pt x="2429" y="5484"/>
                    </a:lnTo>
                    <a:lnTo>
                      <a:pt x="2543" y="5475"/>
                    </a:lnTo>
                    <a:lnTo>
                      <a:pt x="2656" y="5465"/>
                    </a:lnTo>
                    <a:lnTo>
                      <a:pt x="2770" y="5437"/>
                    </a:lnTo>
                    <a:lnTo>
                      <a:pt x="2884" y="5408"/>
                    </a:lnTo>
                    <a:lnTo>
                      <a:pt x="2998" y="5370"/>
                    </a:lnTo>
                    <a:lnTo>
                      <a:pt x="3102" y="5323"/>
                    </a:lnTo>
                    <a:lnTo>
                      <a:pt x="3207" y="5275"/>
                    </a:lnTo>
                    <a:lnTo>
                      <a:pt x="3311" y="5218"/>
                    </a:lnTo>
                    <a:lnTo>
                      <a:pt x="3406" y="5161"/>
                    </a:lnTo>
                    <a:lnTo>
                      <a:pt x="3510" y="5095"/>
                    </a:lnTo>
                    <a:lnTo>
                      <a:pt x="3596" y="5019"/>
                    </a:lnTo>
                    <a:lnTo>
                      <a:pt x="3690" y="4943"/>
                    </a:lnTo>
                    <a:lnTo>
                      <a:pt x="3776" y="4867"/>
                    </a:lnTo>
                    <a:lnTo>
                      <a:pt x="3861" y="4782"/>
                    </a:lnTo>
                    <a:lnTo>
                      <a:pt x="3947" y="4687"/>
                    </a:lnTo>
                    <a:lnTo>
                      <a:pt x="4089" y="4488"/>
                    </a:lnTo>
                    <a:lnTo>
                      <a:pt x="4222" y="4279"/>
                    </a:lnTo>
                    <a:lnTo>
                      <a:pt x="4336" y="4052"/>
                    </a:lnTo>
                    <a:lnTo>
                      <a:pt x="4440" y="3814"/>
                    </a:lnTo>
                    <a:lnTo>
                      <a:pt x="4478" y="3691"/>
                    </a:lnTo>
                    <a:lnTo>
                      <a:pt x="4516" y="3558"/>
                    </a:lnTo>
                    <a:lnTo>
                      <a:pt x="4544" y="3435"/>
                    </a:lnTo>
                    <a:lnTo>
                      <a:pt x="4573" y="3302"/>
                    </a:lnTo>
                    <a:lnTo>
                      <a:pt x="4592" y="3160"/>
                    </a:lnTo>
                    <a:lnTo>
                      <a:pt x="4611" y="3027"/>
                    </a:lnTo>
                    <a:lnTo>
                      <a:pt x="4620" y="2885"/>
                    </a:lnTo>
                    <a:lnTo>
                      <a:pt x="4620" y="2742"/>
                    </a:lnTo>
                    <a:lnTo>
                      <a:pt x="4620" y="2610"/>
                    </a:lnTo>
                    <a:lnTo>
                      <a:pt x="4611" y="2467"/>
                    </a:lnTo>
                    <a:lnTo>
                      <a:pt x="4592" y="2325"/>
                    </a:lnTo>
                    <a:lnTo>
                      <a:pt x="4573" y="2192"/>
                    </a:lnTo>
                    <a:lnTo>
                      <a:pt x="4544" y="2059"/>
                    </a:lnTo>
                    <a:lnTo>
                      <a:pt x="4516" y="1927"/>
                    </a:lnTo>
                    <a:lnTo>
                      <a:pt x="4478" y="1803"/>
                    </a:lnTo>
                    <a:lnTo>
                      <a:pt x="4440" y="1680"/>
                    </a:lnTo>
                    <a:lnTo>
                      <a:pt x="4336" y="1433"/>
                    </a:lnTo>
                    <a:lnTo>
                      <a:pt x="4222" y="1215"/>
                    </a:lnTo>
                    <a:lnTo>
                      <a:pt x="4089" y="997"/>
                    </a:lnTo>
                    <a:lnTo>
                      <a:pt x="3947" y="807"/>
                    </a:lnTo>
                    <a:lnTo>
                      <a:pt x="3861" y="712"/>
                    </a:lnTo>
                    <a:lnTo>
                      <a:pt x="3776" y="627"/>
                    </a:lnTo>
                    <a:lnTo>
                      <a:pt x="3690" y="542"/>
                    </a:lnTo>
                    <a:lnTo>
                      <a:pt x="3596" y="466"/>
                    </a:lnTo>
                    <a:lnTo>
                      <a:pt x="3510" y="399"/>
                    </a:lnTo>
                    <a:lnTo>
                      <a:pt x="3406" y="333"/>
                    </a:lnTo>
                    <a:lnTo>
                      <a:pt x="3311" y="276"/>
                    </a:lnTo>
                    <a:lnTo>
                      <a:pt x="3207" y="219"/>
                    </a:lnTo>
                    <a:lnTo>
                      <a:pt x="3102" y="172"/>
                    </a:lnTo>
                    <a:lnTo>
                      <a:pt x="2998" y="124"/>
                    </a:lnTo>
                    <a:lnTo>
                      <a:pt x="2884" y="86"/>
                    </a:lnTo>
                    <a:lnTo>
                      <a:pt x="2770" y="58"/>
                    </a:lnTo>
                    <a:lnTo>
                      <a:pt x="2656" y="29"/>
                    </a:lnTo>
                    <a:lnTo>
                      <a:pt x="2543" y="10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1" name="Google Shape;391;p19"/>
          <p:cNvGrpSpPr/>
          <p:nvPr/>
        </p:nvGrpSpPr>
        <p:grpSpPr>
          <a:xfrm>
            <a:off x="4431592" y="1343470"/>
            <a:ext cx="343404" cy="446998"/>
            <a:chOff x="-18983850" y="3710075"/>
            <a:chExt cx="232375" cy="302475"/>
          </a:xfrm>
        </p:grpSpPr>
        <p:sp>
          <p:nvSpPr>
            <p:cNvPr id="392" name="Google Shape;392;p19"/>
            <p:cNvSpPr/>
            <p:nvPr/>
          </p:nvSpPr>
          <p:spPr>
            <a:xfrm>
              <a:off x="-18840500" y="3874700"/>
              <a:ext cx="89025" cy="119750"/>
            </a:xfrm>
            <a:custGeom>
              <a:avLst/>
              <a:gdLst/>
              <a:ahLst/>
              <a:cxnLst/>
              <a:rect l="l" t="t" r="r" b="b"/>
              <a:pathLst>
                <a:path w="3561" h="4790" extrusionOk="0">
                  <a:moveTo>
                    <a:pt x="2300" y="0"/>
                  </a:moveTo>
                  <a:cubicBezTo>
                    <a:pt x="1796" y="883"/>
                    <a:pt x="945" y="1513"/>
                    <a:pt x="0" y="1796"/>
                  </a:cubicBezTo>
                  <a:lnTo>
                    <a:pt x="0" y="1954"/>
                  </a:lnTo>
                  <a:cubicBezTo>
                    <a:pt x="0" y="3529"/>
                    <a:pt x="1324" y="4789"/>
                    <a:pt x="2836" y="4789"/>
                  </a:cubicBezTo>
                  <a:lnTo>
                    <a:pt x="3560" y="4789"/>
                  </a:lnTo>
                  <a:lnTo>
                    <a:pt x="3560" y="4033"/>
                  </a:lnTo>
                  <a:cubicBezTo>
                    <a:pt x="3434" y="4065"/>
                    <a:pt x="3308" y="4065"/>
                    <a:pt x="3214" y="4065"/>
                  </a:cubicBezTo>
                  <a:cubicBezTo>
                    <a:pt x="2993" y="4065"/>
                    <a:pt x="2836" y="4033"/>
                    <a:pt x="2773" y="4033"/>
                  </a:cubicBezTo>
                  <a:cubicBezTo>
                    <a:pt x="1985" y="3844"/>
                    <a:pt x="1418" y="3119"/>
                    <a:pt x="1418" y="2300"/>
                  </a:cubicBezTo>
                  <a:cubicBezTo>
                    <a:pt x="1387" y="2143"/>
                    <a:pt x="1544" y="1985"/>
                    <a:pt x="1733" y="1985"/>
                  </a:cubicBezTo>
                  <a:cubicBezTo>
                    <a:pt x="1954" y="1985"/>
                    <a:pt x="2111" y="2143"/>
                    <a:pt x="2111" y="2332"/>
                  </a:cubicBezTo>
                  <a:cubicBezTo>
                    <a:pt x="2111" y="2804"/>
                    <a:pt x="2426" y="3245"/>
                    <a:pt x="2930" y="3371"/>
                  </a:cubicBezTo>
                  <a:cubicBezTo>
                    <a:pt x="3000" y="3383"/>
                    <a:pt x="3069" y="3390"/>
                    <a:pt x="3141" y="3390"/>
                  </a:cubicBezTo>
                  <a:cubicBezTo>
                    <a:pt x="3266" y="3390"/>
                    <a:pt x="3401" y="3368"/>
                    <a:pt x="3560" y="3308"/>
                  </a:cubicBezTo>
                  <a:lnTo>
                    <a:pt x="3560" y="1954"/>
                  </a:lnTo>
                  <a:cubicBezTo>
                    <a:pt x="3560" y="1072"/>
                    <a:pt x="3056" y="316"/>
                    <a:pt x="2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-18983850" y="3901475"/>
              <a:ext cx="208750" cy="111075"/>
            </a:xfrm>
            <a:custGeom>
              <a:avLst/>
              <a:gdLst/>
              <a:ahLst/>
              <a:cxnLst/>
              <a:rect l="l" t="t" r="r" b="b"/>
              <a:pathLst>
                <a:path w="8350" h="4443" extrusionOk="0">
                  <a:moveTo>
                    <a:pt x="2111" y="1"/>
                  </a:moveTo>
                  <a:lnTo>
                    <a:pt x="2111" y="1261"/>
                  </a:lnTo>
                  <a:cubicBezTo>
                    <a:pt x="2111" y="2300"/>
                    <a:pt x="2584" y="3151"/>
                    <a:pt x="3340" y="3750"/>
                  </a:cubicBezTo>
                  <a:lnTo>
                    <a:pt x="2017" y="3750"/>
                  </a:lnTo>
                  <a:lnTo>
                    <a:pt x="1387" y="2521"/>
                  </a:lnTo>
                  <a:cubicBezTo>
                    <a:pt x="1317" y="2404"/>
                    <a:pt x="1177" y="2339"/>
                    <a:pt x="1046" y="2339"/>
                  </a:cubicBezTo>
                  <a:cubicBezTo>
                    <a:pt x="1000" y="2339"/>
                    <a:pt x="955" y="2347"/>
                    <a:pt x="914" y="2363"/>
                  </a:cubicBezTo>
                  <a:cubicBezTo>
                    <a:pt x="757" y="2458"/>
                    <a:pt x="662" y="2679"/>
                    <a:pt x="757" y="2836"/>
                  </a:cubicBezTo>
                  <a:lnTo>
                    <a:pt x="1229" y="3750"/>
                  </a:lnTo>
                  <a:lnTo>
                    <a:pt x="347" y="3750"/>
                  </a:lnTo>
                  <a:cubicBezTo>
                    <a:pt x="158" y="3750"/>
                    <a:pt x="0" y="3907"/>
                    <a:pt x="0" y="4096"/>
                  </a:cubicBezTo>
                  <a:cubicBezTo>
                    <a:pt x="0" y="4285"/>
                    <a:pt x="158" y="4443"/>
                    <a:pt x="347" y="4443"/>
                  </a:cubicBezTo>
                  <a:lnTo>
                    <a:pt x="8223" y="4443"/>
                  </a:lnTo>
                  <a:cubicBezTo>
                    <a:pt x="8255" y="4443"/>
                    <a:pt x="8318" y="4443"/>
                    <a:pt x="8349" y="4411"/>
                  </a:cubicBezTo>
                  <a:cubicBezTo>
                    <a:pt x="6459" y="4348"/>
                    <a:pt x="5010" y="2805"/>
                    <a:pt x="5010" y="914"/>
                  </a:cubicBezTo>
                  <a:lnTo>
                    <a:pt x="4632" y="914"/>
                  </a:lnTo>
                  <a:cubicBezTo>
                    <a:pt x="3970" y="914"/>
                    <a:pt x="3340" y="757"/>
                    <a:pt x="2741" y="442"/>
                  </a:cubicBezTo>
                  <a:cubicBezTo>
                    <a:pt x="2521" y="316"/>
                    <a:pt x="2332" y="158"/>
                    <a:pt x="2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-18947625" y="3710075"/>
              <a:ext cx="159925" cy="67775"/>
            </a:xfrm>
            <a:custGeom>
              <a:avLst/>
              <a:gdLst/>
              <a:ahLst/>
              <a:cxnLst/>
              <a:rect l="l" t="t" r="r" b="b"/>
              <a:pathLst>
                <a:path w="6397" h="2711" extrusionOk="0">
                  <a:moveTo>
                    <a:pt x="1765" y="1"/>
                  </a:moveTo>
                  <a:cubicBezTo>
                    <a:pt x="788" y="1"/>
                    <a:pt x="1" y="789"/>
                    <a:pt x="1" y="1765"/>
                  </a:cubicBezTo>
                  <a:lnTo>
                    <a:pt x="1" y="2301"/>
                  </a:lnTo>
                  <a:cubicBezTo>
                    <a:pt x="410" y="1954"/>
                    <a:pt x="883" y="1765"/>
                    <a:pt x="1450" y="1765"/>
                  </a:cubicBezTo>
                  <a:cubicBezTo>
                    <a:pt x="2175" y="1765"/>
                    <a:pt x="2805" y="2143"/>
                    <a:pt x="3183" y="2710"/>
                  </a:cubicBezTo>
                  <a:cubicBezTo>
                    <a:pt x="3592" y="2112"/>
                    <a:pt x="4222" y="1765"/>
                    <a:pt x="4978" y="1765"/>
                  </a:cubicBezTo>
                  <a:cubicBezTo>
                    <a:pt x="5514" y="1765"/>
                    <a:pt x="5987" y="1954"/>
                    <a:pt x="6396" y="2301"/>
                  </a:cubicBezTo>
                  <a:lnTo>
                    <a:pt x="6396" y="1765"/>
                  </a:lnTo>
                  <a:cubicBezTo>
                    <a:pt x="6396" y="789"/>
                    <a:pt x="5609" y="1"/>
                    <a:pt x="4600" y="1"/>
                  </a:cubicBezTo>
                  <a:cubicBezTo>
                    <a:pt x="4411" y="1"/>
                    <a:pt x="4254" y="158"/>
                    <a:pt x="4254" y="348"/>
                  </a:cubicBezTo>
                  <a:cubicBezTo>
                    <a:pt x="4254" y="537"/>
                    <a:pt x="4096" y="694"/>
                    <a:pt x="3907" y="694"/>
                  </a:cubicBezTo>
                  <a:lnTo>
                    <a:pt x="2490" y="694"/>
                  </a:lnTo>
                  <a:cubicBezTo>
                    <a:pt x="2301" y="694"/>
                    <a:pt x="2143" y="537"/>
                    <a:pt x="2143" y="348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-18949200" y="3773100"/>
              <a:ext cx="159125" cy="133925"/>
            </a:xfrm>
            <a:custGeom>
              <a:avLst/>
              <a:gdLst/>
              <a:ahLst/>
              <a:cxnLst/>
              <a:rect l="l" t="t" r="r" b="b"/>
              <a:pathLst>
                <a:path w="6365" h="5357" extrusionOk="0">
                  <a:moveTo>
                    <a:pt x="1828" y="1040"/>
                  </a:moveTo>
                  <a:cubicBezTo>
                    <a:pt x="2048" y="1040"/>
                    <a:pt x="2206" y="1198"/>
                    <a:pt x="2206" y="1387"/>
                  </a:cubicBezTo>
                  <a:cubicBezTo>
                    <a:pt x="2206" y="1607"/>
                    <a:pt x="2048" y="1765"/>
                    <a:pt x="1828" y="1765"/>
                  </a:cubicBezTo>
                  <a:cubicBezTo>
                    <a:pt x="1639" y="1765"/>
                    <a:pt x="1481" y="1607"/>
                    <a:pt x="1481" y="1387"/>
                  </a:cubicBezTo>
                  <a:cubicBezTo>
                    <a:pt x="1481" y="1198"/>
                    <a:pt x="1639" y="1040"/>
                    <a:pt x="1828" y="1040"/>
                  </a:cubicBezTo>
                  <a:close/>
                  <a:moveTo>
                    <a:pt x="4663" y="1040"/>
                  </a:moveTo>
                  <a:cubicBezTo>
                    <a:pt x="4884" y="1040"/>
                    <a:pt x="5041" y="1198"/>
                    <a:pt x="5041" y="1387"/>
                  </a:cubicBezTo>
                  <a:cubicBezTo>
                    <a:pt x="5041" y="1607"/>
                    <a:pt x="4884" y="1765"/>
                    <a:pt x="4663" y="1765"/>
                  </a:cubicBezTo>
                  <a:cubicBezTo>
                    <a:pt x="4474" y="1765"/>
                    <a:pt x="4317" y="1607"/>
                    <a:pt x="4317" y="1387"/>
                  </a:cubicBezTo>
                  <a:cubicBezTo>
                    <a:pt x="4317" y="1198"/>
                    <a:pt x="4474" y="1040"/>
                    <a:pt x="4663" y="1040"/>
                  </a:cubicBezTo>
                  <a:close/>
                  <a:moveTo>
                    <a:pt x="2887" y="2126"/>
                  </a:moveTo>
                  <a:cubicBezTo>
                    <a:pt x="3056" y="2126"/>
                    <a:pt x="3188" y="2239"/>
                    <a:pt x="3214" y="2395"/>
                  </a:cubicBezTo>
                  <a:cubicBezTo>
                    <a:pt x="3297" y="2230"/>
                    <a:pt x="3451" y="2137"/>
                    <a:pt x="3594" y="2137"/>
                  </a:cubicBezTo>
                  <a:cubicBezTo>
                    <a:pt x="3615" y="2137"/>
                    <a:pt x="3635" y="2139"/>
                    <a:pt x="3655" y="2143"/>
                  </a:cubicBezTo>
                  <a:cubicBezTo>
                    <a:pt x="3844" y="2237"/>
                    <a:pt x="3939" y="2426"/>
                    <a:pt x="3876" y="2584"/>
                  </a:cubicBezTo>
                  <a:lnTo>
                    <a:pt x="3529" y="3655"/>
                  </a:lnTo>
                  <a:cubicBezTo>
                    <a:pt x="3498" y="3812"/>
                    <a:pt x="3340" y="3875"/>
                    <a:pt x="3183" y="3875"/>
                  </a:cubicBezTo>
                  <a:cubicBezTo>
                    <a:pt x="3025" y="3875"/>
                    <a:pt x="2899" y="3812"/>
                    <a:pt x="2836" y="3655"/>
                  </a:cubicBezTo>
                  <a:lnTo>
                    <a:pt x="2458" y="2584"/>
                  </a:lnTo>
                  <a:cubicBezTo>
                    <a:pt x="2521" y="2426"/>
                    <a:pt x="2584" y="2237"/>
                    <a:pt x="2773" y="2143"/>
                  </a:cubicBezTo>
                  <a:cubicBezTo>
                    <a:pt x="2812" y="2132"/>
                    <a:pt x="2850" y="2126"/>
                    <a:pt x="2887" y="2126"/>
                  </a:cubicBezTo>
                  <a:close/>
                  <a:moveTo>
                    <a:pt x="1418" y="0"/>
                  </a:moveTo>
                  <a:cubicBezTo>
                    <a:pt x="631" y="0"/>
                    <a:pt x="1" y="630"/>
                    <a:pt x="1" y="1418"/>
                  </a:cubicBezTo>
                  <a:lnTo>
                    <a:pt x="1" y="1481"/>
                  </a:lnTo>
                  <a:lnTo>
                    <a:pt x="1" y="2111"/>
                  </a:lnTo>
                  <a:cubicBezTo>
                    <a:pt x="1" y="2269"/>
                    <a:pt x="1" y="2458"/>
                    <a:pt x="32" y="2615"/>
                  </a:cubicBezTo>
                  <a:cubicBezTo>
                    <a:pt x="95" y="2678"/>
                    <a:pt x="95" y="2741"/>
                    <a:pt x="95" y="2773"/>
                  </a:cubicBezTo>
                  <a:cubicBezTo>
                    <a:pt x="158" y="2899"/>
                    <a:pt x="158" y="3025"/>
                    <a:pt x="190" y="3151"/>
                  </a:cubicBezTo>
                  <a:cubicBezTo>
                    <a:pt x="190" y="3182"/>
                    <a:pt x="221" y="3214"/>
                    <a:pt x="221" y="3245"/>
                  </a:cubicBezTo>
                  <a:cubicBezTo>
                    <a:pt x="253" y="3371"/>
                    <a:pt x="347" y="3529"/>
                    <a:pt x="379" y="3655"/>
                  </a:cubicBezTo>
                  <a:cubicBezTo>
                    <a:pt x="379" y="3686"/>
                    <a:pt x="410" y="3686"/>
                    <a:pt x="410" y="3718"/>
                  </a:cubicBezTo>
                  <a:cubicBezTo>
                    <a:pt x="505" y="3875"/>
                    <a:pt x="631" y="4033"/>
                    <a:pt x="694" y="4159"/>
                  </a:cubicBezTo>
                  <a:cubicBezTo>
                    <a:pt x="977" y="4474"/>
                    <a:pt x="1292" y="4758"/>
                    <a:pt x="1639" y="4947"/>
                  </a:cubicBezTo>
                  <a:cubicBezTo>
                    <a:pt x="2111" y="5230"/>
                    <a:pt x="2647" y="5356"/>
                    <a:pt x="3183" y="5356"/>
                  </a:cubicBezTo>
                  <a:cubicBezTo>
                    <a:pt x="4285" y="5356"/>
                    <a:pt x="5262" y="4789"/>
                    <a:pt x="5829" y="3938"/>
                  </a:cubicBezTo>
                  <a:cubicBezTo>
                    <a:pt x="5829" y="3938"/>
                    <a:pt x="5829" y="3875"/>
                    <a:pt x="5861" y="3875"/>
                  </a:cubicBezTo>
                  <a:cubicBezTo>
                    <a:pt x="5955" y="3718"/>
                    <a:pt x="6018" y="3623"/>
                    <a:pt x="6081" y="3434"/>
                  </a:cubicBezTo>
                  <a:cubicBezTo>
                    <a:pt x="6144" y="3403"/>
                    <a:pt x="6144" y="3340"/>
                    <a:pt x="6176" y="3277"/>
                  </a:cubicBezTo>
                  <a:cubicBezTo>
                    <a:pt x="6207" y="3182"/>
                    <a:pt x="6270" y="3025"/>
                    <a:pt x="6302" y="2899"/>
                  </a:cubicBezTo>
                  <a:cubicBezTo>
                    <a:pt x="6302" y="2867"/>
                    <a:pt x="6333" y="2773"/>
                    <a:pt x="6333" y="2741"/>
                  </a:cubicBezTo>
                  <a:cubicBezTo>
                    <a:pt x="6365" y="2552"/>
                    <a:pt x="6365" y="2363"/>
                    <a:pt x="6365" y="2143"/>
                  </a:cubicBezTo>
                  <a:lnTo>
                    <a:pt x="6365" y="1292"/>
                  </a:lnTo>
                  <a:cubicBezTo>
                    <a:pt x="6302" y="567"/>
                    <a:pt x="5703" y="0"/>
                    <a:pt x="4947" y="0"/>
                  </a:cubicBezTo>
                  <a:cubicBezTo>
                    <a:pt x="4159" y="0"/>
                    <a:pt x="3529" y="630"/>
                    <a:pt x="3529" y="1418"/>
                  </a:cubicBezTo>
                  <a:cubicBezTo>
                    <a:pt x="3529" y="1607"/>
                    <a:pt x="3372" y="1765"/>
                    <a:pt x="3183" y="1765"/>
                  </a:cubicBezTo>
                  <a:cubicBezTo>
                    <a:pt x="2994" y="1765"/>
                    <a:pt x="2836" y="1607"/>
                    <a:pt x="2836" y="1418"/>
                  </a:cubicBezTo>
                  <a:cubicBezTo>
                    <a:pt x="2836" y="630"/>
                    <a:pt x="2206" y="0"/>
                    <a:pt x="14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9"/>
          <p:cNvGrpSpPr/>
          <p:nvPr/>
        </p:nvGrpSpPr>
        <p:grpSpPr>
          <a:xfrm>
            <a:off x="4403699" y="4119543"/>
            <a:ext cx="399309" cy="373470"/>
            <a:chOff x="-17168375" y="3692750"/>
            <a:chExt cx="304050" cy="284375"/>
          </a:xfrm>
        </p:grpSpPr>
        <p:sp>
          <p:nvSpPr>
            <p:cNvPr id="397" name="Google Shape;397;p19"/>
            <p:cNvSpPr/>
            <p:nvPr/>
          </p:nvSpPr>
          <p:spPr>
            <a:xfrm>
              <a:off x="-16963600" y="3694325"/>
              <a:ext cx="99275" cy="92175"/>
            </a:xfrm>
            <a:custGeom>
              <a:avLst/>
              <a:gdLst/>
              <a:ahLst/>
              <a:cxnLst/>
              <a:rect l="l" t="t" r="r" b="b"/>
              <a:pathLst>
                <a:path w="3971" h="3687" extrusionOk="0">
                  <a:moveTo>
                    <a:pt x="1859" y="1"/>
                  </a:moveTo>
                  <a:cubicBezTo>
                    <a:pt x="1072" y="1"/>
                    <a:pt x="379" y="410"/>
                    <a:pt x="1" y="1041"/>
                  </a:cubicBezTo>
                  <a:cubicBezTo>
                    <a:pt x="1387" y="1482"/>
                    <a:pt x="2553" y="2458"/>
                    <a:pt x="3277" y="3687"/>
                  </a:cubicBezTo>
                  <a:cubicBezTo>
                    <a:pt x="3687" y="3277"/>
                    <a:pt x="3970" y="2710"/>
                    <a:pt x="3970" y="2112"/>
                  </a:cubicBezTo>
                  <a:cubicBezTo>
                    <a:pt x="3970" y="915"/>
                    <a:pt x="3025" y="1"/>
                    <a:pt x="1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-17102225" y="3817525"/>
              <a:ext cx="61475" cy="69650"/>
            </a:xfrm>
            <a:custGeom>
              <a:avLst/>
              <a:gdLst/>
              <a:ahLst/>
              <a:cxnLst/>
              <a:rect l="l" t="t" r="r" b="b"/>
              <a:pathLst>
                <a:path w="2459" h="2786" extrusionOk="0">
                  <a:moveTo>
                    <a:pt x="1293" y="1437"/>
                  </a:moveTo>
                  <a:cubicBezTo>
                    <a:pt x="1482" y="1437"/>
                    <a:pt x="1639" y="1594"/>
                    <a:pt x="1639" y="1783"/>
                  </a:cubicBezTo>
                  <a:cubicBezTo>
                    <a:pt x="1639" y="2004"/>
                    <a:pt x="1482" y="2161"/>
                    <a:pt x="1293" y="2161"/>
                  </a:cubicBezTo>
                  <a:cubicBezTo>
                    <a:pt x="1103" y="2161"/>
                    <a:pt x="946" y="2004"/>
                    <a:pt x="946" y="1783"/>
                  </a:cubicBezTo>
                  <a:cubicBezTo>
                    <a:pt x="946" y="1594"/>
                    <a:pt x="1103" y="1437"/>
                    <a:pt x="1293" y="1437"/>
                  </a:cubicBezTo>
                  <a:close/>
                  <a:moveTo>
                    <a:pt x="1452" y="0"/>
                  </a:moveTo>
                  <a:cubicBezTo>
                    <a:pt x="939" y="0"/>
                    <a:pt x="434" y="473"/>
                    <a:pt x="221" y="1059"/>
                  </a:cubicBezTo>
                  <a:cubicBezTo>
                    <a:pt x="1" y="1720"/>
                    <a:pt x="158" y="2539"/>
                    <a:pt x="725" y="2729"/>
                  </a:cubicBezTo>
                  <a:cubicBezTo>
                    <a:pt x="818" y="2768"/>
                    <a:pt x="916" y="2786"/>
                    <a:pt x="1017" y="2786"/>
                  </a:cubicBezTo>
                  <a:cubicBezTo>
                    <a:pt x="1157" y="2786"/>
                    <a:pt x="1304" y="2752"/>
                    <a:pt x="1450" y="2697"/>
                  </a:cubicBezTo>
                  <a:cubicBezTo>
                    <a:pt x="1576" y="2508"/>
                    <a:pt x="1734" y="2287"/>
                    <a:pt x="1923" y="2098"/>
                  </a:cubicBezTo>
                  <a:cubicBezTo>
                    <a:pt x="1986" y="2004"/>
                    <a:pt x="2112" y="1909"/>
                    <a:pt x="2206" y="1846"/>
                  </a:cubicBezTo>
                  <a:cubicBezTo>
                    <a:pt x="2458" y="1153"/>
                    <a:pt x="2364" y="271"/>
                    <a:pt x="1734" y="51"/>
                  </a:cubicBezTo>
                  <a:cubicBezTo>
                    <a:pt x="1641" y="16"/>
                    <a:pt x="1546" y="0"/>
                    <a:pt x="14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-17064400" y="3870925"/>
              <a:ext cx="93750" cy="106200"/>
            </a:xfrm>
            <a:custGeom>
              <a:avLst/>
              <a:gdLst/>
              <a:ahLst/>
              <a:cxnLst/>
              <a:rect l="l" t="t" r="r" b="b"/>
              <a:pathLst>
                <a:path w="3750" h="4248" extrusionOk="0">
                  <a:moveTo>
                    <a:pt x="1992" y="0"/>
                  </a:moveTo>
                  <a:cubicBezTo>
                    <a:pt x="1596" y="0"/>
                    <a:pt x="1195" y="152"/>
                    <a:pt x="945" y="435"/>
                  </a:cubicBezTo>
                  <a:cubicBezTo>
                    <a:pt x="221" y="1286"/>
                    <a:pt x="0" y="1727"/>
                    <a:pt x="284" y="4090"/>
                  </a:cubicBezTo>
                  <a:cubicBezTo>
                    <a:pt x="567" y="4216"/>
                    <a:pt x="914" y="4247"/>
                    <a:pt x="1229" y="4247"/>
                  </a:cubicBezTo>
                  <a:lnTo>
                    <a:pt x="1575" y="4247"/>
                  </a:lnTo>
                  <a:lnTo>
                    <a:pt x="1575" y="2609"/>
                  </a:lnTo>
                  <a:lnTo>
                    <a:pt x="1008" y="2010"/>
                  </a:lnTo>
                  <a:cubicBezTo>
                    <a:pt x="914" y="1947"/>
                    <a:pt x="882" y="1853"/>
                    <a:pt x="882" y="1790"/>
                  </a:cubicBezTo>
                  <a:cubicBezTo>
                    <a:pt x="882" y="1191"/>
                    <a:pt x="1355" y="719"/>
                    <a:pt x="1953" y="719"/>
                  </a:cubicBezTo>
                  <a:cubicBezTo>
                    <a:pt x="2552" y="719"/>
                    <a:pt x="3025" y="1191"/>
                    <a:pt x="3025" y="1790"/>
                  </a:cubicBezTo>
                  <a:cubicBezTo>
                    <a:pt x="3025" y="1853"/>
                    <a:pt x="2962" y="1979"/>
                    <a:pt x="2898" y="2010"/>
                  </a:cubicBezTo>
                  <a:lnTo>
                    <a:pt x="2300" y="2609"/>
                  </a:lnTo>
                  <a:lnTo>
                    <a:pt x="2300" y="4247"/>
                  </a:lnTo>
                  <a:lnTo>
                    <a:pt x="2489" y="4247"/>
                  </a:lnTo>
                  <a:cubicBezTo>
                    <a:pt x="2930" y="4247"/>
                    <a:pt x="3277" y="4216"/>
                    <a:pt x="3655" y="4090"/>
                  </a:cubicBezTo>
                  <a:cubicBezTo>
                    <a:pt x="3749" y="2483"/>
                    <a:pt x="3749" y="1664"/>
                    <a:pt x="3434" y="1065"/>
                  </a:cubicBezTo>
                  <a:cubicBezTo>
                    <a:pt x="3308" y="845"/>
                    <a:pt x="3119" y="593"/>
                    <a:pt x="2930" y="372"/>
                  </a:cubicBezTo>
                  <a:cubicBezTo>
                    <a:pt x="2693" y="120"/>
                    <a:pt x="2344" y="0"/>
                    <a:pt x="1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-17025025" y="3907200"/>
              <a:ext cx="15775" cy="13200"/>
            </a:xfrm>
            <a:custGeom>
              <a:avLst/>
              <a:gdLst/>
              <a:ahLst/>
              <a:cxnLst/>
              <a:rect l="l" t="t" r="r" b="b"/>
              <a:pathLst>
                <a:path w="631" h="528" extrusionOk="0">
                  <a:moveTo>
                    <a:pt x="327" y="0"/>
                  </a:moveTo>
                  <a:cubicBezTo>
                    <a:pt x="189" y="0"/>
                    <a:pt x="48" y="71"/>
                    <a:pt x="0" y="213"/>
                  </a:cubicBezTo>
                  <a:lnTo>
                    <a:pt x="315" y="528"/>
                  </a:lnTo>
                  <a:lnTo>
                    <a:pt x="630" y="213"/>
                  </a:lnTo>
                  <a:cubicBezTo>
                    <a:pt x="599" y="71"/>
                    <a:pt x="465" y="0"/>
                    <a:pt x="3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-16995100" y="3817825"/>
              <a:ext cx="63025" cy="69900"/>
            </a:xfrm>
            <a:custGeom>
              <a:avLst/>
              <a:gdLst/>
              <a:ahLst/>
              <a:cxnLst/>
              <a:rect l="l" t="t" r="r" b="b"/>
              <a:pathLst>
                <a:path w="2521" h="2796" extrusionOk="0">
                  <a:moveTo>
                    <a:pt x="1292" y="1425"/>
                  </a:moveTo>
                  <a:cubicBezTo>
                    <a:pt x="1481" y="1425"/>
                    <a:pt x="1670" y="1582"/>
                    <a:pt x="1670" y="1771"/>
                  </a:cubicBezTo>
                  <a:cubicBezTo>
                    <a:pt x="1639" y="1992"/>
                    <a:pt x="1481" y="2149"/>
                    <a:pt x="1292" y="2149"/>
                  </a:cubicBezTo>
                  <a:cubicBezTo>
                    <a:pt x="1103" y="2149"/>
                    <a:pt x="946" y="1992"/>
                    <a:pt x="946" y="1771"/>
                  </a:cubicBezTo>
                  <a:cubicBezTo>
                    <a:pt x="946" y="1582"/>
                    <a:pt x="1103" y="1425"/>
                    <a:pt x="1292" y="1425"/>
                  </a:cubicBezTo>
                  <a:close/>
                  <a:moveTo>
                    <a:pt x="1017" y="0"/>
                  </a:moveTo>
                  <a:cubicBezTo>
                    <a:pt x="931" y="0"/>
                    <a:pt x="844" y="12"/>
                    <a:pt x="757" y="39"/>
                  </a:cubicBezTo>
                  <a:cubicBezTo>
                    <a:pt x="158" y="259"/>
                    <a:pt x="0" y="1047"/>
                    <a:pt x="190" y="1708"/>
                  </a:cubicBezTo>
                  <a:cubicBezTo>
                    <a:pt x="347" y="1771"/>
                    <a:pt x="505" y="1897"/>
                    <a:pt x="631" y="2023"/>
                  </a:cubicBezTo>
                  <a:cubicBezTo>
                    <a:pt x="851" y="2244"/>
                    <a:pt x="1072" y="2496"/>
                    <a:pt x="1229" y="2748"/>
                  </a:cubicBezTo>
                  <a:cubicBezTo>
                    <a:pt x="1308" y="2780"/>
                    <a:pt x="1395" y="2795"/>
                    <a:pt x="1481" y="2795"/>
                  </a:cubicBezTo>
                  <a:cubicBezTo>
                    <a:pt x="1568" y="2795"/>
                    <a:pt x="1654" y="2780"/>
                    <a:pt x="1733" y="2748"/>
                  </a:cubicBezTo>
                  <a:cubicBezTo>
                    <a:pt x="2269" y="2527"/>
                    <a:pt x="2521" y="1771"/>
                    <a:pt x="2237" y="1047"/>
                  </a:cubicBezTo>
                  <a:cubicBezTo>
                    <a:pt x="2047" y="477"/>
                    <a:pt x="1553" y="0"/>
                    <a:pt x="10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-17150275" y="3728200"/>
              <a:ext cx="267825" cy="236300"/>
            </a:xfrm>
            <a:custGeom>
              <a:avLst/>
              <a:gdLst/>
              <a:ahLst/>
              <a:cxnLst/>
              <a:rect l="l" t="t" r="r" b="b"/>
              <a:pathLst>
                <a:path w="10713" h="9452" extrusionOk="0">
                  <a:moveTo>
                    <a:pt x="5325" y="1"/>
                  </a:moveTo>
                  <a:cubicBezTo>
                    <a:pt x="2395" y="1"/>
                    <a:pt x="1" y="2269"/>
                    <a:pt x="1" y="5010"/>
                  </a:cubicBezTo>
                  <a:cubicBezTo>
                    <a:pt x="1" y="6900"/>
                    <a:pt x="1135" y="8601"/>
                    <a:pt x="2899" y="9452"/>
                  </a:cubicBezTo>
                  <a:cubicBezTo>
                    <a:pt x="2773" y="8412"/>
                    <a:pt x="2773" y="7688"/>
                    <a:pt x="2994" y="7089"/>
                  </a:cubicBezTo>
                  <a:lnTo>
                    <a:pt x="2931" y="7089"/>
                  </a:lnTo>
                  <a:cubicBezTo>
                    <a:pt x="2742" y="7089"/>
                    <a:pt x="2584" y="7058"/>
                    <a:pt x="2427" y="7026"/>
                  </a:cubicBezTo>
                  <a:cubicBezTo>
                    <a:pt x="1482" y="6680"/>
                    <a:pt x="1104" y="5482"/>
                    <a:pt x="1482" y="4380"/>
                  </a:cubicBezTo>
                  <a:cubicBezTo>
                    <a:pt x="1822" y="3490"/>
                    <a:pt x="2596" y="2883"/>
                    <a:pt x="3390" y="2883"/>
                  </a:cubicBezTo>
                  <a:cubicBezTo>
                    <a:pt x="3553" y="2883"/>
                    <a:pt x="3716" y="2909"/>
                    <a:pt x="3876" y="2962"/>
                  </a:cubicBezTo>
                  <a:cubicBezTo>
                    <a:pt x="4601" y="3214"/>
                    <a:pt x="5105" y="4002"/>
                    <a:pt x="4947" y="5041"/>
                  </a:cubicBezTo>
                  <a:cubicBezTo>
                    <a:pt x="5073" y="5010"/>
                    <a:pt x="5231" y="5010"/>
                    <a:pt x="5388" y="5010"/>
                  </a:cubicBezTo>
                  <a:cubicBezTo>
                    <a:pt x="5451" y="5010"/>
                    <a:pt x="5546" y="5010"/>
                    <a:pt x="5672" y="5041"/>
                  </a:cubicBezTo>
                  <a:cubicBezTo>
                    <a:pt x="5546" y="4002"/>
                    <a:pt x="6018" y="3246"/>
                    <a:pt x="6712" y="2962"/>
                  </a:cubicBezTo>
                  <a:cubicBezTo>
                    <a:pt x="6883" y="2899"/>
                    <a:pt x="7058" y="2870"/>
                    <a:pt x="7233" y="2870"/>
                  </a:cubicBezTo>
                  <a:cubicBezTo>
                    <a:pt x="8023" y="2870"/>
                    <a:pt x="8802" y="3477"/>
                    <a:pt x="9137" y="4380"/>
                  </a:cubicBezTo>
                  <a:cubicBezTo>
                    <a:pt x="9515" y="5482"/>
                    <a:pt x="9074" y="6680"/>
                    <a:pt x="8161" y="7026"/>
                  </a:cubicBezTo>
                  <a:cubicBezTo>
                    <a:pt x="8003" y="7058"/>
                    <a:pt x="7877" y="7089"/>
                    <a:pt x="7751" y="7089"/>
                  </a:cubicBezTo>
                  <a:cubicBezTo>
                    <a:pt x="7909" y="7688"/>
                    <a:pt x="7909" y="8444"/>
                    <a:pt x="7783" y="9452"/>
                  </a:cubicBezTo>
                  <a:cubicBezTo>
                    <a:pt x="9547" y="8633"/>
                    <a:pt x="10713" y="6900"/>
                    <a:pt x="10713" y="5010"/>
                  </a:cubicBezTo>
                  <a:cubicBezTo>
                    <a:pt x="10681" y="2269"/>
                    <a:pt x="8287" y="1"/>
                    <a:pt x="5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9"/>
            <p:cNvSpPr/>
            <p:nvPr/>
          </p:nvSpPr>
          <p:spPr>
            <a:xfrm>
              <a:off x="-17168375" y="3692750"/>
              <a:ext cx="99250" cy="92975"/>
            </a:xfrm>
            <a:custGeom>
              <a:avLst/>
              <a:gdLst/>
              <a:ahLst/>
              <a:cxnLst/>
              <a:rect l="l" t="t" r="r" b="b"/>
              <a:pathLst>
                <a:path w="3970" h="3719" extrusionOk="0">
                  <a:moveTo>
                    <a:pt x="2111" y="1"/>
                  </a:moveTo>
                  <a:cubicBezTo>
                    <a:pt x="946" y="1"/>
                    <a:pt x="0" y="946"/>
                    <a:pt x="0" y="2143"/>
                  </a:cubicBezTo>
                  <a:cubicBezTo>
                    <a:pt x="0" y="2773"/>
                    <a:pt x="284" y="3309"/>
                    <a:pt x="693" y="3718"/>
                  </a:cubicBezTo>
                  <a:cubicBezTo>
                    <a:pt x="1418" y="2521"/>
                    <a:pt x="2552" y="1545"/>
                    <a:pt x="3970" y="1072"/>
                  </a:cubicBezTo>
                  <a:cubicBezTo>
                    <a:pt x="3623" y="442"/>
                    <a:pt x="2899" y="1"/>
                    <a:pt x="2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19"/>
          <p:cNvGrpSpPr/>
          <p:nvPr/>
        </p:nvGrpSpPr>
        <p:grpSpPr>
          <a:xfrm>
            <a:off x="4432336" y="2750038"/>
            <a:ext cx="343397" cy="386417"/>
            <a:chOff x="-17878825" y="3334400"/>
            <a:chExt cx="270200" cy="304050"/>
          </a:xfrm>
        </p:grpSpPr>
        <p:sp>
          <p:nvSpPr>
            <p:cNvPr id="405" name="Google Shape;405;p19"/>
            <p:cNvSpPr/>
            <p:nvPr/>
          </p:nvSpPr>
          <p:spPr>
            <a:xfrm>
              <a:off x="-17683475" y="3334400"/>
              <a:ext cx="74850" cy="74050"/>
            </a:xfrm>
            <a:custGeom>
              <a:avLst/>
              <a:gdLst/>
              <a:ahLst/>
              <a:cxnLst/>
              <a:rect l="l" t="t" r="r" b="b"/>
              <a:pathLst>
                <a:path w="2994" h="2962" extrusionOk="0">
                  <a:moveTo>
                    <a:pt x="1985" y="0"/>
                  </a:moveTo>
                  <a:cubicBezTo>
                    <a:pt x="1197" y="0"/>
                    <a:pt x="473" y="378"/>
                    <a:pt x="0" y="945"/>
                  </a:cubicBezTo>
                  <a:cubicBezTo>
                    <a:pt x="630" y="1481"/>
                    <a:pt x="1229" y="2174"/>
                    <a:pt x="1670" y="2962"/>
                  </a:cubicBezTo>
                  <a:lnTo>
                    <a:pt x="2867" y="473"/>
                  </a:lnTo>
                  <a:cubicBezTo>
                    <a:pt x="2993" y="252"/>
                    <a:pt x="2836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-17752000" y="3513975"/>
              <a:ext cx="16550" cy="16550"/>
            </a:xfrm>
            <a:custGeom>
              <a:avLst/>
              <a:gdLst/>
              <a:ahLst/>
              <a:cxnLst/>
              <a:rect l="l" t="t" r="r" b="b"/>
              <a:pathLst>
                <a:path w="662" h="66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441"/>
                    <a:pt x="158" y="536"/>
                    <a:pt x="347" y="662"/>
                  </a:cubicBezTo>
                  <a:cubicBezTo>
                    <a:pt x="504" y="599"/>
                    <a:pt x="630" y="473"/>
                    <a:pt x="662" y="378"/>
                  </a:cubicBezTo>
                  <a:lnTo>
                    <a:pt x="662" y="284"/>
                  </a:lnTo>
                  <a:cubicBezTo>
                    <a:pt x="630" y="126"/>
                    <a:pt x="504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17860700" y="3405275"/>
              <a:ext cx="107150" cy="206225"/>
            </a:xfrm>
            <a:custGeom>
              <a:avLst/>
              <a:gdLst/>
              <a:ahLst/>
              <a:cxnLst/>
              <a:rect l="l" t="t" r="r" b="b"/>
              <a:pathLst>
                <a:path w="4286" h="8249" extrusionOk="0">
                  <a:moveTo>
                    <a:pt x="2521" y="2931"/>
                  </a:moveTo>
                  <a:cubicBezTo>
                    <a:pt x="2710" y="2931"/>
                    <a:pt x="2867" y="3088"/>
                    <a:pt x="2867" y="3277"/>
                  </a:cubicBezTo>
                  <a:cubicBezTo>
                    <a:pt x="2867" y="3466"/>
                    <a:pt x="2710" y="3624"/>
                    <a:pt x="2521" y="3624"/>
                  </a:cubicBezTo>
                  <a:cubicBezTo>
                    <a:pt x="2332" y="3624"/>
                    <a:pt x="2174" y="3466"/>
                    <a:pt x="2174" y="3277"/>
                  </a:cubicBezTo>
                  <a:cubicBezTo>
                    <a:pt x="2174" y="3088"/>
                    <a:pt x="2332" y="2931"/>
                    <a:pt x="2521" y="2931"/>
                  </a:cubicBezTo>
                  <a:close/>
                  <a:moveTo>
                    <a:pt x="1513" y="1"/>
                  </a:moveTo>
                  <a:cubicBezTo>
                    <a:pt x="568" y="1387"/>
                    <a:pt x="1" y="3246"/>
                    <a:pt x="1" y="4695"/>
                  </a:cubicBezTo>
                  <a:cubicBezTo>
                    <a:pt x="1" y="6113"/>
                    <a:pt x="473" y="7184"/>
                    <a:pt x="1450" y="7845"/>
                  </a:cubicBezTo>
                  <a:cubicBezTo>
                    <a:pt x="1859" y="8112"/>
                    <a:pt x="2328" y="8248"/>
                    <a:pt x="2801" y="8248"/>
                  </a:cubicBezTo>
                  <a:cubicBezTo>
                    <a:pt x="3166" y="8248"/>
                    <a:pt x="3533" y="8167"/>
                    <a:pt x="3876" y="8003"/>
                  </a:cubicBezTo>
                  <a:cubicBezTo>
                    <a:pt x="4128" y="7845"/>
                    <a:pt x="4285" y="7562"/>
                    <a:pt x="4285" y="7310"/>
                  </a:cubicBezTo>
                  <a:lnTo>
                    <a:pt x="4285" y="5608"/>
                  </a:lnTo>
                  <a:cubicBezTo>
                    <a:pt x="4065" y="5451"/>
                    <a:pt x="3718" y="5199"/>
                    <a:pt x="3624" y="4852"/>
                  </a:cubicBezTo>
                  <a:cubicBezTo>
                    <a:pt x="3592" y="4821"/>
                    <a:pt x="3592" y="4726"/>
                    <a:pt x="3592" y="4695"/>
                  </a:cubicBezTo>
                  <a:lnTo>
                    <a:pt x="3592" y="2300"/>
                  </a:lnTo>
                  <a:cubicBezTo>
                    <a:pt x="3592" y="1670"/>
                    <a:pt x="3277" y="1103"/>
                    <a:pt x="2773" y="788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-17735475" y="3405275"/>
              <a:ext cx="107150" cy="206475"/>
            </a:xfrm>
            <a:custGeom>
              <a:avLst/>
              <a:gdLst/>
              <a:ahLst/>
              <a:cxnLst/>
              <a:rect l="l" t="t" r="r" b="b"/>
              <a:pathLst>
                <a:path w="4286" h="8259" extrusionOk="0">
                  <a:moveTo>
                    <a:pt x="1797" y="2931"/>
                  </a:moveTo>
                  <a:cubicBezTo>
                    <a:pt x="2017" y="2931"/>
                    <a:pt x="2175" y="3088"/>
                    <a:pt x="2175" y="3277"/>
                  </a:cubicBezTo>
                  <a:cubicBezTo>
                    <a:pt x="2175" y="3466"/>
                    <a:pt x="2017" y="3624"/>
                    <a:pt x="1797" y="3624"/>
                  </a:cubicBezTo>
                  <a:cubicBezTo>
                    <a:pt x="1608" y="3624"/>
                    <a:pt x="1450" y="3466"/>
                    <a:pt x="1450" y="3277"/>
                  </a:cubicBezTo>
                  <a:cubicBezTo>
                    <a:pt x="1450" y="3088"/>
                    <a:pt x="1608" y="2931"/>
                    <a:pt x="1797" y="2931"/>
                  </a:cubicBezTo>
                  <a:close/>
                  <a:moveTo>
                    <a:pt x="2805" y="1"/>
                  </a:moveTo>
                  <a:lnTo>
                    <a:pt x="1545" y="788"/>
                  </a:lnTo>
                  <a:cubicBezTo>
                    <a:pt x="1009" y="1103"/>
                    <a:pt x="694" y="1702"/>
                    <a:pt x="694" y="2300"/>
                  </a:cubicBezTo>
                  <a:lnTo>
                    <a:pt x="694" y="4506"/>
                  </a:lnTo>
                  <a:lnTo>
                    <a:pt x="694" y="4695"/>
                  </a:lnTo>
                  <a:cubicBezTo>
                    <a:pt x="694" y="4789"/>
                    <a:pt x="694" y="4852"/>
                    <a:pt x="662" y="4947"/>
                  </a:cubicBezTo>
                  <a:lnTo>
                    <a:pt x="662" y="4978"/>
                  </a:lnTo>
                  <a:cubicBezTo>
                    <a:pt x="568" y="5293"/>
                    <a:pt x="253" y="5514"/>
                    <a:pt x="1" y="5640"/>
                  </a:cubicBezTo>
                  <a:lnTo>
                    <a:pt x="1" y="7310"/>
                  </a:lnTo>
                  <a:cubicBezTo>
                    <a:pt x="1" y="7562"/>
                    <a:pt x="158" y="7845"/>
                    <a:pt x="442" y="8003"/>
                  </a:cubicBezTo>
                  <a:cubicBezTo>
                    <a:pt x="777" y="8174"/>
                    <a:pt x="1139" y="8258"/>
                    <a:pt x="1503" y="8258"/>
                  </a:cubicBezTo>
                  <a:cubicBezTo>
                    <a:pt x="2884" y="8258"/>
                    <a:pt x="4285" y="7039"/>
                    <a:pt x="4285" y="4695"/>
                  </a:cubicBezTo>
                  <a:cubicBezTo>
                    <a:pt x="4285" y="3246"/>
                    <a:pt x="3750" y="1418"/>
                    <a:pt x="28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-17812650" y="3353300"/>
              <a:ext cx="136275" cy="144150"/>
            </a:xfrm>
            <a:custGeom>
              <a:avLst/>
              <a:gdLst/>
              <a:ahLst/>
              <a:cxnLst/>
              <a:rect l="l" t="t" r="r" b="b"/>
              <a:pathLst>
                <a:path w="5451" h="5766" extrusionOk="0">
                  <a:moveTo>
                    <a:pt x="2741" y="0"/>
                  </a:moveTo>
                  <a:cubicBezTo>
                    <a:pt x="1702" y="0"/>
                    <a:pt x="756" y="599"/>
                    <a:pt x="0" y="1513"/>
                  </a:cubicBezTo>
                  <a:lnTo>
                    <a:pt x="1229" y="2300"/>
                  </a:lnTo>
                  <a:cubicBezTo>
                    <a:pt x="1954" y="2741"/>
                    <a:pt x="2363" y="3529"/>
                    <a:pt x="2363" y="4379"/>
                  </a:cubicBezTo>
                  <a:lnTo>
                    <a:pt x="2363" y="5766"/>
                  </a:lnTo>
                  <a:cubicBezTo>
                    <a:pt x="2489" y="5703"/>
                    <a:pt x="2615" y="5671"/>
                    <a:pt x="2773" y="5671"/>
                  </a:cubicBezTo>
                  <a:cubicBezTo>
                    <a:pt x="2899" y="5671"/>
                    <a:pt x="2993" y="5703"/>
                    <a:pt x="3088" y="5766"/>
                  </a:cubicBezTo>
                  <a:lnTo>
                    <a:pt x="3088" y="4379"/>
                  </a:lnTo>
                  <a:cubicBezTo>
                    <a:pt x="3088" y="3497"/>
                    <a:pt x="3529" y="2710"/>
                    <a:pt x="4222" y="2300"/>
                  </a:cubicBezTo>
                  <a:lnTo>
                    <a:pt x="5451" y="1513"/>
                  </a:lnTo>
                  <a:cubicBezTo>
                    <a:pt x="4695" y="599"/>
                    <a:pt x="3749" y="0"/>
                    <a:pt x="2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-17770900" y="3614000"/>
              <a:ext cx="52775" cy="24450"/>
            </a:xfrm>
            <a:custGeom>
              <a:avLst/>
              <a:gdLst/>
              <a:ahLst/>
              <a:cxnLst/>
              <a:rect l="l" t="t" r="r" b="b"/>
              <a:pathLst>
                <a:path w="2111" h="978" extrusionOk="0">
                  <a:moveTo>
                    <a:pt x="1071" y="0"/>
                  </a:moveTo>
                  <a:cubicBezTo>
                    <a:pt x="756" y="252"/>
                    <a:pt x="378" y="410"/>
                    <a:pt x="0" y="536"/>
                  </a:cubicBezTo>
                  <a:lnTo>
                    <a:pt x="0" y="630"/>
                  </a:lnTo>
                  <a:cubicBezTo>
                    <a:pt x="0" y="851"/>
                    <a:pt x="158" y="977"/>
                    <a:pt x="347" y="977"/>
                  </a:cubicBezTo>
                  <a:lnTo>
                    <a:pt x="1764" y="977"/>
                  </a:lnTo>
                  <a:cubicBezTo>
                    <a:pt x="1953" y="977"/>
                    <a:pt x="2111" y="851"/>
                    <a:pt x="2111" y="630"/>
                  </a:cubicBezTo>
                  <a:lnTo>
                    <a:pt x="2111" y="536"/>
                  </a:lnTo>
                  <a:cubicBezTo>
                    <a:pt x="1733" y="410"/>
                    <a:pt x="1386" y="252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9"/>
            <p:cNvSpPr/>
            <p:nvPr/>
          </p:nvSpPr>
          <p:spPr>
            <a:xfrm>
              <a:off x="-17878825" y="3334400"/>
              <a:ext cx="74075" cy="74050"/>
            </a:xfrm>
            <a:custGeom>
              <a:avLst/>
              <a:gdLst/>
              <a:ahLst/>
              <a:cxnLst/>
              <a:rect l="l" t="t" r="r" b="b"/>
              <a:pathLst>
                <a:path w="2963" h="2962" extrusionOk="0">
                  <a:moveTo>
                    <a:pt x="410" y="0"/>
                  </a:moveTo>
                  <a:cubicBezTo>
                    <a:pt x="127" y="0"/>
                    <a:pt x="1" y="284"/>
                    <a:pt x="95" y="536"/>
                  </a:cubicBezTo>
                  <a:lnTo>
                    <a:pt x="1324" y="2962"/>
                  </a:lnTo>
                  <a:cubicBezTo>
                    <a:pt x="1765" y="2174"/>
                    <a:pt x="2301" y="1512"/>
                    <a:pt x="2962" y="945"/>
                  </a:cubicBezTo>
                  <a:cubicBezTo>
                    <a:pt x="2490" y="378"/>
                    <a:pt x="1797" y="0"/>
                    <a:pt x="1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19"/>
          <p:cNvSpPr/>
          <p:nvPr/>
        </p:nvSpPr>
        <p:spPr>
          <a:xfrm>
            <a:off x="1170014" y="2153825"/>
            <a:ext cx="1724400" cy="1724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2255"/>
                </a:solidFill>
              </a:rPr>
              <a:t>Tools &amp; Applications </a:t>
            </a:r>
            <a:r>
              <a:rPr lang="en" dirty="0"/>
              <a:t>- Who Needs What?</a:t>
            </a:r>
            <a:endParaRPr dirty="0"/>
          </a:p>
        </p:txBody>
      </p:sp>
      <p:grpSp>
        <p:nvGrpSpPr>
          <p:cNvPr id="413" name="Google Shape;413;p19"/>
          <p:cNvGrpSpPr/>
          <p:nvPr/>
        </p:nvGrpSpPr>
        <p:grpSpPr>
          <a:xfrm>
            <a:off x="5533189" y="1154625"/>
            <a:ext cx="2835923" cy="824600"/>
            <a:chOff x="5533189" y="1154625"/>
            <a:chExt cx="2835923" cy="824600"/>
          </a:xfrm>
        </p:grpSpPr>
        <p:sp>
          <p:nvSpPr>
            <p:cNvPr id="376" name="Google Shape;376;p19"/>
            <p:cNvSpPr/>
            <p:nvPr/>
          </p:nvSpPr>
          <p:spPr>
            <a:xfrm>
              <a:off x="5533189" y="1255625"/>
              <a:ext cx="622500" cy="62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414" name="Google Shape;414;p19"/>
            <p:cNvGrpSpPr/>
            <p:nvPr/>
          </p:nvGrpSpPr>
          <p:grpSpPr>
            <a:xfrm>
              <a:off x="6308105" y="1154625"/>
              <a:ext cx="2061008" cy="824600"/>
              <a:chOff x="6168592" y="1154625"/>
              <a:chExt cx="2061008" cy="824600"/>
            </a:xfrm>
          </p:grpSpPr>
          <p:sp>
            <p:nvSpPr>
              <p:cNvPr id="415" name="Google Shape;415;p19"/>
              <p:cNvSpPr txBox="1"/>
              <p:nvPr/>
            </p:nvSpPr>
            <p:spPr>
              <a:xfrm>
                <a:off x="6168600" y="11546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accent1">
                        <a:lumMod val="75000"/>
                      </a:schemeClr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Business Executives</a:t>
                </a:r>
                <a:endParaRPr sz="1800" b="1" dirty="0">
                  <a:solidFill>
                    <a:schemeClr val="accent1">
                      <a:lumMod val="75000"/>
                    </a:schemeClr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16" name="Google Shape;416;p19"/>
              <p:cNvSpPr txBox="1"/>
              <p:nvPr/>
            </p:nvSpPr>
            <p:spPr>
              <a:xfrm>
                <a:off x="6168592" y="14962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‘Birds-eye view’ -&gt; Long-term Decisions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417" name="Google Shape;417;p19"/>
          <p:cNvGrpSpPr/>
          <p:nvPr/>
        </p:nvGrpSpPr>
        <p:grpSpPr>
          <a:xfrm>
            <a:off x="5533189" y="2530988"/>
            <a:ext cx="2835923" cy="824600"/>
            <a:chOff x="5533189" y="2530988"/>
            <a:chExt cx="2835923" cy="824600"/>
          </a:xfrm>
        </p:grpSpPr>
        <p:grpSp>
          <p:nvGrpSpPr>
            <p:cNvPr id="418" name="Google Shape;418;p19"/>
            <p:cNvGrpSpPr/>
            <p:nvPr/>
          </p:nvGrpSpPr>
          <p:grpSpPr>
            <a:xfrm>
              <a:off x="6308105" y="2530988"/>
              <a:ext cx="2061008" cy="824600"/>
              <a:chOff x="6168592" y="2530988"/>
              <a:chExt cx="2061008" cy="824600"/>
            </a:xfrm>
          </p:grpSpPr>
          <p:sp>
            <p:nvSpPr>
              <p:cNvPr id="419" name="Google Shape;419;p19"/>
              <p:cNvSpPr txBox="1"/>
              <p:nvPr/>
            </p:nvSpPr>
            <p:spPr>
              <a:xfrm>
                <a:off x="6168600" y="2530988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accent2">
                        <a:lumMod val="75000"/>
                      </a:schemeClr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Branch Staff</a:t>
                </a:r>
                <a:endParaRPr sz="1800" b="1" dirty="0">
                  <a:solidFill>
                    <a:schemeClr val="accent2">
                      <a:lumMod val="75000"/>
                    </a:schemeClr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20" name="Google Shape;420;p19"/>
              <p:cNvSpPr txBox="1"/>
              <p:nvPr/>
            </p:nvSpPr>
            <p:spPr>
              <a:xfrm>
                <a:off x="6168592" y="2872588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 Monitor-&gt; Everyday Decisions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78" name="Google Shape;378;p19"/>
            <p:cNvSpPr/>
            <p:nvPr/>
          </p:nvSpPr>
          <p:spPr>
            <a:xfrm>
              <a:off x="5533189" y="2704600"/>
              <a:ext cx="622500" cy="62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21" name="Google Shape;421;p19"/>
          <p:cNvGrpSpPr/>
          <p:nvPr/>
        </p:nvGrpSpPr>
        <p:grpSpPr>
          <a:xfrm>
            <a:off x="5533189" y="3907350"/>
            <a:ext cx="2835923" cy="824600"/>
            <a:chOff x="5533189" y="3907350"/>
            <a:chExt cx="2835923" cy="824600"/>
          </a:xfrm>
        </p:grpSpPr>
        <p:grpSp>
          <p:nvGrpSpPr>
            <p:cNvPr id="422" name="Google Shape;422;p19"/>
            <p:cNvGrpSpPr/>
            <p:nvPr/>
          </p:nvGrpSpPr>
          <p:grpSpPr>
            <a:xfrm>
              <a:off x="6308105" y="3907350"/>
              <a:ext cx="2061008" cy="824600"/>
              <a:chOff x="6168592" y="3907350"/>
              <a:chExt cx="2061008" cy="824600"/>
            </a:xfrm>
          </p:grpSpPr>
          <p:sp>
            <p:nvSpPr>
              <p:cNvPr id="423" name="Google Shape;423;p19"/>
              <p:cNvSpPr txBox="1"/>
              <p:nvPr/>
            </p:nvSpPr>
            <p:spPr>
              <a:xfrm>
                <a:off x="6168600" y="390735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rgbClr val="FF810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Customers</a:t>
                </a:r>
                <a:endParaRPr sz="1800" b="1" dirty="0">
                  <a:solidFill>
                    <a:srgbClr val="FF810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24" name="Google Shape;424;p19"/>
              <p:cNvSpPr txBox="1"/>
              <p:nvPr/>
            </p:nvSpPr>
            <p:spPr>
              <a:xfrm>
                <a:off x="6168592" y="424895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Convenience-&gt; Gain loyalty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80" name="Google Shape;380;p19"/>
            <p:cNvSpPr/>
            <p:nvPr/>
          </p:nvSpPr>
          <p:spPr>
            <a:xfrm>
              <a:off x="5533189" y="3994888"/>
              <a:ext cx="622500" cy="622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9">
          <a:extLst>
            <a:ext uri="{FF2B5EF4-FFF2-40B4-BE49-F238E27FC236}">
              <a16:creationId xmlns:a16="http://schemas.microsoft.com/office/drawing/2014/main" id="{6CDFF092-16B0-1E05-A1E5-20A71579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0" name="Google Shape;1910;p40">
            <a:extLst>
              <a:ext uri="{FF2B5EF4-FFF2-40B4-BE49-F238E27FC236}">
                <a16:creationId xmlns:a16="http://schemas.microsoft.com/office/drawing/2014/main" id="{BEFD97A5-D85E-ECAF-B040-07302166D4C0}"/>
              </a:ext>
            </a:extLst>
          </p:cNvPr>
          <p:cNvGrpSpPr/>
          <p:nvPr/>
        </p:nvGrpSpPr>
        <p:grpSpPr>
          <a:xfrm>
            <a:off x="1177138" y="2113588"/>
            <a:ext cx="6797550" cy="1635000"/>
            <a:chOff x="1177138" y="2113588"/>
            <a:chExt cx="6797550" cy="1635000"/>
          </a:xfrm>
        </p:grpSpPr>
        <p:grpSp>
          <p:nvGrpSpPr>
            <p:cNvPr id="1911" name="Google Shape;1911;p40">
              <a:extLst>
                <a:ext uri="{FF2B5EF4-FFF2-40B4-BE49-F238E27FC236}">
                  <a16:creationId xmlns:a16="http://schemas.microsoft.com/office/drawing/2014/main" id="{31565788-307B-D923-AEFF-6D56971D28CC}"/>
                </a:ext>
              </a:extLst>
            </p:cNvPr>
            <p:cNvGrpSpPr/>
            <p:nvPr/>
          </p:nvGrpSpPr>
          <p:grpSpPr>
            <a:xfrm>
              <a:off x="1177138" y="2113588"/>
              <a:ext cx="6032850" cy="1635000"/>
              <a:chOff x="465775" y="2266488"/>
              <a:chExt cx="6032850" cy="1635000"/>
            </a:xfrm>
          </p:grpSpPr>
          <p:grpSp>
            <p:nvGrpSpPr>
              <p:cNvPr id="1912" name="Google Shape;1912;p40">
                <a:extLst>
                  <a:ext uri="{FF2B5EF4-FFF2-40B4-BE49-F238E27FC236}">
                    <a16:creationId xmlns:a16="http://schemas.microsoft.com/office/drawing/2014/main" id="{C482E21C-733A-23B9-A374-A34339EE2BD1}"/>
                  </a:ext>
                </a:extLst>
              </p:cNvPr>
              <p:cNvGrpSpPr/>
              <p:nvPr/>
            </p:nvGrpSpPr>
            <p:grpSpPr>
              <a:xfrm>
                <a:off x="465775" y="2695488"/>
                <a:ext cx="6032850" cy="776700"/>
                <a:chOff x="469650" y="2617713"/>
                <a:chExt cx="6032850" cy="776700"/>
              </a:xfrm>
            </p:grpSpPr>
            <p:cxnSp>
              <p:nvCxnSpPr>
                <p:cNvPr id="1913" name="Google Shape;1913;p40">
                  <a:extLst>
                    <a:ext uri="{FF2B5EF4-FFF2-40B4-BE49-F238E27FC236}">
                      <a16:creationId xmlns:a16="http://schemas.microsoft.com/office/drawing/2014/main" id="{82D454D9-6550-5AA8-E2F7-4A265D4FC369}"/>
                    </a:ext>
                  </a:extLst>
                </p:cNvPr>
                <p:cNvCxnSpPr>
                  <a:endCxn id="1914" idx="2"/>
                </p:cNvCxnSpPr>
                <p:nvPr/>
              </p:nvCxnSpPr>
              <p:spPr>
                <a:xfrm>
                  <a:off x="469650" y="3006063"/>
                  <a:ext cx="62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oval" w="med" len="med"/>
                  <a:tailEnd type="none" w="med" len="med"/>
                </a:ln>
              </p:spPr>
            </p:cxnSp>
            <p:sp>
              <p:nvSpPr>
                <p:cNvPr id="1914" name="Google Shape;1914;p40">
                  <a:extLst>
                    <a:ext uri="{FF2B5EF4-FFF2-40B4-BE49-F238E27FC236}">
                      <a16:creationId xmlns:a16="http://schemas.microsoft.com/office/drawing/2014/main" id="{B620F0C8-3BE3-DCFD-D060-DF36D8B584D3}"/>
                    </a:ext>
                  </a:extLst>
                </p:cNvPr>
                <p:cNvSpPr/>
                <p:nvPr/>
              </p:nvSpPr>
              <p:spPr>
                <a:xfrm>
                  <a:off x="109935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40">
                  <a:extLst>
                    <a:ext uri="{FF2B5EF4-FFF2-40B4-BE49-F238E27FC236}">
                      <a16:creationId xmlns:a16="http://schemas.microsoft.com/office/drawing/2014/main" id="{B9524662-0973-42F3-97B2-09AC7658CCBC}"/>
                    </a:ext>
                  </a:extLst>
                </p:cNvPr>
                <p:cNvSpPr/>
                <p:nvPr/>
              </p:nvSpPr>
              <p:spPr>
                <a:xfrm>
                  <a:off x="4183650" y="2617713"/>
                  <a:ext cx="776700" cy="77670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6" name="Google Shape;1916;p40">
                  <a:extLst>
                    <a:ext uri="{FF2B5EF4-FFF2-40B4-BE49-F238E27FC236}">
                      <a16:creationId xmlns:a16="http://schemas.microsoft.com/office/drawing/2014/main" id="{2F337BB1-3849-C503-8350-36C844BC98F0}"/>
                    </a:ext>
                  </a:extLst>
                </p:cNvPr>
                <p:cNvSpPr/>
                <p:nvPr/>
              </p:nvSpPr>
              <p:spPr>
                <a:xfrm>
                  <a:off x="2641500" y="2617713"/>
                  <a:ext cx="776700" cy="77670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7" name="Google Shape;1917;p40">
                  <a:extLst>
                    <a:ext uri="{FF2B5EF4-FFF2-40B4-BE49-F238E27FC236}">
                      <a16:creationId xmlns:a16="http://schemas.microsoft.com/office/drawing/2014/main" id="{A287FD18-89B5-B5BB-5876-A06442F7AEC8}"/>
                    </a:ext>
                  </a:extLst>
                </p:cNvPr>
                <p:cNvSpPr/>
                <p:nvPr/>
              </p:nvSpPr>
              <p:spPr>
                <a:xfrm>
                  <a:off x="5725800" y="2617713"/>
                  <a:ext cx="776700" cy="77670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918" name="Google Shape;1918;p40">
                <a:extLst>
                  <a:ext uri="{FF2B5EF4-FFF2-40B4-BE49-F238E27FC236}">
                    <a16:creationId xmlns:a16="http://schemas.microsoft.com/office/drawing/2014/main" id="{939B731E-E6D1-EAE8-2FBF-0E68CCC24F5D}"/>
                  </a:ext>
                </a:extLst>
              </p:cNvPr>
              <p:cNvCxnSpPr>
                <a:stCxn id="1914" idx="0"/>
                <a:endCxn id="1919" idx="2"/>
              </p:cNvCxnSpPr>
              <p:nvPr/>
            </p:nvCxnSpPr>
            <p:spPr>
              <a:xfrm rot="10800000" flipH="1">
                <a:off x="1483825" y="2266488"/>
                <a:ext cx="3900" cy="4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0" name="Google Shape;1920;p40">
                <a:extLst>
                  <a:ext uri="{FF2B5EF4-FFF2-40B4-BE49-F238E27FC236}">
                    <a16:creationId xmlns:a16="http://schemas.microsoft.com/office/drawing/2014/main" id="{392A8DEC-E067-AB21-62B2-79D9E45247B1}"/>
                  </a:ext>
                </a:extLst>
              </p:cNvPr>
              <p:cNvCxnSpPr>
                <a:cxnSpLocks/>
                <a:stCxn id="1916" idx="4"/>
              </p:cNvCxnSpPr>
              <p:nvPr/>
            </p:nvCxnSpPr>
            <p:spPr>
              <a:xfrm>
                <a:off x="3025975" y="3472188"/>
                <a:ext cx="3900" cy="42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2" name="Google Shape;1922;p40">
                <a:extLst>
                  <a:ext uri="{FF2B5EF4-FFF2-40B4-BE49-F238E27FC236}">
                    <a16:creationId xmlns:a16="http://schemas.microsoft.com/office/drawing/2014/main" id="{20AFAFAF-8BF8-09A8-71FA-564CD4E447BA}"/>
                  </a:ext>
                </a:extLst>
              </p:cNvPr>
              <p:cNvCxnSpPr>
                <a:cxnSpLocks/>
                <a:stCxn id="1915" idx="0"/>
              </p:cNvCxnSpPr>
              <p:nvPr/>
            </p:nvCxnSpPr>
            <p:spPr>
              <a:xfrm rot="10800000" flipH="1">
                <a:off x="4568125" y="2266488"/>
                <a:ext cx="3900" cy="4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4" name="Google Shape;1924;p40">
                <a:extLst>
                  <a:ext uri="{FF2B5EF4-FFF2-40B4-BE49-F238E27FC236}">
                    <a16:creationId xmlns:a16="http://schemas.microsoft.com/office/drawing/2014/main" id="{3F7CBAB2-AF2A-C9D5-BB6E-BC90728461AC}"/>
                  </a:ext>
                </a:extLst>
              </p:cNvPr>
              <p:cNvCxnSpPr>
                <a:cxnSpLocks/>
                <a:stCxn id="1917" idx="4"/>
              </p:cNvCxnSpPr>
              <p:nvPr/>
            </p:nvCxnSpPr>
            <p:spPr>
              <a:xfrm>
                <a:off x="6110275" y="3472188"/>
                <a:ext cx="3900" cy="42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cxnSp>
          <p:nvCxnSpPr>
            <p:cNvPr id="1926" name="Google Shape;1926;p40">
              <a:extLst>
                <a:ext uri="{FF2B5EF4-FFF2-40B4-BE49-F238E27FC236}">
                  <a16:creationId xmlns:a16="http://schemas.microsoft.com/office/drawing/2014/main" id="{CBF3E7E2-D847-0192-F3D9-43F7861D7117}"/>
                </a:ext>
              </a:extLst>
            </p:cNvPr>
            <p:cNvCxnSpPr>
              <a:stCxn id="1914" idx="6"/>
              <a:endCxn id="1916" idx="2"/>
            </p:cNvCxnSpPr>
            <p:nvPr/>
          </p:nvCxnSpPr>
          <p:spPr>
            <a:xfrm>
              <a:off x="2583538" y="2930938"/>
              <a:ext cx="765600" cy="600"/>
            </a:xfrm>
            <a:prstGeom prst="curvedConnector3">
              <a:avLst>
                <a:gd name="adj1" fmla="val 4999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7" name="Google Shape;1927;p40">
              <a:extLst>
                <a:ext uri="{FF2B5EF4-FFF2-40B4-BE49-F238E27FC236}">
                  <a16:creationId xmlns:a16="http://schemas.microsoft.com/office/drawing/2014/main" id="{7D306B97-1873-D152-39FA-3875EDF5BFB9}"/>
                </a:ext>
              </a:extLst>
            </p:cNvPr>
            <p:cNvCxnSpPr>
              <a:stCxn id="1916" idx="6"/>
              <a:endCxn id="1915" idx="2"/>
            </p:cNvCxnSpPr>
            <p:nvPr/>
          </p:nvCxnSpPr>
          <p:spPr>
            <a:xfrm>
              <a:off x="4125688" y="2930938"/>
              <a:ext cx="76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8" name="Google Shape;1928;p40">
              <a:extLst>
                <a:ext uri="{FF2B5EF4-FFF2-40B4-BE49-F238E27FC236}">
                  <a16:creationId xmlns:a16="http://schemas.microsoft.com/office/drawing/2014/main" id="{F7EC8215-780D-CEE9-8845-EE2A7529A0C6}"/>
                </a:ext>
              </a:extLst>
            </p:cNvPr>
            <p:cNvCxnSpPr>
              <a:stCxn id="1915" idx="6"/>
              <a:endCxn id="1917" idx="2"/>
            </p:cNvCxnSpPr>
            <p:nvPr/>
          </p:nvCxnSpPr>
          <p:spPr>
            <a:xfrm>
              <a:off x="5667838" y="2930938"/>
              <a:ext cx="76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40">
              <a:extLst>
                <a:ext uri="{FF2B5EF4-FFF2-40B4-BE49-F238E27FC236}">
                  <a16:creationId xmlns:a16="http://schemas.microsoft.com/office/drawing/2014/main" id="{CF27DE5D-032C-988F-1C56-5EC2230F066C}"/>
                </a:ext>
              </a:extLst>
            </p:cNvPr>
            <p:cNvCxnSpPr>
              <a:stCxn id="1917" idx="6"/>
            </p:cNvCxnSpPr>
            <p:nvPr/>
          </p:nvCxnSpPr>
          <p:spPr>
            <a:xfrm>
              <a:off x="7209988" y="2930938"/>
              <a:ext cx="764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1930" name="Google Shape;1930;p40">
            <a:extLst>
              <a:ext uri="{FF2B5EF4-FFF2-40B4-BE49-F238E27FC236}">
                <a16:creationId xmlns:a16="http://schemas.microsoft.com/office/drawing/2014/main" id="{F8AC4E6B-0ABE-708F-D424-B8BE366C75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2255"/>
                </a:solidFill>
              </a:rPr>
              <a:t>Tools &amp; Applications </a:t>
            </a:r>
            <a:r>
              <a:rPr lang="en" dirty="0"/>
              <a:t>- A Simple, Scalable System</a:t>
            </a:r>
            <a:endParaRPr dirty="0"/>
          </a:p>
        </p:txBody>
      </p:sp>
      <p:grpSp>
        <p:nvGrpSpPr>
          <p:cNvPr id="1931" name="Google Shape;1931;p40">
            <a:extLst>
              <a:ext uri="{FF2B5EF4-FFF2-40B4-BE49-F238E27FC236}">
                <a16:creationId xmlns:a16="http://schemas.microsoft.com/office/drawing/2014/main" id="{89B5365C-0821-B8A3-4F13-7A3A4845463A}"/>
              </a:ext>
            </a:extLst>
          </p:cNvPr>
          <p:cNvGrpSpPr/>
          <p:nvPr/>
        </p:nvGrpSpPr>
        <p:grpSpPr>
          <a:xfrm>
            <a:off x="1168563" y="1133150"/>
            <a:ext cx="2061000" cy="980303"/>
            <a:chOff x="457200" y="1286050"/>
            <a:chExt cx="2061000" cy="980303"/>
          </a:xfrm>
        </p:grpSpPr>
        <p:sp>
          <p:nvSpPr>
            <p:cNvPr id="1932" name="Google Shape;1932;p40">
              <a:extLst>
                <a:ext uri="{FF2B5EF4-FFF2-40B4-BE49-F238E27FC236}">
                  <a16:creationId xmlns:a16="http://schemas.microsoft.com/office/drawing/2014/main" id="{C926B9F4-49CA-4F2F-E315-4528205943E3}"/>
                </a:ext>
              </a:extLst>
            </p:cNvPr>
            <p:cNvSpPr txBox="1"/>
            <p:nvPr/>
          </p:nvSpPr>
          <p:spPr>
            <a:xfrm>
              <a:off x="457200" y="128605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1. Sign-in Forms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9" name="Google Shape;1919;p40">
              <a:extLst>
                <a:ext uri="{FF2B5EF4-FFF2-40B4-BE49-F238E27FC236}">
                  <a16:creationId xmlns:a16="http://schemas.microsoft.com/office/drawing/2014/main" id="{182B2E13-0136-EF20-2817-438670D0A31E}"/>
                </a:ext>
              </a:extLst>
            </p:cNvPr>
            <p:cNvSpPr txBox="1"/>
            <p:nvPr/>
          </p:nvSpPr>
          <p:spPr>
            <a:xfrm>
              <a:off x="457200" y="1627653"/>
              <a:ext cx="2061000" cy="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Daily data-gathering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DD6DC5E-7638-C07C-F88F-1D0C997A4305}"/>
              </a:ext>
            </a:extLst>
          </p:cNvPr>
          <p:cNvSpPr txBox="1"/>
          <p:nvPr/>
        </p:nvSpPr>
        <p:spPr>
          <a:xfrm>
            <a:off x="1284388" y="325856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4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Customers</a:t>
            </a:r>
            <a:endParaRPr lang="en-GB" dirty="0">
              <a:solidFill>
                <a:srgbClr val="FF8101"/>
              </a:solidFill>
            </a:endParaRPr>
          </a:p>
        </p:txBody>
      </p:sp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0AD7A4FB-16A5-FD5E-F9A6-30F1EF9BA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1926" y="2600911"/>
            <a:ext cx="647857" cy="64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3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9">
          <a:extLst>
            <a:ext uri="{FF2B5EF4-FFF2-40B4-BE49-F238E27FC236}">
              <a16:creationId xmlns:a16="http://schemas.microsoft.com/office/drawing/2014/main" id="{7F3C3AC7-EF68-6820-F56D-EB08E4EF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0" name="Google Shape;1910;p40">
            <a:extLst>
              <a:ext uri="{FF2B5EF4-FFF2-40B4-BE49-F238E27FC236}">
                <a16:creationId xmlns:a16="http://schemas.microsoft.com/office/drawing/2014/main" id="{7E577F83-435F-AF8E-A60D-46DD2453EA28}"/>
              </a:ext>
            </a:extLst>
          </p:cNvPr>
          <p:cNvGrpSpPr/>
          <p:nvPr/>
        </p:nvGrpSpPr>
        <p:grpSpPr>
          <a:xfrm>
            <a:off x="1177138" y="2113588"/>
            <a:ext cx="6797550" cy="1635000"/>
            <a:chOff x="1177138" y="2113588"/>
            <a:chExt cx="6797550" cy="1635000"/>
          </a:xfrm>
        </p:grpSpPr>
        <p:grpSp>
          <p:nvGrpSpPr>
            <p:cNvPr id="1911" name="Google Shape;1911;p40">
              <a:extLst>
                <a:ext uri="{FF2B5EF4-FFF2-40B4-BE49-F238E27FC236}">
                  <a16:creationId xmlns:a16="http://schemas.microsoft.com/office/drawing/2014/main" id="{3CA71ED7-65F2-1D26-39E5-710337EFFFA8}"/>
                </a:ext>
              </a:extLst>
            </p:cNvPr>
            <p:cNvGrpSpPr/>
            <p:nvPr/>
          </p:nvGrpSpPr>
          <p:grpSpPr>
            <a:xfrm>
              <a:off x="1177138" y="2113588"/>
              <a:ext cx="6032850" cy="1635000"/>
              <a:chOff x="465775" y="2266488"/>
              <a:chExt cx="6032850" cy="1635000"/>
            </a:xfrm>
          </p:grpSpPr>
          <p:grpSp>
            <p:nvGrpSpPr>
              <p:cNvPr id="1912" name="Google Shape;1912;p40">
                <a:extLst>
                  <a:ext uri="{FF2B5EF4-FFF2-40B4-BE49-F238E27FC236}">
                    <a16:creationId xmlns:a16="http://schemas.microsoft.com/office/drawing/2014/main" id="{3C74BD8D-2A41-4344-4F8D-973D8E3C15BD}"/>
                  </a:ext>
                </a:extLst>
              </p:cNvPr>
              <p:cNvGrpSpPr/>
              <p:nvPr/>
            </p:nvGrpSpPr>
            <p:grpSpPr>
              <a:xfrm>
                <a:off x="465775" y="2695488"/>
                <a:ext cx="6032850" cy="776700"/>
                <a:chOff x="469650" y="2617713"/>
                <a:chExt cx="6032850" cy="776700"/>
              </a:xfrm>
            </p:grpSpPr>
            <p:cxnSp>
              <p:nvCxnSpPr>
                <p:cNvPr id="1913" name="Google Shape;1913;p40">
                  <a:extLst>
                    <a:ext uri="{FF2B5EF4-FFF2-40B4-BE49-F238E27FC236}">
                      <a16:creationId xmlns:a16="http://schemas.microsoft.com/office/drawing/2014/main" id="{85FC11AB-FF50-3908-F768-F7127D5EC0D4}"/>
                    </a:ext>
                  </a:extLst>
                </p:cNvPr>
                <p:cNvCxnSpPr>
                  <a:endCxn id="1914" idx="2"/>
                </p:cNvCxnSpPr>
                <p:nvPr/>
              </p:nvCxnSpPr>
              <p:spPr>
                <a:xfrm>
                  <a:off x="469650" y="3006063"/>
                  <a:ext cx="62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oval" w="med" len="med"/>
                  <a:tailEnd type="none" w="med" len="med"/>
                </a:ln>
              </p:spPr>
            </p:cxnSp>
            <p:sp>
              <p:nvSpPr>
                <p:cNvPr id="1914" name="Google Shape;1914;p40">
                  <a:extLst>
                    <a:ext uri="{FF2B5EF4-FFF2-40B4-BE49-F238E27FC236}">
                      <a16:creationId xmlns:a16="http://schemas.microsoft.com/office/drawing/2014/main" id="{D2B08E41-5CF2-E91F-811B-C873EFDC77E5}"/>
                    </a:ext>
                  </a:extLst>
                </p:cNvPr>
                <p:cNvSpPr/>
                <p:nvPr/>
              </p:nvSpPr>
              <p:spPr>
                <a:xfrm>
                  <a:off x="109935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40">
                  <a:extLst>
                    <a:ext uri="{FF2B5EF4-FFF2-40B4-BE49-F238E27FC236}">
                      <a16:creationId xmlns:a16="http://schemas.microsoft.com/office/drawing/2014/main" id="{77627C61-3F4D-9BC5-CCE0-195E8D84D2DA}"/>
                    </a:ext>
                  </a:extLst>
                </p:cNvPr>
                <p:cNvSpPr/>
                <p:nvPr/>
              </p:nvSpPr>
              <p:spPr>
                <a:xfrm>
                  <a:off x="4183650" y="2617713"/>
                  <a:ext cx="776700" cy="77670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916" name="Google Shape;1916;p40">
                  <a:extLst>
                    <a:ext uri="{FF2B5EF4-FFF2-40B4-BE49-F238E27FC236}">
                      <a16:creationId xmlns:a16="http://schemas.microsoft.com/office/drawing/2014/main" id="{7456ABE9-9378-8309-B65B-3FD3479A5D59}"/>
                    </a:ext>
                  </a:extLst>
                </p:cNvPr>
                <p:cNvSpPr/>
                <p:nvPr/>
              </p:nvSpPr>
              <p:spPr>
                <a:xfrm>
                  <a:off x="264150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7" name="Google Shape;1917;p40">
                  <a:extLst>
                    <a:ext uri="{FF2B5EF4-FFF2-40B4-BE49-F238E27FC236}">
                      <a16:creationId xmlns:a16="http://schemas.microsoft.com/office/drawing/2014/main" id="{7D83DF6C-EB74-5345-8610-821E65D18273}"/>
                    </a:ext>
                  </a:extLst>
                </p:cNvPr>
                <p:cNvSpPr/>
                <p:nvPr/>
              </p:nvSpPr>
              <p:spPr>
                <a:xfrm>
                  <a:off x="5725800" y="2617713"/>
                  <a:ext cx="776700" cy="77670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918" name="Google Shape;1918;p40">
                <a:extLst>
                  <a:ext uri="{FF2B5EF4-FFF2-40B4-BE49-F238E27FC236}">
                    <a16:creationId xmlns:a16="http://schemas.microsoft.com/office/drawing/2014/main" id="{7ABE1DF3-60DA-1126-AADA-F256649FD83E}"/>
                  </a:ext>
                </a:extLst>
              </p:cNvPr>
              <p:cNvCxnSpPr>
                <a:stCxn id="1914" idx="0"/>
                <a:endCxn id="1919" idx="2"/>
              </p:cNvCxnSpPr>
              <p:nvPr/>
            </p:nvCxnSpPr>
            <p:spPr>
              <a:xfrm rot="10800000" flipH="1">
                <a:off x="1483825" y="2266488"/>
                <a:ext cx="3900" cy="4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0" name="Google Shape;1920;p40">
                <a:extLst>
                  <a:ext uri="{FF2B5EF4-FFF2-40B4-BE49-F238E27FC236}">
                    <a16:creationId xmlns:a16="http://schemas.microsoft.com/office/drawing/2014/main" id="{EB99416D-6E6A-5E9C-EA50-F41543942AC0}"/>
                  </a:ext>
                </a:extLst>
              </p:cNvPr>
              <p:cNvCxnSpPr>
                <a:stCxn id="1916" idx="4"/>
                <a:endCxn id="1921" idx="0"/>
              </p:cNvCxnSpPr>
              <p:nvPr/>
            </p:nvCxnSpPr>
            <p:spPr>
              <a:xfrm>
                <a:off x="3025975" y="3472188"/>
                <a:ext cx="3900" cy="42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2" name="Google Shape;1922;p40">
                <a:extLst>
                  <a:ext uri="{FF2B5EF4-FFF2-40B4-BE49-F238E27FC236}">
                    <a16:creationId xmlns:a16="http://schemas.microsoft.com/office/drawing/2014/main" id="{F15373DA-9C0C-C6C8-448E-75339576DF49}"/>
                  </a:ext>
                </a:extLst>
              </p:cNvPr>
              <p:cNvCxnSpPr>
                <a:cxnSpLocks/>
                <a:stCxn id="1915" idx="0"/>
              </p:cNvCxnSpPr>
              <p:nvPr/>
            </p:nvCxnSpPr>
            <p:spPr>
              <a:xfrm rot="10800000" flipH="1">
                <a:off x="4568125" y="2266488"/>
                <a:ext cx="3900" cy="4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4" name="Google Shape;1924;p40">
                <a:extLst>
                  <a:ext uri="{FF2B5EF4-FFF2-40B4-BE49-F238E27FC236}">
                    <a16:creationId xmlns:a16="http://schemas.microsoft.com/office/drawing/2014/main" id="{7015F523-6C93-3BC4-9ABF-99B715932A32}"/>
                  </a:ext>
                </a:extLst>
              </p:cNvPr>
              <p:cNvCxnSpPr>
                <a:cxnSpLocks/>
                <a:stCxn id="1917" idx="4"/>
              </p:cNvCxnSpPr>
              <p:nvPr/>
            </p:nvCxnSpPr>
            <p:spPr>
              <a:xfrm>
                <a:off x="6110275" y="3472188"/>
                <a:ext cx="3900" cy="42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cxnSp>
          <p:nvCxnSpPr>
            <p:cNvPr id="1926" name="Google Shape;1926;p40">
              <a:extLst>
                <a:ext uri="{FF2B5EF4-FFF2-40B4-BE49-F238E27FC236}">
                  <a16:creationId xmlns:a16="http://schemas.microsoft.com/office/drawing/2014/main" id="{DAD95334-C35D-DAC6-DC24-EF06ED91F47D}"/>
                </a:ext>
              </a:extLst>
            </p:cNvPr>
            <p:cNvCxnSpPr>
              <a:stCxn id="1914" idx="6"/>
              <a:endCxn id="1916" idx="2"/>
            </p:cNvCxnSpPr>
            <p:nvPr/>
          </p:nvCxnSpPr>
          <p:spPr>
            <a:xfrm>
              <a:off x="2583538" y="2930938"/>
              <a:ext cx="765600" cy="600"/>
            </a:xfrm>
            <a:prstGeom prst="curvedConnector3">
              <a:avLst>
                <a:gd name="adj1" fmla="val 4999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7" name="Google Shape;1927;p40">
              <a:extLst>
                <a:ext uri="{FF2B5EF4-FFF2-40B4-BE49-F238E27FC236}">
                  <a16:creationId xmlns:a16="http://schemas.microsoft.com/office/drawing/2014/main" id="{749C57C3-3270-3E91-0B75-A7F5DD6C67F7}"/>
                </a:ext>
              </a:extLst>
            </p:cNvPr>
            <p:cNvCxnSpPr>
              <a:stCxn id="1916" idx="6"/>
              <a:endCxn id="1915" idx="2"/>
            </p:cNvCxnSpPr>
            <p:nvPr/>
          </p:nvCxnSpPr>
          <p:spPr>
            <a:xfrm>
              <a:off x="4125688" y="2930938"/>
              <a:ext cx="76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8" name="Google Shape;1928;p40">
              <a:extLst>
                <a:ext uri="{FF2B5EF4-FFF2-40B4-BE49-F238E27FC236}">
                  <a16:creationId xmlns:a16="http://schemas.microsoft.com/office/drawing/2014/main" id="{7951F1DC-241F-5D4C-B334-9655E7D9BE99}"/>
                </a:ext>
              </a:extLst>
            </p:cNvPr>
            <p:cNvCxnSpPr>
              <a:stCxn id="1915" idx="6"/>
              <a:endCxn id="1917" idx="2"/>
            </p:cNvCxnSpPr>
            <p:nvPr/>
          </p:nvCxnSpPr>
          <p:spPr>
            <a:xfrm>
              <a:off x="5667838" y="2930938"/>
              <a:ext cx="76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40">
              <a:extLst>
                <a:ext uri="{FF2B5EF4-FFF2-40B4-BE49-F238E27FC236}">
                  <a16:creationId xmlns:a16="http://schemas.microsoft.com/office/drawing/2014/main" id="{3DCDD00D-78C5-FC70-10A1-9A1B772AE9AA}"/>
                </a:ext>
              </a:extLst>
            </p:cNvPr>
            <p:cNvCxnSpPr>
              <a:stCxn id="1917" idx="6"/>
            </p:cNvCxnSpPr>
            <p:nvPr/>
          </p:nvCxnSpPr>
          <p:spPr>
            <a:xfrm>
              <a:off x="7209988" y="2930938"/>
              <a:ext cx="764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1930" name="Google Shape;1930;p40">
            <a:extLst>
              <a:ext uri="{FF2B5EF4-FFF2-40B4-BE49-F238E27FC236}">
                <a16:creationId xmlns:a16="http://schemas.microsoft.com/office/drawing/2014/main" id="{E104AF71-ABD7-8F56-9213-221C1D6AB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2255"/>
                </a:solidFill>
              </a:rPr>
              <a:t>Tools &amp; Applications </a:t>
            </a:r>
            <a:r>
              <a:rPr lang="en" dirty="0"/>
              <a:t>- A Simple, Scalable System</a:t>
            </a:r>
            <a:endParaRPr dirty="0"/>
          </a:p>
        </p:txBody>
      </p:sp>
      <p:grpSp>
        <p:nvGrpSpPr>
          <p:cNvPr id="1931" name="Google Shape;1931;p40">
            <a:extLst>
              <a:ext uri="{FF2B5EF4-FFF2-40B4-BE49-F238E27FC236}">
                <a16:creationId xmlns:a16="http://schemas.microsoft.com/office/drawing/2014/main" id="{90F1EDBE-6D68-ADC6-EBA9-CDD7E2D1DFF0}"/>
              </a:ext>
            </a:extLst>
          </p:cNvPr>
          <p:cNvGrpSpPr/>
          <p:nvPr/>
        </p:nvGrpSpPr>
        <p:grpSpPr>
          <a:xfrm>
            <a:off x="1168563" y="1133150"/>
            <a:ext cx="2061000" cy="980303"/>
            <a:chOff x="457200" y="1286050"/>
            <a:chExt cx="2061000" cy="980303"/>
          </a:xfrm>
        </p:grpSpPr>
        <p:sp>
          <p:nvSpPr>
            <p:cNvPr id="1932" name="Google Shape;1932;p40">
              <a:extLst>
                <a:ext uri="{FF2B5EF4-FFF2-40B4-BE49-F238E27FC236}">
                  <a16:creationId xmlns:a16="http://schemas.microsoft.com/office/drawing/2014/main" id="{DD3CBFF6-E1FA-2925-53C9-38AF4A20A4FD}"/>
                </a:ext>
              </a:extLst>
            </p:cNvPr>
            <p:cNvSpPr txBox="1"/>
            <p:nvPr/>
          </p:nvSpPr>
          <p:spPr>
            <a:xfrm>
              <a:off x="457200" y="128605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1. Sign-in Forms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9" name="Google Shape;1919;p40">
              <a:extLst>
                <a:ext uri="{FF2B5EF4-FFF2-40B4-BE49-F238E27FC236}">
                  <a16:creationId xmlns:a16="http://schemas.microsoft.com/office/drawing/2014/main" id="{5548CE2E-E648-7B1B-1061-273C8E8C685B}"/>
                </a:ext>
              </a:extLst>
            </p:cNvPr>
            <p:cNvSpPr txBox="1"/>
            <p:nvPr/>
          </p:nvSpPr>
          <p:spPr>
            <a:xfrm>
              <a:off x="457200" y="1627653"/>
              <a:ext cx="2061000" cy="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Daily data-gathering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5" name="Google Shape;1935;p40">
            <a:extLst>
              <a:ext uri="{FF2B5EF4-FFF2-40B4-BE49-F238E27FC236}">
                <a16:creationId xmlns:a16="http://schemas.microsoft.com/office/drawing/2014/main" id="{D1DD67FF-B65E-343B-F4BE-99149EFD57BF}"/>
              </a:ext>
            </a:extLst>
          </p:cNvPr>
          <p:cNvGrpSpPr/>
          <p:nvPr/>
        </p:nvGrpSpPr>
        <p:grpSpPr>
          <a:xfrm>
            <a:off x="2710700" y="3748577"/>
            <a:ext cx="2061000" cy="824598"/>
            <a:chOff x="1999338" y="3901477"/>
            <a:chExt cx="2061000" cy="824598"/>
          </a:xfrm>
        </p:grpSpPr>
        <p:sp>
          <p:nvSpPr>
            <p:cNvPr id="1921" name="Google Shape;1921;p40">
              <a:extLst>
                <a:ext uri="{FF2B5EF4-FFF2-40B4-BE49-F238E27FC236}">
                  <a16:creationId xmlns:a16="http://schemas.microsoft.com/office/drawing/2014/main" id="{4116B30F-246F-B9A2-118F-98F34D28BD39}"/>
                </a:ext>
              </a:extLst>
            </p:cNvPr>
            <p:cNvSpPr txBox="1"/>
            <p:nvPr/>
          </p:nvSpPr>
          <p:spPr>
            <a:xfrm>
              <a:off x="1999338" y="3901477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2. Update Records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36" name="Google Shape;1936;p40">
              <a:extLst>
                <a:ext uri="{FF2B5EF4-FFF2-40B4-BE49-F238E27FC236}">
                  <a16:creationId xmlns:a16="http://schemas.microsoft.com/office/drawing/2014/main" id="{1FF4CEDD-B993-AD11-BFDD-192948B081DB}"/>
                </a:ext>
              </a:extLst>
            </p:cNvPr>
            <p:cNvSpPr txBox="1"/>
            <p:nvPr/>
          </p:nvSpPr>
          <p:spPr>
            <a:xfrm>
              <a:off x="1999338" y="424307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Forms linked with spreadsheet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C28763-6929-9673-85D6-F486024BFC9E}"/>
              </a:ext>
            </a:extLst>
          </p:cNvPr>
          <p:cNvSpPr txBox="1"/>
          <p:nvPr/>
        </p:nvSpPr>
        <p:spPr>
          <a:xfrm>
            <a:off x="1284388" y="325856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4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Customers</a:t>
            </a:r>
            <a:endParaRPr lang="en-GB" dirty="0">
              <a:solidFill>
                <a:srgbClr val="FF810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BC454-B2C7-296F-22E8-DF2543F1CF46}"/>
              </a:ext>
            </a:extLst>
          </p:cNvPr>
          <p:cNvSpPr txBox="1"/>
          <p:nvPr/>
        </p:nvSpPr>
        <p:spPr>
          <a:xfrm>
            <a:off x="2732314" y="324160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Automated</a:t>
            </a:r>
            <a:endParaRPr lang="en-GB" dirty="0">
              <a:solidFill>
                <a:schemeClr val="accent6"/>
              </a:solidFill>
            </a:endParaRPr>
          </a:p>
        </p:txBody>
      </p:sp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9955E3CB-E817-72E3-E27D-BAF759695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1926" y="2600911"/>
            <a:ext cx="647857" cy="647857"/>
          </a:xfrm>
          <a:prstGeom prst="rect">
            <a:avLst/>
          </a:prstGeom>
        </p:spPr>
      </p:pic>
      <p:pic>
        <p:nvPicPr>
          <p:cNvPr id="12" name="Graphic 11" descr="Table with solid fill">
            <a:extLst>
              <a:ext uri="{FF2B5EF4-FFF2-40B4-BE49-F238E27FC236}">
                <a16:creationId xmlns:a16="http://schemas.microsoft.com/office/drawing/2014/main" id="{72F6F355-BB1C-75B2-654D-0F73863D6B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6793" y="2584767"/>
            <a:ext cx="692341" cy="69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02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9">
          <a:extLst>
            <a:ext uri="{FF2B5EF4-FFF2-40B4-BE49-F238E27FC236}">
              <a16:creationId xmlns:a16="http://schemas.microsoft.com/office/drawing/2014/main" id="{D0ABC274-DE2C-4970-5A40-1103AF7F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0" name="Google Shape;1910;p40">
            <a:extLst>
              <a:ext uri="{FF2B5EF4-FFF2-40B4-BE49-F238E27FC236}">
                <a16:creationId xmlns:a16="http://schemas.microsoft.com/office/drawing/2014/main" id="{C834D5C4-8332-51AF-628B-CF1FB9EE404E}"/>
              </a:ext>
            </a:extLst>
          </p:cNvPr>
          <p:cNvGrpSpPr/>
          <p:nvPr/>
        </p:nvGrpSpPr>
        <p:grpSpPr>
          <a:xfrm>
            <a:off x="1177138" y="2113588"/>
            <a:ext cx="6797550" cy="1635000"/>
            <a:chOff x="1177138" y="2113588"/>
            <a:chExt cx="6797550" cy="1635000"/>
          </a:xfrm>
        </p:grpSpPr>
        <p:grpSp>
          <p:nvGrpSpPr>
            <p:cNvPr id="1911" name="Google Shape;1911;p40">
              <a:extLst>
                <a:ext uri="{FF2B5EF4-FFF2-40B4-BE49-F238E27FC236}">
                  <a16:creationId xmlns:a16="http://schemas.microsoft.com/office/drawing/2014/main" id="{E7F21CFC-CF22-35CB-9EE2-5F4D1337AFC9}"/>
                </a:ext>
              </a:extLst>
            </p:cNvPr>
            <p:cNvGrpSpPr/>
            <p:nvPr/>
          </p:nvGrpSpPr>
          <p:grpSpPr>
            <a:xfrm>
              <a:off x="1177138" y="2113588"/>
              <a:ext cx="6032850" cy="1635000"/>
              <a:chOff x="465775" y="2266488"/>
              <a:chExt cx="6032850" cy="1635000"/>
            </a:xfrm>
          </p:grpSpPr>
          <p:grpSp>
            <p:nvGrpSpPr>
              <p:cNvPr id="1912" name="Google Shape;1912;p40">
                <a:extLst>
                  <a:ext uri="{FF2B5EF4-FFF2-40B4-BE49-F238E27FC236}">
                    <a16:creationId xmlns:a16="http://schemas.microsoft.com/office/drawing/2014/main" id="{9C9FAC8D-5615-89E9-D490-9D47FEF516F7}"/>
                  </a:ext>
                </a:extLst>
              </p:cNvPr>
              <p:cNvGrpSpPr/>
              <p:nvPr/>
            </p:nvGrpSpPr>
            <p:grpSpPr>
              <a:xfrm>
                <a:off x="465775" y="2695488"/>
                <a:ext cx="6032850" cy="776700"/>
                <a:chOff x="469650" y="2617713"/>
                <a:chExt cx="6032850" cy="776700"/>
              </a:xfrm>
            </p:grpSpPr>
            <p:cxnSp>
              <p:nvCxnSpPr>
                <p:cNvPr id="1913" name="Google Shape;1913;p40">
                  <a:extLst>
                    <a:ext uri="{FF2B5EF4-FFF2-40B4-BE49-F238E27FC236}">
                      <a16:creationId xmlns:a16="http://schemas.microsoft.com/office/drawing/2014/main" id="{BE217644-8B2A-1667-50EE-D82E1AB0D1AC}"/>
                    </a:ext>
                  </a:extLst>
                </p:cNvPr>
                <p:cNvCxnSpPr>
                  <a:endCxn id="1914" idx="2"/>
                </p:cNvCxnSpPr>
                <p:nvPr/>
              </p:nvCxnSpPr>
              <p:spPr>
                <a:xfrm>
                  <a:off x="469650" y="3006063"/>
                  <a:ext cx="62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oval" w="med" len="med"/>
                  <a:tailEnd type="none" w="med" len="med"/>
                </a:ln>
              </p:spPr>
            </p:cxnSp>
            <p:sp>
              <p:nvSpPr>
                <p:cNvPr id="1914" name="Google Shape;1914;p40">
                  <a:extLst>
                    <a:ext uri="{FF2B5EF4-FFF2-40B4-BE49-F238E27FC236}">
                      <a16:creationId xmlns:a16="http://schemas.microsoft.com/office/drawing/2014/main" id="{7798C20D-F975-E1AC-E9B7-ADD9F32CD87C}"/>
                    </a:ext>
                  </a:extLst>
                </p:cNvPr>
                <p:cNvSpPr/>
                <p:nvPr/>
              </p:nvSpPr>
              <p:spPr>
                <a:xfrm>
                  <a:off x="109935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40">
                  <a:extLst>
                    <a:ext uri="{FF2B5EF4-FFF2-40B4-BE49-F238E27FC236}">
                      <a16:creationId xmlns:a16="http://schemas.microsoft.com/office/drawing/2014/main" id="{D0590D29-09E7-3F3C-87C3-77DDFD6F5710}"/>
                    </a:ext>
                  </a:extLst>
                </p:cNvPr>
                <p:cNvSpPr/>
                <p:nvPr/>
              </p:nvSpPr>
              <p:spPr>
                <a:xfrm>
                  <a:off x="418365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6" name="Google Shape;1916;p40">
                  <a:extLst>
                    <a:ext uri="{FF2B5EF4-FFF2-40B4-BE49-F238E27FC236}">
                      <a16:creationId xmlns:a16="http://schemas.microsoft.com/office/drawing/2014/main" id="{E9B0A73F-B077-B5D1-4E82-D2A521F8BE0D}"/>
                    </a:ext>
                  </a:extLst>
                </p:cNvPr>
                <p:cNvSpPr/>
                <p:nvPr/>
              </p:nvSpPr>
              <p:spPr>
                <a:xfrm>
                  <a:off x="264150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7" name="Google Shape;1917;p40">
                  <a:extLst>
                    <a:ext uri="{FF2B5EF4-FFF2-40B4-BE49-F238E27FC236}">
                      <a16:creationId xmlns:a16="http://schemas.microsoft.com/office/drawing/2014/main" id="{01B74F45-55BA-FB4A-4365-24D65252A666}"/>
                    </a:ext>
                  </a:extLst>
                </p:cNvPr>
                <p:cNvSpPr/>
                <p:nvPr/>
              </p:nvSpPr>
              <p:spPr>
                <a:xfrm>
                  <a:off x="5725800" y="2617713"/>
                  <a:ext cx="776700" cy="77670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cxnSp>
            <p:nvCxnSpPr>
              <p:cNvPr id="1918" name="Google Shape;1918;p40">
                <a:extLst>
                  <a:ext uri="{FF2B5EF4-FFF2-40B4-BE49-F238E27FC236}">
                    <a16:creationId xmlns:a16="http://schemas.microsoft.com/office/drawing/2014/main" id="{17066B26-E316-CF96-85E4-92E2900C2BB7}"/>
                  </a:ext>
                </a:extLst>
              </p:cNvPr>
              <p:cNvCxnSpPr>
                <a:stCxn id="1914" idx="0"/>
                <a:endCxn id="1919" idx="2"/>
              </p:cNvCxnSpPr>
              <p:nvPr/>
            </p:nvCxnSpPr>
            <p:spPr>
              <a:xfrm rot="10800000" flipH="1">
                <a:off x="1483825" y="2266488"/>
                <a:ext cx="3900" cy="4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0" name="Google Shape;1920;p40">
                <a:extLst>
                  <a:ext uri="{FF2B5EF4-FFF2-40B4-BE49-F238E27FC236}">
                    <a16:creationId xmlns:a16="http://schemas.microsoft.com/office/drawing/2014/main" id="{BF0C9A4E-E17B-E1BB-A42D-4CBC08A3E551}"/>
                  </a:ext>
                </a:extLst>
              </p:cNvPr>
              <p:cNvCxnSpPr>
                <a:stCxn id="1916" idx="4"/>
                <a:endCxn id="1921" idx="0"/>
              </p:cNvCxnSpPr>
              <p:nvPr/>
            </p:nvCxnSpPr>
            <p:spPr>
              <a:xfrm>
                <a:off x="3025975" y="3472188"/>
                <a:ext cx="3900" cy="42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2" name="Google Shape;1922;p40">
                <a:extLst>
                  <a:ext uri="{FF2B5EF4-FFF2-40B4-BE49-F238E27FC236}">
                    <a16:creationId xmlns:a16="http://schemas.microsoft.com/office/drawing/2014/main" id="{228D601C-7A43-29A1-B6FE-BD9C7ABA86B9}"/>
                  </a:ext>
                </a:extLst>
              </p:cNvPr>
              <p:cNvCxnSpPr>
                <a:stCxn id="1915" idx="0"/>
                <a:endCxn id="1923" idx="2"/>
              </p:cNvCxnSpPr>
              <p:nvPr/>
            </p:nvCxnSpPr>
            <p:spPr>
              <a:xfrm rot="10800000" flipH="1">
                <a:off x="4568125" y="2266488"/>
                <a:ext cx="3900" cy="4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4" name="Google Shape;1924;p40">
                <a:extLst>
                  <a:ext uri="{FF2B5EF4-FFF2-40B4-BE49-F238E27FC236}">
                    <a16:creationId xmlns:a16="http://schemas.microsoft.com/office/drawing/2014/main" id="{4EA26E73-FA55-5A70-72D0-79D9A82C1039}"/>
                  </a:ext>
                </a:extLst>
              </p:cNvPr>
              <p:cNvCxnSpPr>
                <a:cxnSpLocks/>
                <a:stCxn id="1917" idx="4"/>
              </p:cNvCxnSpPr>
              <p:nvPr/>
            </p:nvCxnSpPr>
            <p:spPr>
              <a:xfrm>
                <a:off x="6110275" y="3472188"/>
                <a:ext cx="3900" cy="42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cxnSp>
          <p:nvCxnSpPr>
            <p:cNvPr id="1926" name="Google Shape;1926;p40">
              <a:extLst>
                <a:ext uri="{FF2B5EF4-FFF2-40B4-BE49-F238E27FC236}">
                  <a16:creationId xmlns:a16="http://schemas.microsoft.com/office/drawing/2014/main" id="{E2DBB718-0863-2D0C-5410-412C5AE3DB20}"/>
                </a:ext>
              </a:extLst>
            </p:cNvPr>
            <p:cNvCxnSpPr>
              <a:stCxn id="1914" idx="6"/>
              <a:endCxn id="1916" idx="2"/>
            </p:cNvCxnSpPr>
            <p:nvPr/>
          </p:nvCxnSpPr>
          <p:spPr>
            <a:xfrm>
              <a:off x="2583538" y="2930938"/>
              <a:ext cx="765600" cy="600"/>
            </a:xfrm>
            <a:prstGeom prst="curvedConnector3">
              <a:avLst>
                <a:gd name="adj1" fmla="val 4999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7" name="Google Shape;1927;p40">
              <a:extLst>
                <a:ext uri="{FF2B5EF4-FFF2-40B4-BE49-F238E27FC236}">
                  <a16:creationId xmlns:a16="http://schemas.microsoft.com/office/drawing/2014/main" id="{DC2F6C60-D68A-D38C-24B2-D7132842AB3D}"/>
                </a:ext>
              </a:extLst>
            </p:cNvPr>
            <p:cNvCxnSpPr>
              <a:stCxn id="1916" idx="6"/>
              <a:endCxn id="1915" idx="2"/>
            </p:cNvCxnSpPr>
            <p:nvPr/>
          </p:nvCxnSpPr>
          <p:spPr>
            <a:xfrm>
              <a:off x="4125688" y="2930938"/>
              <a:ext cx="76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8" name="Google Shape;1928;p40">
              <a:extLst>
                <a:ext uri="{FF2B5EF4-FFF2-40B4-BE49-F238E27FC236}">
                  <a16:creationId xmlns:a16="http://schemas.microsoft.com/office/drawing/2014/main" id="{B21A8297-FC67-C3C2-72A9-436668377B2F}"/>
                </a:ext>
              </a:extLst>
            </p:cNvPr>
            <p:cNvCxnSpPr>
              <a:stCxn id="1915" idx="6"/>
              <a:endCxn id="1917" idx="2"/>
            </p:cNvCxnSpPr>
            <p:nvPr/>
          </p:nvCxnSpPr>
          <p:spPr>
            <a:xfrm>
              <a:off x="5667838" y="2930938"/>
              <a:ext cx="76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40">
              <a:extLst>
                <a:ext uri="{FF2B5EF4-FFF2-40B4-BE49-F238E27FC236}">
                  <a16:creationId xmlns:a16="http://schemas.microsoft.com/office/drawing/2014/main" id="{05F0EC06-46A4-2394-50DA-54674DEF773C}"/>
                </a:ext>
              </a:extLst>
            </p:cNvPr>
            <p:cNvCxnSpPr>
              <a:stCxn id="1917" idx="6"/>
            </p:cNvCxnSpPr>
            <p:nvPr/>
          </p:nvCxnSpPr>
          <p:spPr>
            <a:xfrm>
              <a:off x="7209988" y="2930938"/>
              <a:ext cx="764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1930" name="Google Shape;1930;p40">
            <a:extLst>
              <a:ext uri="{FF2B5EF4-FFF2-40B4-BE49-F238E27FC236}">
                <a16:creationId xmlns:a16="http://schemas.microsoft.com/office/drawing/2014/main" id="{ABDDADFC-46E9-49C9-4F7B-9816FA457C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2255"/>
                </a:solidFill>
              </a:rPr>
              <a:t>Tools &amp; Applications </a:t>
            </a:r>
            <a:r>
              <a:rPr lang="en" dirty="0"/>
              <a:t>- A Simple, Scalable System</a:t>
            </a:r>
            <a:endParaRPr dirty="0"/>
          </a:p>
        </p:txBody>
      </p:sp>
      <p:grpSp>
        <p:nvGrpSpPr>
          <p:cNvPr id="1931" name="Google Shape;1931;p40">
            <a:extLst>
              <a:ext uri="{FF2B5EF4-FFF2-40B4-BE49-F238E27FC236}">
                <a16:creationId xmlns:a16="http://schemas.microsoft.com/office/drawing/2014/main" id="{98DD3B50-DFB1-DC55-7DEA-A8CDD86685E7}"/>
              </a:ext>
            </a:extLst>
          </p:cNvPr>
          <p:cNvGrpSpPr/>
          <p:nvPr/>
        </p:nvGrpSpPr>
        <p:grpSpPr>
          <a:xfrm>
            <a:off x="1168563" y="1133150"/>
            <a:ext cx="2061000" cy="980303"/>
            <a:chOff x="457200" y="1286050"/>
            <a:chExt cx="2061000" cy="980303"/>
          </a:xfrm>
        </p:grpSpPr>
        <p:sp>
          <p:nvSpPr>
            <p:cNvPr id="1932" name="Google Shape;1932;p40">
              <a:extLst>
                <a:ext uri="{FF2B5EF4-FFF2-40B4-BE49-F238E27FC236}">
                  <a16:creationId xmlns:a16="http://schemas.microsoft.com/office/drawing/2014/main" id="{97D48476-D85A-ECB6-7081-A75412D8387C}"/>
                </a:ext>
              </a:extLst>
            </p:cNvPr>
            <p:cNvSpPr txBox="1"/>
            <p:nvPr/>
          </p:nvSpPr>
          <p:spPr>
            <a:xfrm>
              <a:off x="457200" y="128605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1. Sign-in Forms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9" name="Google Shape;1919;p40">
              <a:extLst>
                <a:ext uri="{FF2B5EF4-FFF2-40B4-BE49-F238E27FC236}">
                  <a16:creationId xmlns:a16="http://schemas.microsoft.com/office/drawing/2014/main" id="{B4A95246-BA1A-7D63-DCEB-FC84BD6230CC}"/>
                </a:ext>
              </a:extLst>
            </p:cNvPr>
            <p:cNvSpPr txBox="1"/>
            <p:nvPr/>
          </p:nvSpPr>
          <p:spPr>
            <a:xfrm>
              <a:off x="457200" y="1627653"/>
              <a:ext cx="2061000" cy="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Daily data-gathering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3" name="Google Shape;1933;p40">
            <a:extLst>
              <a:ext uri="{FF2B5EF4-FFF2-40B4-BE49-F238E27FC236}">
                <a16:creationId xmlns:a16="http://schemas.microsoft.com/office/drawing/2014/main" id="{002A54D3-0D1D-24FF-BF79-A7401D0C980E}"/>
              </a:ext>
            </a:extLst>
          </p:cNvPr>
          <p:cNvGrpSpPr/>
          <p:nvPr/>
        </p:nvGrpSpPr>
        <p:grpSpPr>
          <a:xfrm>
            <a:off x="4252838" y="1133150"/>
            <a:ext cx="2061000" cy="980303"/>
            <a:chOff x="3541488" y="1286050"/>
            <a:chExt cx="2061000" cy="980303"/>
          </a:xfrm>
        </p:grpSpPr>
        <p:sp>
          <p:nvSpPr>
            <p:cNvPr id="1934" name="Google Shape;1934;p40">
              <a:extLst>
                <a:ext uri="{FF2B5EF4-FFF2-40B4-BE49-F238E27FC236}">
                  <a16:creationId xmlns:a16="http://schemas.microsoft.com/office/drawing/2014/main" id="{88347FE5-C6C2-4467-62A6-3CADDDB8EF94}"/>
                </a:ext>
              </a:extLst>
            </p:cNvPr>
            <p:cNvSpPr txBox="1"/>
            <p:nvPr/>
          </p:nvSpPr>
          <p:spPr>
            <a:xfrm>
              <a:off x="3541488" y="128605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3. Clean w/ python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23" name="Google Shape;1923;p40">
              <a:extLst>
                <a:ext uri="{FF2B5EF4-FFF2-40B4-BE49-F238E27FC236}">
                  <a16:creationId xmlns:a16="http://schemas.microsoft.com/office/drawing/2014/main" id="{F1226381-05D6-330B-B6F7-A95F520144B9}"/>
                </a:ext>
              </a:extLst>
            </p:cNvPr>
            <p:cNvSpPr txBox="1"/>
            <p:nvPr/>
          </p:nvSpPr>
          <p:spPr>
            <a:xfrm>
              <a:off x="3541488" y="1627653"/>
              <a:ext cx="2061000" cy="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For security &amp; quality ! +++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5" name="Google Shape;1935;p40">
            <a:extLst>
              <a:ext uri="{FF2B5EF4-FFF2-40B4-BE49-F238E27FC236}">
                <a16:creationId xmlns:a16="http://schemas.microsoft.com/office/drawing/2014/main" id="{3C03C97E-6015-2325-9D43-9942DFC8E300}"/>
              </a:ext>
            </a:extLst>
          </p:cNvPr>
          <p:cNvGrpSpPr/>
          <p:nvPr/>
        </p:nvGrpSpPr>
        <p:grpSpPr>
          <a:xfrm>
            <a:off x="2710700" y="3748577"/>
            <a:ext cx="2061000" cy="824598"/>
            <a:chOff x="1999338" y="3901477"/>
            <a:chExt cx="2061000" cy="824598"/>
          </a:xfrm>
        </p:grpSpPr>
        <p:sp>
          <p:nvSpPr>
            <p:cNvPr id="1921" name="Google Shape;1921;p40">
              <a:extLst>
                <a:ext uri="{FF2B5EF4-FFF2-40B4-BE49-F238E27FC236}">
                  <a16:creationId xmlns:a16="http://schemas.microsoft.com/office/drawing/2014/main" id="{86EEDA94-EE14-201C-B346-BBC7C90067D6}"/>
                </a:ext>
              </a:extLst>
            </p:cNvPr>
            <p:cNvSpPr txBox="1"/>
            <p:nvPr/>
          </p:nvSpPr>
          <p:spPr>
            <a:xfrm>
              <a:off x="1999338" y="3901477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2. Update Records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36" name="Google Shape;1936;p40">
              <a:extLst>
                <a:ext uri="{FF2B5EF4-FFF2-40B4-BE49-F238E27FC236}">
                  <a16:creationId xmlns:a16="http://schemas.microsoft.com/office/drawing/2014/main" id="{701D1F73-785E-F4C7-AA7D-3031255AE008}"/>
                </a:ext>
              </a:extLst>
            </p:cNvPr>
            <p:cNvSpPr txBox="1"/>
            <p:nvPr/>
          </p:nvSpPr>
          <p:spPr>
            <a:xfrm>
              <a:off x="1999338" y="424307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Forms linked with spreadsheet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8B14B85-4111-2094-7AD7-10516229C8F5}"/>
              </a:ext>
            </a:extLst>
          </p:cNvPr>
          <p:cNvSpPr txBox="1"/>
          <p:nvPr/>
        </p:nvSpPr>
        <p:spPr>
          <a:xfrm>
            <a:off x="1284388" y="325856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4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Customers</a:t>
            </a:r>
            <a:endParaRPr lang="en-GB" dirty="0">
              <a:solidFill>
                <a:srgbClr val="FF810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3791A-FF8D-8DCB-E9B6-80C519F4E07E}"/>
              </a:ext>
            </a:extLst>
          </p:cNvPr>
          <p:cNvSpPr txBox="1"/>
          <p:nvPr/>
        </p:nvSpPr>
        <p:spPr>
          <a:xfrm>
            <a:off x="2732314" y="324160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Automated</a:t>
            </a:r>
            <a:endParaRPr lang="en-GB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436ED-2AF2-E6F3-61B7-C1951AECD1A6}"/>
              </a:ext>
            </a:extLst>
          </p:cNvPr>
          <p:cNvSpPr txBox="1"/>
          <p:nvPr/>
        </p:nvSpPr>
        <p:spPr>
          <a:xfrm>
            <a:off x="4611635" y="32500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chemeClr val="accent2">
                    <a:lumMod val="75000"/>
                  </a:schemeClr>
                </a:solidFill>
                <a:latin typeface="Fira Sans Extra Condensed"/>
                <a:sym typeface="Fira Sans Extra Condensed"/>
              </a:rPr>
              <a:t>Staff</a:t>
            </a:r>
          </a:p>
        </p:txBody>
      </p:sp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A81B5533-2337-9C91-A271-DADB2CB83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1926" y="2600911"/>
            <a:ext cx="647857" cy="647857"/>
          </a:xfrm>
          <a:prstGeom prst="rect">
            <a:avLst/>
          </a:prstGeom>
        </p:spPr>
      </p:pic>
      <p:pic>
        <p:nvPicPr>
          <p:cNvPr id="12" name="Graphic 11" descr="Table with solid fill">
            <a:extLst>
              <a:ext uri="{FF2B5EF4-FFF2-40B4-BE49-F238E27FC236}">
                <a16:creationId xmlns:a16="http://schemas.microsoft.com/office/drawing/2014/main" id="{762F4F03-8B46-2C9F-564C-7B903B820D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6793" y="2584767"/>
            <a:ext cx="692341" cy="692341"/>
          </a:xfrm>
          <a:prstGeom prst="rect">
            <a:avLst/>
          </a:prstGeom>
        </p:spPr>
      </p:pic>
      <p:pic>
        <p:nvPicPr>
          <p:cNvPr id="17" name="Graphic 16" descr="Lock with solid fill">
            <a:extLst>
              <a:ext uri="{FF2B5EF4-FFF2-40B4-BE49-F238E27FC236}">
                <a16:creationId xmlns:a16="http://schemas.microsoft.com/office/drawing/2014/main" id="{EEC1ECC5-5301-5D09-2D50-57546FB96A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3299" y="2590693"/>
            <a:ext cx="600213" cy="60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88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0" name="Google Shape;1910;p40"/>
          <p:cNvGrpSpPr/>
          <p:nvPr/>
        </p:nvGrpSpPr>
        <p:grpSpPr>
          <a:xfrm>
            <a:off x="1177138" y="2113588"/>
            <a:ext cx="6797550" cy="1635000"/>
            <a:chOff x="1177138" y="2113588"/>
            <a:chExt cx="6797550" cy="1635000"/>
          </a:xfrm>
        </p:grpSpPr>
        <p:grpSp>
          <p:nvGrpSpPr>
            <p:cNvPr id="1911" name="Google Shape;1911;p40"/>
            <p:cNvGrpSpPr/>
            <p:nvPr/>
          </p:nvGrpSpPr>
          <p:grpSpPr>
            <a:xfrm>
              <a:off x="1177138" y="2113588"/>
              <a:ext cx="6032850" cy="1635000"/>
              <a:chOff x="465775" y="2266488"/>
              <a:chExt cx="6032850" cy="1635000"/>
            </a:xfrm>
          </p:grpSpPr>
          <p:grpSp>
            <p:nvGrpSpPr>
              <p:cNvPr id="1912" name="Google Shape;1912;p40"/>
              <p:cNvGrpSpPr/>
              <p:nvPr/>
            </p:nvGrpSpPr>
            <p:grpSpPr>
              <a:xfrm>
                <a:off x="465775" y="2695488"/>
                <a:ext cx="6032850" cy="776700"/>
                <a:chOff x="469650" y="2617713"/>
                <a:chExt cx="6032850" cy="776700"/>
              </a:xfrm>
            </p:grpSpPr>
            <p:cxnSp>
              <p:nvCxnSpPr>
                <p:cNvPr id="1913" name="Google Shape;1913;p40"/>
                <p:cNvCxnSpPr>
                  <a:endCxn id="1914" idx="2"/>
                </p:cNvCxnSpPr>
                <p:nvPr/>
              </p:nvCxnSpPr>
              <p:spPr>
                <a:xfrm>
                  <a:off x="469650" y="3006063"/>
                  <a:ext cx="62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oval" w="med" len="med"/>
                  <a:tailEnd type="none" w="med" len="med"/>
                </a:ln>
              </p:spPr>
            </p:cxnSp>
            <p:sp>
              <p:nvSpPr>
                <p:cNvPr id="1914" name="Google Shape;1914;p40"/>
                <p:cNvSpPr/>
                <p:nvPr/>
              </p:nvSpPr>
              <p:spPr>
                <a:xfrm>
                  <a:off x="109935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40"/>
                <p:cNvSpPr/>
                <p:nvPr/>
              </p:nvSpPr>
              <p:spPr>
                <a:xfrm>
                  <a:off x="418365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6" name="Google Shape;1916;p40"/>
                <p:cNvSpPr/>
                <p:nvPr/>
              </p:nvSpPr>
              <p:spPr>
                <a:xfrm>
                  <a:off x="264150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7" name="Google Shape;1917;p40"/>
                <p:cNvSpPr/>
                <p:nvPr/>
              </p:nvSpPr>
              <p:spPr>
                <a:xfrm>
                  <a:off x="5725800" y="2617713"/>
                  <a:ext cx="776700" cy="776700"/>
                </a:xfrm>
                <a:prstGeom prst="ellipse">
                  <a:avLst/>
                </a:prstGeom>
                <a:solidFill>
                  <a:srgbClr val="FA22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918" name="Google Shape;1918;p40"/>
              <p:cNvCxnSpPr>
                <a:stCxn id="1914" idx="0"/>
                <a:endCxn id="1919" idx="2"/>
              </p:cNvCxnSpPr>
              <p:nvPr/>
            </p:nvCxnSpPr>
            <p:spPr>
              <a:xfrm rot="10800000" flipH="1">
                <a:off x="1483825" y="2266488"/>
                <a:ext cx="3900" cy="4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0" name="Google Shape;1920;p40"/>
              <p:cNvCxnSpPr>
                <a:stCxn id="1916" idx="4"/>
                <a:endCxn id="1921" idx="0"/>
              </p:cNvCxnSpPr>
              <p:nvPr/>
            </p:nvCxnSpPr>
            <p:spPr>
              <a:xfrm>
                <a:off x="3025975" y="3472188"/>
                <a:ext cx="3900" cy="42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2" name="Google Shape;1922;p40"/>
              <p:cNvCxnSpPr>
                <a:stCxn id="1915" idx="0"/>
                <a:endCxn id="1923" idx="2"/>
              </p:cNvCxnSpPr>
              <p:nvPr/>
            </p:nvCxnSpPr>
            <p:spPr>
              <a:xfrm rot="10800000" flipH="1">
                <a:off x="4568125" y="2266488"/>
                <a:ext cx="3900" cy="4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24" name="Google Shape;1924;p40"/>
              <p:cNvCxnSpPr>
                <a:stCxn id="1917" idx="4"/>
                <a:endCxn id="1925" idx="0"/>
              </p:cNvCxnSpPr>
              <p:nvPr/>
            </p:nvCxnSpPr>
            <p:spPr>
              <a:xfrm>
                <a:off x="6110275" y="3472188"/>
                <a:ext cx="3900" cy="42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cxnSp>
          <p:nvCxnSpPr>
            <p:cNvPr id="1926" name="Google Shape;1926;p40"/>
            <p:cNvCxnSpPr>
              <a:stCxn id="1914" idx="6"/>
              <a:endCxn id="1916" idx="2"/>
            </p:cNvCxnSpPr>
            <p:nvPr/>
          </p:nvCxnSpPr>
          <p:spPr>
            <a:xfrm>
              <a:off x="2583538" y="2930938"/>
              <a:ext cx="765600" cy="600"/>
            </a:xfrm>
            <a:prstGeom prst="curvedConnector3">
              <a:avLst>
                <a:gd name="adj1" fmla="val 4999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7" name="Google Shape;1927;p40"/>
            <p:cNvCxnSpPr>
              <a:stCxn id="1916" idx="6"/>
              <a:endCxn id="1915" idx="2"/>
            </p:cNvCxnSpPr>
            <p:nvPr/>
          </p:nvCxnSpPr>
          <p:spPr>
            <a:xfrm>
              <a:off x="4125688" y="2930938"/>
              <a:ext cx="76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8" name="Google Shape;1928;p40"/>
            <p:cNvCxnSpPr>
              <a:stCxn id="1915" idx="6"/>
              <a:endCxn id="1917" idx="2"/>
            </p:cNvCxnSpPr>
            <p:nvPr/>
          </p:nvCxnSpPr>
          <p:spPr>
            <a:xfrm>
              <a:off x="5667838" y="2930938"/>
              <a:ext cx="76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40"/>
            <p:cNvCxnSpPr>
              <a:stCxn id="1917" idx="6"/>
            </p:cNvCxnSpPr>
            <p:nvPr/>
          </p:nvCxnSpPr>
          <p:spPr>
            <a:xfrm>
              <a:off x="7209988" y="2930938"/>
              <a:ext cx="764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1930" name="Google Shape;1930;p4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2255"/>
                </a:solidFill>
              </a:rPr>
              <a:t>Tools &amp; Applications </a:t>
            </a:r>
            <a:r>
              <a:rPr lang="en" dirty="0"/>
              <a:t>- A Simple, Scalable System</a:t>
            </a:r>
            <a:endParaRPr dirty="0"/>
          </a:p>
        </p:txBody>
      </p:sp>
      <p:grpSp>
        <p:nvGrpSpPr>
          <p:cNvPr id="1931" name="Google Shape;1931;p40"/>
          <p:cNvGrpSpPr/>
          <p:nvPr/>
        </p:nvGrpSpPr>
        <p:grpSpPr>
          <a:xfrm>
            <a:off x="1168563" y="1133150"/>
            <a:ext cx="2061000" cy="980303"/>
            <a:chOff x="457200" y="1286050"/>
            <a:chExt cx="2061000" cy="980303"/>
          </a:xfrm>
        </p:grpSpPr>
        <p:sp>
          <p:nvSpPr>
            <p:cNvPr id="1932" name="Google Shape;1932;p40"/>
            <p:cNvSpPr txBox="1"/>
            <p:nvPr/>
          </p:nvSpPr>
          <p:spPr>
            <a:xfrm>
              <a:off x="457200" y="128605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1. Sign-in Forms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9" name="Google Shape;1919;p40"/>
            <p:cNvSpPr txBox="1"/>
            <p:nvPr/>
          </p:nvSpPr>
          <p:spPr>
            <a:xfrm>
              <a:off x="457200" y="1627653"/>
              <a:ext cx="2061000" cy="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Daily data-gathering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3" name="Google Shape;1933;p40"/>
          <p:cNvGrpSpPr/>
          <p:nvPr/>
        </p:nvGrpSpPr>
        <p:grpSpPr>
          <a:xfrm>
            <a:off x="4252838" y="1133150"/>
            <a:ext cx="2061000" cy="980303"/>
            <a:chOff x="3541488" y="1286050"/>
            <a:chExt cx="2061000" cy="980303"/>
          </a:xfrm>
        </p:grpSpPr>
        <p:sp>
          <p:nvSpPr>
            <p:cNvPr id="1934" name="Google Shape;1934;p40"/>
            <p:cNvSpPr txBox="1"/>
            <p:nvPr/>
          </p:nvSpPr>
          <p:spPr>
            <a:xfrm>
              <a:off x="3541488" y="128605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3. Clean w/ python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23" name="Google Shape;1923;p40"/>
            <p:cNvSpPr txBox="1"/>
            <p:nvPr/>
          </p:nvSpPr>
          <p:spPr>
            <a:xfrm>
              <a:off x="3541488" y="1627653"/>
              <a:ext cx="2061000" cy="6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For security &amp; quality ! +++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5" name="Google Shape;1935;p40"/>
          <p:cNvGrpSpPr/>
          <p:nvPr/>
        </p:nvGrpSpPr>
        <p:grpSpPr>
          <a:xfrm>
            <a:off x="2710700" y="3748577"/>
            <a:ext cx="2061000" cy="824598"/>
            <a:chOff x="1999338" y="3901477"/>
            <a:chExt cx="2061000" cy="824598"/>
          </a:xfrm>
        </p:grpSpPr>
        <p:sp>
          <p:nvSpPr>
            <p:cNvPr id="1921" name="Google Shape;1921;p40"/>
            <p:cNvSpPr txBox="1"/>
            <p:nvPr/>
          </p:nvSpPr>
          <p:spPr>
            <a:xfrm>
              <a:off x="1999338" y="3901477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2. Update Records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36" name="Google Shape;1936;p40"/>
            <p:cNvSpPr txBox="1"/>
            <p:nvPr/>
          </p:nvSpPr>
          <p:spPr>
            <a:xfrm>
              <a:off x="1999338" y="424307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Forms linked with spreadsheet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7" name="Google Shape;1937;p40"/>
          <p:cNvGrpSpPr/>
          <p:nvPr/>
        </p:nvGrpSpPr>
        <p:grpSpPr>
          <a:xfrm>
            <a:off x="5794975" y="3748575"/>
            <a:ext cx="2061000" cy="824600"/>
            <a:chOff x="5083650" y="3901475"/>
            <a:chExt cx="2061000" cy="824600"/>
          </a:xfrm>
        </p:grpSpPr>
        <p:sp>
          <p:nvSpPr>
            <p:cNvPr id="1925" name="Google Shape;1925;p40"/>
            <p:cNvSpPr txBox="1"/>
            <p:nvPr/>
          </p:nvSpPr>
          <p:spPr>
            <a:xfrm>
              <a:off x="5083650" y="3901475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4. Dashboarding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38" name="Google Shape;1938;p40"/>
            <p:cNvSpPr txBox="1"/>
            <p:nvPr/>
          </p:nvSpPr>
          <p:spPr>
            <a:xfrm>
              <a:off x="5083650" y="424307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 executive and daily insights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61F28F-F170-3905-270F-4FF2813670B7}"/>
              </a:ext>
            </a:extLst>
          </p:cNvPr>
          <p:cNvSpPr txBox="1"/>
          <p:nvPr/>
        </p:nvSpPr>
        <p:spPr>
          <a:xfrm>
            <a:off x="1284388" y="325856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4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Customers</a:t>
            </a:r>
            <a:endParaRPr lang="en-GB" dirty="0">
              <a:solidFill>
                <a:srgbClr val="FF810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5041E-69B2-166C-BDCE-8B1812E934FB}"/>
              </a:ext>
            </a:extLst>
          </p:cNvPr>
          <p:cNvSpPr txBox="1"/>
          <p:nvPr/>
        </p:nvSpPr>
        <p:spPr>
          <a:xfrm>
            <a:off x="2732314" y="324160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Automated</a:t>
            </a:r>
            <a:endParaRPr lang="en-GB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B35C5-1C99-0754-CA3F-B39295ABF4F5}"/>
              </a:ext>
            </a:extLst>
          </p:cNvPr>
          <p:cNvSpPr txBox="1"/>
          <p:nvPr/>
        </p:nvSpPr>
        <p:spPr>
          <a:xfrm>
            <a:off x="4611635" y="32500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chemeClr val="accent2">
                    <a:lumMod val="75000"/>
                  </a:schemeClr>
                </a:solidFill>
                <a:latin typeface="Fira Sans Extra Condensed"/>
                <a:sym typeface="Fira Sans Extra Condensed"/>
              </a:rPr>
              <a:t>Staff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4E02A-AC26-ACF7-A4CC-70C39C2A88B9}"/>
              </a:ext>
            </a:extLst>
          </p:cNvPr>
          <p:cNvSpPr txBox="1"/>
          <p:nvPr/>
        </p:nvSpPr>
        <p:spPr>
          <a:xfrm>
            <a:off x="5931013" y="3258567"/>
            <a:ext cx="46005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FA2255"/>
                </a:solidFill>
                <a:latin typeface="Fira Sans Extra Condensed"/>
                <a:sym typeface="Fira Sans Extra Condensed"/>
              </a:rPr>
              <a:t>Everyone</a:t>
            </a:r>
          </a:p>
        </p:txBody>
      </p:sp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2CF6E678-9438-577F-F6F9-812D75851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1926" y="2600911"/>
            <a:ext cx="647857" cy="647857"/>
          </a:xfrm>
          <a:prstGeom prst="rect">
            <a:avLst/>
          </a:prstGeom>
        </p:spPr>
      </p:pic>
      <p:pic>
        <p:nvPicPr>
          <p:cNvPr id="12" name="Graphic 11" descr="Table with solid fill">
            <a:extLst>
              <a:ext uri="{FF2B5EF4-FFF2-40B4-BE49-F238E27FC236}">
                <a16:creationId xmlns:a16="http://schemas.microsoft.com/office/drawing/2014/main" id="{FDF645CD-09B8-620C-24C8-71C73CE83D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6793" y="2584767"/>
            <a:ext cx="692341" cy="692341"/>
          </a:xfrm>
          <a:prstGeom prst="rect">
            <a:avLst/>
          </a:prstGeom>
        </p:spPr>
      </p:pic>
      <p:pic>
        <p:nvPicPr>
          <p:cNvPr id="17" name="Graphic 16" descr="Lock with solid fill">
            <a:extLst>
              <a:ext uri="{FF2B5EF4-FFF2-40B4-BE49-F238E27FC236}">
                <a16:creationId xmlns:a16="http://schemas.microsoft.com/office/drawing/2014/main" id="{44EA7FE2-E29D-35BF-A45F-A6F004CB64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3299" y="2590693"/>
            <a:ext cx="600213" cy="600213"/>
          </a:xfrm>
          <a:prstGeom prst="rect">
            <a:avLst/>
          </a:prstGeom>
        </p:spPr>
      </p:pic>
      <p:pic>
        <p:nvPicPr>
          <p:cNvPr id="19" name="Graphic 18" descr="Lightbulb and gear with solid fill">
            <a:extLst>
              <a:ext uri="{FF2B5EF4-FFF2-40B4-BE49-F238E27FC236}">
                <a16:creationId xmlns:a16="http://schemas.microsoft.com/office/drawing/2014/main" id="{2E507CA9-A066-7F81-20E3-91EFCA05B9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8235" y="2634159"/>
            <a:ext cx="606126" cy="6061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4D9DF9AE-1DBD-0229-39C1-E1093A3FF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">
            <a:extLst>
              <a:ext uri="{FF2B5EF4-FFF2-40B4-BE49-F238E27FC236}">
                <a16:creationId xmlns:a16="http://schemas.microsoft.com/office/drawing/2014/main" id="{296792A7-BF87-E5C7-1A96-3778EEFB51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Sample Visualisations </a:t>
            </a:r>
            <a:r>
              <a:rPr lang="en" dirty="0">
                <a:solidFill>
                  <a:schemeClr val="tx1"/>
                </a:solidFill>
              </a:rPr>
              <a:t>– The Executive Dashboard</a:t>
            </a:r>
            <a:endParaRPr b="0" dirty="0"/>
          </a:p>
        </p:txBody>
      </p:sp>
      <p:sp>
        <p:nvSpPr>
          <p:cNvPr id="440" name="Google Shape;440;p20">
            <a:extLst>
              <a:ext uri="{FF2B5EF4-FFF2-40B4-BE49-F238E27FC236}">
                <a16:creationId xmlns:a16="http://schemas.microsoft.com/office/drawing/2014/main" id="{B9DBDD0A-CF94-9A03-2F53-DE734EFC36C0}"/>
              </a:ext>
            </a:extLst>
          </p:cNvPr>
          <p:cNvSpPr txBox="1"/>
          <p:nvPr/>
        </p:nvSpPr>
        <p:spPr>
          <a:xfrm>
            <a:off x="457275" y="443902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 Based on the limited sample data provided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F41E6-0030-B105-67ED-4C3A5D8CF4F0}"/>
              </a:ext>
            </a:extLst>
          </p:cNvPr>
          <p:cNvSpPr txBox="1"/>
          <p:nvPr/>
        </p:nvSpPr>
        <p:spPr>
          <a:xfrm>
            <a:off x="-2601566" y="197358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Woking</a:t>
            </a:r>
          </a:p>
        </p:txBody>
      </p:sp>
      <p:sp>
        <p:nvSpPr>
          <p:cNvPr id="4" name="Google Shape;444;p20">
            <a:extLst>
              <a:ext uri="{FF2B5EF4-FFF2-40B4-BE49-F238E27FC236}">
                <a16:creationId xmlns:a16="http://schemas.microsoft.com/office/drawing/2014/main" id="{F6BEDF33-A560-DD68-669D-65FCF9DD5782}"/>
              </a:ext>
            </a:extLst>
          </p:cNvPr>
          <p:cNvSpPr txBox="1"/>
          <p:nvPr/>
        </p:nvSpPr>
        <p:spPr>
          <a:xfrm>
            <a:off x="607492" y="2940097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This Month’s Profits?</a:t>
            </a:r>
            <a:endParaRPr sz="1800" b="1" dirty="0">
              <a:solidFill>
                <a:schemeClr val="tx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DB022-424B-0A58-46B4-4507E0D1673B}"/>
              </a:ext>
            </a:extLst>
          </p:cNvPr>
          <p:cNvSpPr txBox="1"/>
          <p:nvPr/>
        </p:nvSpPr>
        <p:spPr>
          <a:xfrm>
            <a:off x="-2309639" y="33977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30% above Avg</a:t>
            </a:r>
          </a:p>
        </p:txBody>
      </p:sp>
      <p:sp>
        <p:nvSpPr>
          <p:cNvPr id="7" name="Google Shape;444;p20">
            <a:extLst>
              <a:ext uri="{FF2B5EF4-FFF2-40B4-BE49-F238E27FC236}">
                <a16:creationId xmlns:a16="http://schemas.microsoft.com/office/drawing/2014/main" id="{6DCDAC3E-63FD-ECC6-4A60-86F7102E946D}"/>
              </a:ext>
            </a:extLst>
          </p:cNvPr>
          <p:cNvSpPr txBox="1"/>
          <p:nvPr/>
        </p:nvSpPr>
        <p:spPr>
          <a:xfrm>
            <a:off x="609400" y="1413942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Most Popular Branch?</a:t>
            </a:r>
            <a:endParaRPr sz="1800" b="1" dirty="0">
              <a:solidFill>
                <a:schemeClr val="tx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5F787-9E16-05B1-7F24-6D0AC9655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195" y="1413942"/>
            <a:ext cx="5135142" cy="223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31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873EE5ED-F3BF-1443-7C83-C669BAA4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">
            <a:extLst>
              <a:ext uri="{FF2B5EF4-FFF2-40B4-BE49-F238E27FC236}">
                <a16:creationId xmlns:a16="http://schemas.microsoft.com/office/drawing/2014/main" id="{5B8D5A85-5D7F-27C3-D089-88EE9B9642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Sample Visualisations </a:t>
            </a:r>
            <a:r>
              <a:rPr lang="en" dirty="0">
                <a:solidFill>
                  <a:schemeClr val="tx1"/>
                </a:solidFill>
              </a:rPr>
              <a:t>– Built-in Interactivity</a:t>
            </a:r>
            <a:endParaRPr b="0" dirty="0"/>
          </a:p>
        </p:txBody>
      </p:sp>
      <p:sp>
        <p:nvSpPr>
          <p:cNvPr id="440" name="Google Shape;440;p20">
            <a:extLst>
              <a:ext uri="{FF2B5EF4-FFF2-40B4-BE49-F238E27FC236}">
                <a16:creationId xmlns:a16="http://schemas.microsoft.com/office/drawing/2014/main" id="{601419EA-B9B0-A89A-2870-43E169D735B8}"/>
              </a:ext>
            </a:extLst>
          </p:cNvPr>
          <p:cNvSpPr txBox="1"/>
          <p:nvPr/>
        </p:nvSpPr>
        <p:spPr>
          <a:xfrm>
            <a:off x="457275" y="443902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 Based on the limited sample data provided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17D1F-3334-ADCE-C133-A6DC53C01E68}"/>
              </a:ext>
            </a:extLst>
          </p:cNvPr>
          <p:cNvSpPr txBox="1"/>
          <p:nvPr/>
        </p:nvSpPr>
        <p:spPr>
          <a:xfrm>
            <a:off x="-2601566" y="197358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Woking</a:t>
            </a:r>
          </a:p>
        </p:txBody>
      </p:sp>
      <p:sp>
        <p:nvSpPr>
          <p:cNvPr id="4" name="Google Shape;444;p20">
            <a:extLst>
              <a:ext uri="{FF2B5EF4-FFF2-40B4-BE49-F238E27FC236}">
                <a16:creationId xmlns:a16="http://schemas.microsoft.com/office/drawing/2014/main" id="{8A7CD570-2F69-D7A9-4F39-1BE708298990}"/>
              </a:ext>
            </a:extLst>
          </p:cNvPr>
          <p:cNvSpPr txBox="1"/>
          <p:nvPr/>
        </p:nvSpPr>
        <p:spPr>
          <a:xfrm>
            <a:off x="607492" y="2940097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This Month’s Profits?</a:t>
            </a:r>
            <a:endParaRPr sz="1800" b="1" dirty="0">
              <a:solidFill>
                <a:schemeClr val="tx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8AF5A-FAFC-36D5-7211-A4CAF807F8CA}"/>
              </a:ext>
            </a:extLst>
          </p:cNvPr>
          <p:cNvSpPr txBox="1"/>
          <p:nvPr/>
        </p:nvSpPr>
        <p:spPr>
          <a:xfrm>
            <a:off x="-2309639" y="33977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30% above Avg</a:t>
            </a:r>
          </a:p>
        </p:txBody>
      </p:sp>
      <p:sp>
        <p:nvSpPr>
          <p:cNvPr id="7" name="Google Shape;444;p20">
            <a:extLst>
              <a:ext uri="{FF2B5EF4-FFF2-40B4-BE49-F238E27FC236}">
                <a16:creationId xmlns:a16="http://schemas.microsoft.com/office/drawing/2014/main" id="{5A5EECB1-59F3-CB1C-E184-8743018F1BF4}"/>
              </a:ext>
            </a:extLst>
          </p:cNvPr>
          <p:cNvSpPr txBox="1"/>
          <p:nvPr/>
        </p:nvSpPr>
        <p:spPr>
          <a:xfrm>
            <a:off x="609400" y="1413942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Most Popular Branch?</a:t>
            </a:r>
            <a:endParaRPr sz="1800" b="1" dirty="0">
              <a:solidFill>
                <a:schemeClr val="tx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142143-D4D0-FBEF-5205-8ABE9318D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374" y="2670411"/>
            <a:ext cx="3443746" cy="1507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F33ECD-341D-E899-4C17-B4816DFF6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374" y="1110347"/>
            <a:ext cx="3443746" cy="15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29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Sample Visualisations </a:t>
            </a:r>
            <a:r>
              <a:rPr lang="en" dirty="0">
                <a:solidFill>
                  <a:schemeClr val="tx1"/>
                </a:solidFill>
              </a:rPr>
              <a:t>– Depth &amp; Breadth</a:t>
            </a:r>
            <a:endParaRPr b="0" dirty="0"/>
          </a:p>
        </p:txBody>
      </p:sp>
      <p:sp>
        <p:nvSpPr>
          <p:cNvPr id="440" name="Google Shape;440;p20"/>
          <p:cNvSpPr txBox="1"/>
          <p:nvPr/>
        </p:nvSpPr>
        <p:spPr>
          <a:xfrm>
            <a:off x="457275" y="443902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 Based on the limited sample data provided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7000215" y="2183696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for?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1E417D-8ECF-1636-F124-5EFC966DF580}"/>
              </a:ext>
            </a:extLst>
          </p:cNvPr>
          <p:cNvSpPr txBox="1"/>
          <p:nvPr/>
        </p:nvSpPr>
        <p:spPr>
          <a:xfrm>
            <a:off x="3964507" y="18099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 in 3</a:t>
            </a:r>
          </a:p>
        </p:txBody>
      </p:sp>
      <p:sp>
        <p:nvSpPr>
          <p:cNvPr id="13" name="Google Shape;444;p20">
            <a:extLst>
              <a:ext uri="{FF2B5EF4-FFF2-40B4-BE49-F238E27FC236}">
                <a16:creationId xmlns:a16="http://schemas.microsoft.com/office/drawing/2014/main" id="{0B7A7025-4B5D-8085-FA33-24A0D4A6558D}"/>
              </a:ext>
            </a:extLst>
          </p:cNvPr>
          <p:cNvSpPr txBox="1"/>
          <p:nvPr/>
        </p:nvSpPr>
        <p:spPr>
          <a:xfrm>
            <a:off x="7000215" y="1308085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How many customers return?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E219D3-EF9C-CEC2-EA07-05F8D745A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952" y="2579564"/>
            <a:ext cx="4915818" cy="13365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6B752F-5BF2-E036-10E8-934491864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952" y="1154560"/>
            <a:ext cx="4939091" cy="13502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66A6D2-C770-CBB0-7D56-9ECC9FCA7CF1}"/>
              </a:ext>
            </a:extLst>
          </p:cNvPr>
          <p:cNvSpPr txBox="1"/>
          <p:nvPr/>
        </p:nvSpPr>
        <p:spPr>
          <a:xfrm>
            <a:off x="3996861" y="250919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For routine services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</a:t>
            </a:r>
            <a:r>
              <a:rPr lang="en" sz="14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check-up, </a:t>
            </a:r>
            <a:r>
              <a:rPr lang="en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nail trim,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dental cleaning)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38B1CC50-6003-C0BC-E4F2-1C6263573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">
            <a:extLst>
              <a:ext uri="{FF2B5EF4-FFF2-40B4-BE49-F238E27FC236}">
                <a16:creationId xmlns:a16="http://schemas.microsoft.com/office/drawing/2014/main" id="{23ABA22C-A180-147E-B56E-4E03F5A11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Sample Visualisations </a:t>
            </a:r>
            <a:r>
              <a:rPr lang="en" dirty="0">
                <a:solidFill>
                  <a:schemeClr val="tx1"/>
                </a:solidFill>
              </a:rPr>
              <a:t>– Depth &amp; Breadth</a:t>
            </a:r>
            <a:endParaRPr b="0" dirty="0"/>
          </a:p>
        </p:txBody>
      </p:sp>
      <p:sp>
        <p:nvSpPr>
          <p:cNvPr id="440" name="Google Shape;440;p20">
            <a:extLst>
              <a:ext uri="{FF2B5EF4-FFF2-40B4-BE49-F238E27FC236}">
                <a16:creationId xmlns:a16="http://schemas.microsoft.com/office/drawing/2014/main" id="{19FA2D9E-C884-1B4C-208D-8BDF3099A216}"/>
              </a:ext>
            </a:extLst>
          </p:cNvPr>
          <p:cNvSpPr txBox="1"/>
          <p:nvPr/>
        </p:nvSpPr>
        <p:spPr>
          <a:xfrm>
            <a:off x="457275" y="443902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 Based on the limited sample data provided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0">
            <a:extLst>
              <a:ext uri="{FF2B5EF4-FFF2-40B4-BE49-F238E27FC236}">
                <a16:creationId xmlns:a16="http://schemas.microsoft.com/office/drawing/2014/main" id="{3AD679E8-C516-FA28-20D7-7C52A6A0D14F}"/>
              </a:ext>
            </a:extLst>
          </p:cNvPr>
          <p:cNvSpPr txBox="1"/>
          <p:nvPr/>
        </p:nvSpPr>
        <p:spPr>
          <a:xfrm>
            <a:off x="7000215" y="2876716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does payment method reveal?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E51316-F326-E174-3E91-6EC6DA1027D6}"/>
              </a:ext>
            </a:extLst>
          </p:cNvPr>
          <p:cNvSpPr txBox="1"/>
          <p:nvPr/>
        </p:nvSpPr>
        <p:spPr>
          <a:xfrm>
            <a:off x="3949694" y="361127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Potential for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Subscription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Services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853C7-A9AC-3E3D-5479-ABE94CBC7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162" y="1337295"/>
            <a:ext cx="1028844" cy="2648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7323C6-7812-049B-8A95-A51F005381EB}"/>
              </a:ext>
            </a:extLst>
          </p:cNvPr>
          <p:cNvSpPr txBox="1"/>
          <p:nvPr/>
        </p:nvSpPr>
        <p:spPr>
          <a:xfrm>
            <a:off x="-346838" y="202490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True for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Check-Up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&amp; Dental Cleaning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2FC0C9-2E1F-B4E7-1941-FE7AD127D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866" y="1346465"/>
            <a:ext cx="2314591" cy="62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38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DD66AA24-3ECF-B755-E800-139DCB70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20" title="Gráfico">
            <a:hlinkClick r:id="rId3"/>
            <a:extLst>
              <a:ext uri="{FF2B5EF4-FFF2-40B4-BE49-F238E27FC236}">
                <a16:creationId xmlns:a16="http://schemas.microsoft.com/office/drawing/2014/main" id="{D177BA8F-C065-D815-AC67-C678B5D8E7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3972" y="715596"/>
            <a:ext cx="5786985" cy="3577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>
            <a:extLst>
              <a:ext uri="{FF2B5EF4-FFF2-40B4-BE49-F238E27FC236}">
                <a16:creationId xmlns:a16="http://schemas.microsoft.com/office/drawing/2014/main" id="{58375D54-1C69-CB48-894F-02DA93FEE0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Sample Visualisations </a:t>
            </a:r>
            <a:r>
              <a:rPr lang="en" dirty="0">
                <a:solidFill>
                  <a:schemeClr val="tx1"/>
                </a:solidFill>
              </a:rPr>
              <a:t>– Tell a Story</a:t>
            </a:r>
            <a:endParaRPr b="0" dirty="0"/>
          </a:p>
        </p:txBody>
      </p:sp>
      <p:grpSp>
        <p:nvGrpSpPr>
          <p:cNvPr id="431" name="Google Shape;431;p20">
            <a:extLst>
              <a:ext uri="{FF2B5EF4-FFF2-40B4-BE49-F238E27FC236}">
                <a16:creationId xmlns:a16="http://schemas.microsoft.com/office/drawing/2014/main" id="{D2A8520C-19FD-4D04-4995-CC4992A72320}"/>
              </a:ext>
            </a:extLst>
          </p:cNvPr>
          <p:cNvGrpSpPr/>
          <p:nvPr/>
        </p:nvGrpSpPr>
        <p:grpSpPr>
          <a:xfrm>
            <a:off x="4443979" y="2341102"/>
            <a:ext cx="2037748" cy="1861589"/>
            <a:chOff x="4572000" y="2571750"/>
            <a:chExt cx="2364799" cy="2160368"/>
          </a:xfrm>
        </p:grpSpPr>
        <p:sp>
          <p:nvSpPr>
            <p:cNvPr id="432" name="Google Shape;432;p20">
              <a:extLst>
                <a:ext uri="{FF2B5EF4-FFF2-40B4-BE49-F238E27FC236}">
                  <a16:creationId xmlns:a16="http://schemas.microsoft.com/office/drawing/2014/main" id="{1CE28DDF-D38B-23BD-3C07-064AC29D13E6}"/>
                </a:ext>
              </a:extLst>
            </p:cNvPr>
            <p:cNvSpPr/>
            <p:nvPr/>
          </p:nvSpPr>
          <p:spPr>
            <a:xfrm>
              <a:off x="4572000" y="3042867"/>
              <a:ext cx="2364799" cy="1689251"/>
            </a:xfrm>
            <a:custGeom>
              <a:avLst/>
              <a:gdLst/>
              <a:ahLst/>
              <a:cxnLst/>
              <a:rect l="l" t="t" r="r" b="b"/>
              <a:pathLst>
                <a:path w="61995" h="44285" extrusionOk="0">
                  <a:moveTo>
                    <a:pt x="12456" y="1"/>
                  </a:moveTo>
                  <a:lnTo>
                    <a:pt x="12133" y="10"/>
                  </a:lnTo>
                  <a:lnTo>
                    <a:pt x="11820" y="20"/>
                  </a:lnTo>
                  <a:lnTo>
                    <a:pt x="11498" y="39"/>
                  </a:lnTo>
                  <a:lnTo>
                    <a:pt x="11185" y="67"/>
                  </a:lnTo>
                  <a:lnTo>
                    <a:pt x="10872" y="105"/>
                  </a:lnTo>
                  <a:lnTo>
                    <a:pt x="10568" y="143"/>
                  </a:lnTo>
                  <a:lnTo>
                    <a:pt x="10255" y="200"/>
                  </a:lnTo>
                  <a:lnTo>
                    <a:pt x="9951" y="257"/>
                  </a:lnTo>
                  <a:lnTo>
                    <a:pt x="9648" y="323"/>
                  </a:lnTo>
                  <a:lnTo>
                    <a:pt x="9354" y="399"/>
                  </a:lnTo>
                  <a:lnTo>
                    <a:pt x="9060" y="475"/>
                  </a:lnTo>
                  <a:lnTo>
                    <a:pt x="8766" y="570"/>
                  </a:lnTo>
                  <a:lnTo>
                    <a:pt x="8472" y="665"/>
                  </a:lnTo>
                  <a:lnTo>
                    <a:pt x="8187" y="760"/>
                  </a:lnTo>
                  <a:lnTo>
                    <a:pt x="7902" y="873"/>
                  </a:lnTo>
                  <a:lnTo>
                    <a:pt x="7618" y="987"/>
                  </a:lnTo>
                  <a:lnTo>
                    <a:pt x="7343" y="1111"/>
                  </a:lnTo>
                  <a:lnTo>
                    <a:pt x="7068" y="1234"/>
                  </a:lnTo>
                  <a:lnTo>
                    <a:pt x="6802" y="1367"/>
                  </a:lnTo>
                  <a:lnTo>
                    <a:pt x="6527" y="1509"/>
                  </a:lnTo>
                  <a:lnTo>
                    <a:pt x="6271" y="1661"/>
                  </a:lnTo>
                  <a:lnTo>
                    <a:pt x="6005" y="1813"/>
                  </a:lnTo>
                  <a:lnTo>
                    <a:pt x="5758" y="1974"/>
                  </a:lnTo>
                  <a:lnTo>
                    <a:pt x="5502" y="2135"/>
                  </a:lnTo>
                  <a:lnTo>
                    <a:pt x="5256" y="2306"/>
                  </a:lnTo>
                  <a:lnTo>
                    <a:pt x="5018" y="2486"/>
                  </a:lnTo>
                  <a:lnTo>
                    <a:pt x="4781" y="2666"/>
                  </a:lnTo>
                  <a:lnTo>
                    <a:pt x="4544" y="2856"/>
                  </a:lnTo>
                  <a:lnTo>
                    <a:pt x="4316" y="3055"/>
                  </a:lnTo>
                  <a:lnTo>
                    <a:pt x="4089" y="3245"/>
                  </a:lnTo>
                  <a:lnTo>
                    <a:pt x="3871" y="3454"/>
                  </a:lnTo>
                  <a:lnTo>
                    <a:pt x="3662" y="3662"/>
                  </a:lnTo>
                  <a:lnTo>
                    <a:pt x="3453" y="3881"/>
                  </a:lnTo>
                  <a:lnTo>
                    <a:pt x="3244" y="4099"/>
                  </a:lnTo>
                  <a:lnTo>
                    <a:pt x="3045" y="4317"/>
                  </a:lnTo>
                  <a:lnTo>
                    <a:pt x="2855" y="4545"/>
                  </a:lnTo>
                  <a:lnTo>
                    <a:pt x="2666" y="4782"/>
                  </a:lnTo>
                  <a:lnTo>
                    <a:pt x="2485" y="5019"/>
                  </a:lnTo>
                  <a:lnTo>
                    <a:pt x="2305" y="5266"/>
                  </a:lnTo>
                  <a:lnTo>
                    <a:pt x="2134" y="5512"/>
                  </a:lnTo>
                  <a:lnTo>
                    <a:pt x="1964" y="5759"/>
                  </a:lnTo>
                  <a:lnTo>
                    <a:pt x="1812" y="6015"/>
                  </a:lnTo>
                  <a:lnTo>
                    <a:pt x="1660" y="6271"/>
                  </a:lnTo>
                  <a:lnTo>
                    <a:pt x="1508" y="6537"/>
                  </a:lnTo>
                  <a:lnTo>
                    <a:pt x="1366" y="6802"/>
                  </a:lnTo>
                  <a:lnTo>
                    <a:pt x="1233" y="7068"/>
                  </a:lnTo>
                  <a:lnTo>
                    <a:pt x="1100" y="7343"/>
                  </a:lnTo>
                  <a:lnTo>
                    <a:pt x="977" y="7628"/>
                  </a:lnTo>
                  <a:lnTo>
                    <a:pt x="863" y="7903"/>
                  </a:lnTo>
                  <a:lnTo>
                    <a:pt x="759" y="8188"/>
                  </a:lnTo>
                  <a:lnTo>
                    <a:pt x="655" y="8472"/>
                  </a:lnTo>
                  <a:lnTo>
                    <a:pt x="560" y="8766"/>
                  </a:lnTo>
                  <a:lnTo>
                    <a:pt x="474" y="9060"/>
                  </a:lnTo>
                  <a:lnTo>
                    <a:pt x="389" y="9354"/>
                  </a:lnTo>
                  <a:lnTo>
                    <a:pt x="323" y="9658"/>
                  </a:lnTo>
                  <a:lnTo>
                    <a:pt x="256" y="9962"/>
                  </a:lnTo>
                  <a:lnTo>
                    <a:pt x="190" y="10265"/>
                  </a:lnTo>
                  <a:lnTo>
                    <a:pt x="142" y="10569"/>
                  </a:lnTo>
                  <a:lnTo>
                    <a:pt x="95" y="10882"/>
                  </a:lnTo>
                  <a:lnTo>
                    <a:pt x="66" y="11195"/>
                  </a:lnTo>
                  <a:lnTo>
                    <a:pt x="38" y="11508"/>
                  </a:lnTo>
                  <a:lnTo>
                    <a:pt x="19" y="11821"/>
                  </a:lnTo>
                  <a:lnTo>
                    <a:pt x="0" y="12143"/>
                  </a:lnTo>
                  <a:lnTo>
                    <a:pt x="0" y="12457"/>
                  </a:lnTo>
                  <a:lnTo>
                    <a:pt x="0" y="31828"/>
                  </a:lnTo>
                  <a:lnTo>
                    <a:pt x="0" y="32151"/>
                  </a:lnTo>
                  <a:lnTo>
                    <a:pt x="19" y="32464"/>
                  </a:lnTo>
                  <a:lnTo>
                    <a:pt x="38" y="32786"/>
                  </a:lnTo>
                  <a:lnTo>
                    <a:pt x="66" y="33099"/>
                  </a:lnTo>
                  <a:lnTo>
                    <a:pt x="95" y="33412"/>
                  </a:lnTo>
                  <a:lnTo>
                    <a:pt x="142" y="33716"/>
                  </a:lnTo>
                  <a:lnTo>
                    <a:pt x="190" y="34029"/>
                  </a:lnTo>
                  <a:lnTo>
                    <a:pt x="256" y="34333"/>
                  </a:lnTo>
                  <a:lnTo>
                    <a:pt x="323" y="34636"/>
                  </a:lnTo>
                  <a:lnTo>
                    <a:pt x="389" y="34930"/>
                  </a:lnTo>
                  <a:lnTo>
                    <a:pt x="474" y="35224"/>
                  </a:lnTo>
                  <a:lnTo>
                    <a:pt x="560" y="35518"/>
                  </a:lnTo>
                  <a:lnTo>
                    <a:pt x="655" y="35813"/>
                  </a:lnTo>
                  <a:lnTo>
                    <a:pt x="759" y="36097"/>
                  </a:lnTo>
                  <a:lnTo>
                    <a:pt x="863" y="36382"/>
                  </a:lnTo>
                  <a:lnTo>
                    <a:pt x="977" y="36666"/>
                  </a:lnTo>
                  <a:lnTo>
                    <a:pt x="1100" y="36941"/>
                  </a:lnTo>
                  <a:lnTo>
                    <a:pt x="1233" y="37217"/>
                  </a:lnTo>
                  <a:lnTo>
                    <a:pt x="1366" y="37492"/>
                  </a:lnTo>
                  <a:lnTo>
                    <a:pt x="1508" y="37757"/>
                  </a:lnTo>
                  <a:lnTo>
                    <a:pt x="1660" y="38013"/>
                  </a:lnTo>
                  <a:lnTo>
                    <a:pt x="1812" y="38279"/>
                  </a:lnTo>
                  <a:lnTo>
                    <a:pt x="1964" y="38535"/>
                  </a:lnTo>
                  <a:lnTo>
                    <a:pt x="2134" y="38782"/>
                  </a:lnTo>
                  <a:lnTo>
                    <a:pt x="2305" y="39029"/>
                  </a:lnTo>
                  <a:lnTo>
                    <a:pt x="2485" y="39266"/>
                  </a:lnTo>
                  <a:lnTo>
                    <a:pt x="2666" y="39512"/>
                  </a:lnTo>
                  <a:lnTo>
                    <a:pt x="2855" y="39740"/>
                  </a:lnTo>
                  <a:lnTo>
                    <a:pt x="3045" y="39968"/>
                  </a:lnTo>
                  <a:lnTo>
                    <a:pt x="3244" y="40195"/>
                  </a:lnTo>
                  <a:lnTo>
                    <a:pt x="3453" y="40414"/>
                  </a:lnTo>
                  <a:lnTo>
                    <a:pt x="3662" y="40622"/>
                  </a:lnTo>
                  <a:lnTo>
                    <a:pt x="3871" y="40840"/>
                  </a:lnTo>
                  <a:lnTo>
                    <a:pt x="4089" y="41040"/>
                  </a:lnTo>
                  <a:lnTo>
                    <a:pt x="4316" y="41239"/>
                  </a:lnTo>
                  <a:lnTo>
                    <a:pt x="4544" y="41429"/>
                  </a:lnTo>
                  <a:lnTo>
                    <a:pt x="4781" y="41618"/>
                  </a:lnTo>
                  <a:lnTo>
                    <a:pt x="5018" y="41799"/>
                  </a:lnTo>
                  <a:lnTo>
                    <a:pt x="5256" y="41979"/>
                  </a:lnTo>
                  <a:lnTo>
                    <a:pt x="5502" y="42150"/>
                  </a:lnTo>
                  <a:lnTo>
                    <a:pt x="5758" y="42320"/>
                  </a:lnTo>
                  <a:lnTo>
                    <a:pt x="6005" y="42472"/>
                  </a:lnTo>
                  <a:lnTo>
                    <a:pt x="6271" y="42633"/>
                  </a:lnTo>
                  <a:lnTo>
                    <a:pt x="6527" y="42776"/>
                  </a:lnTo>
                  <a:lnTo>
                    <a:pt x="6802" y="42918"/>
                  </a:lnTo>
                  <a:lnTo>
                    <a:pt x="7068" y="43051"/>
                  </a:lnTo>
                  <a:lnTo>
                    <a:pt x="7343" y="43184"/>
                  </a:lnTo>
                  <a:lnTo>
                    <a:pt x="7618" y="43307"/>
                  </a:lnTo>
                  <a:lnTo>
                    <a:pt x="7902" y="43421"/>
                  </a:lnTo>
                  <a:lnTo>
                    <a:pt x="8187" y="43525"/>
                  </a:lnTo>
                  <a:lnTo>
                    <a:pt x="8472" y="43630"/>
                  </a:lnTo>
                  <a:lnTo>
                    <a:pt x="8766" y="43724"/>
                  </a:lnTo>
                  <a:lnTo>
                    <a:pt x="9060" y="43810"/>
                  </a:lnTo>
                  <a:lnTo>
                    <a:pt x="9354" y="43895"/>
                  </a:lnTo>
                  <a:lnTo>
                    <a:pt x="9648" y="43962"/>
                  </a:lnTo>
                  <a:lnTo>
                    <a:pt x="9951" y="44028"/>
                  </a:lnTo>
                  <a:lnTo>
                    <a:pt x="10255" y="44094"/>
                  </a:lnTo>
                  <a:lnTo>
                    <a:pt x="10568" y="44142"/>
                  </a:lnTo>
                  <a:lnTo>
                    <a:pt x="10872" y="44189"/>
                  </a:lnTo>
                  <a:lnTo>
                    <a:pt x="11185" y="44218"/>
                  </a:lnTo>
                  <a:lnTo>
                    <a:pt x="11498" y="44246"/>
                  </a:lnTo>
                  <a:lnTo>
                    <a:pt x="11820" y="44275"/>
                  </a:lnTo>
                  <a:lnTo>
                    <a:pt x="12133" y="44284"/>
                  </a:lnTo>
                  <a:lnTo>
                    <a:pt x="49862" y="44284"/>
                  </a:lnTo>
                  <a:lnTo>
                    <a:pt x="50175" y="44275"/>
                  </a:lnTo>
                  <a:lnTo>
                    <a:pt x="50488" y="44246"/>
                  </a:lnTo>
                  <a:lnTo>
                    <a:pt x="50810" y="44218"/>
                  </a:lnTo>
                  <a:lnTo>
                    <a:pt x="51114" y="44189"/>
                  </a:lnTo>
                  <a:lnTo>
                    <a:pt x="51427" y="44142"/>
                  </a:lnTo>
                  <a:lnTo>
                    <a:pt x="51740" y="44094"/>
                  </a:lnTo>
                  <a:lnTo>
                    <a:pt x="52044" y="44028"/>
                  </a:lnTo>
                  <a:lnTo>
                    <a:pt x="52338" y="43962"/>
                  </a:lnTo>
                  <a:lnTo>
                    <a:pt x="52641" y="43895"/>
                  </a:lnTo>
                  <a:lnTo>
                    <a:pt x="52935" y="43810"/>
                  </a:lnTo>
                  <a:lnTo>
                    <a:pt x="53229" y="43724"/>
                  </a:lnTo>
                  <a:lnTo>
                    <a:pt x="53523" y="43630"/>
                  </a:lnTo>
                  <a:lnTo>
                    <a:pt x="53808" y="43525"/>
                  </a:lnTo>
                  <a:lnTo>
                    <a:pt x="54093" y="43421"/>
                  </a:lnTo>
                  <a:lnTo>
                    <a:pt x="54377" y="43307"/>
                  </a:lnTo>
                  <a:lnTo>
                    <a:pt x="54652" y="43184"/>
                  </a:lnTo>
                  <a:lnTo>
                    <a:pt x="54927" y="43051"/>
                  </a:lnTo>
                  <a:lnTo>
                    <a:pt x="55193" y="42918"/>
                  </a:lnTo>
                  <a:lnTo>
                    <a:pt x="55459" y="42776"/>
                  </a:lnTo>
                  <a:lnTo>
                    <a:pt x="55724" y="42633"/>
                  </a:lnTo>
                  <a:lnTo>
                    <a:pt x="55980" y="42472"/>
                  </a:lnTo>
                  <a:lnTo>
                    <a:pt x="56237" y="42320"/>
                  </a:lnTo>
                  <a:lnTo>
                    <a:pt x="56493" y="42150"/>
                  </a:lnTo>
                  <a:lnTo>
                    <a:pt x="56739" y="41979"/>
                  </a:lnTo>
                  <a:lnTo>
                    <a:pt x="56977" y="41799"/>
                  </a:lnTo>
                  <a:lnTo>
                    <a:pt x="57214" y="41618"/>
                  </a:lnTo>
                  <a:lnTo>
                    <a:pt x="57451" y="41429"/>
                  </a:lnTo>
                  <a:lnTo>
                    <a:pt x="57679" y="41239"/>
                  </a:lnTo>
                  <a:lnTo>
                    <a:pt x="57906" y="41040"/>
                  </a:lnTo>
                  <a:lnTo>
                    <a:pt x="58124" y="40840"/>
                  </a:lnTo>
                  <a:lnTo>
                    <a:pt x="58333" y="40622"/>
                  </a:lnTo>
                  <a:lnTo>
                    <a:pt x="58542" y="40414"/>
                  </a:lnTo>
                  <a:lnTo>
                    <a:pt x="58751" y="40195"/>
                  </a:lnTo>
                  <a:lnTo>
                    <a:pt x="58950" y="39968"/>
                  </a:lnTo>
                  <a:lnTo>
                    <a:pt x="59140" y="39740"/>
                  </a:lnTo>
                  <a:lnTo>
                    <a:pt x="59329" y="39512"/>
                  </a:lnTo>
                  <a:lnTo>
                    <a:pt x="59509" y="39266"/>
                  </a:lnTo>
                  <a:lnTo>
                    <a:pt x="59690" y="39029"/>
                  </a:lnTo>
                  <a:lnTo>
                    <a:pt x="59861" y="38782"/>
                  </a:lnTo>
                  <a:lnTo>
                    <a:pt x="60022" y="38535"/>
                  </a:lnTo>
                  <a:lnTo>
                    <a:pt x="60183" y="38279"/>
                  </a:lnTo>
                  <a:lnTo>
                    <a:pt x="60335" y="38013"/>
                  </a:lnTo>
                  <a:lnTo>
                    <a:pt x="60487" y="37757"/>
                  </a:lnTo>
                  <a:lnTo>
                    <a:pt x="60629" y="37492"/>
                  </a:lnTo>
                  <a:lnTo>
                    <a:pt x="60762" y="37217"/>
                  </a:lnTo>
                  <a:lnTo>
                    <a:pt x="60895" y="36941"/>
                  </a:lnTo>
                  <a:lnTo>
                    <a:pt x="61008" y="36666"/>
                  </a:lnTo>
                  <a:lnTo>
                    <a:pt x="61132" y="36382"/>
                  </a:lnTo>
                  <a:lnTo>
                    <a:pt x="61236" y="36097"/>
                  </a:lnTo>
                  <a:lnTo>
                    <a:pt x="61340" y="35813"/>
                  </a:lnTo>
                  <a:lnTo>
                    <a:pt x="61435" y="35518"/>
                  </a:lnTo>
                  <a:lnTo>
                    <a:pt x="61521" y="35224"/>
                  </a:lnTo>
                  <a:lnTo>
                    <a:pt x="61606" y="34930"/>
                  </a:lnTo>
                  <a:lnTo>
                    <a:pt x="61672" y="34636"/>
                  </a:lnTo>
                  <a:lnTo>
                    <a:pt x="61739" y="34333"/>
                  </a:lnTo>
                  <a:lnTo>
                    <a:pt x="61796" y="34029"/>
                  </a:lnTo>
                  <a:lnTo>
                    <a:pt x="61853" y="33716"/>
                  </a:lnTo>
                  <a:lnTo>
                    <a:pt x="61891" y="33412"/>
                  </a:lnTo>
                  <a:lnTo>
                    <a:pt x="61929" y="33099"/>
                  </a:lnTo>
                  <a:lnTo>
                    <a:pt x="61957" y="32786"/>
                  </a:lnTo>
                  <a:lnTo>
                    <a:pt x="61976" y="32464"/>
                  </a:lnTo>
                  <a:lnTo>
                    <a:pt x="61995" y="32151"/>
                  </a:lnTo>
                  <a:lnTo>
                    <a:pt x="61995" y="31828"/>
                  </a:lnTo>
                  <a:lnTo>
                    <a:pt x="61995" y="12457"/>
                  </a:lnTo>
                  <a:lnTo>
                    <a:pt x="61995" y="12143"/>
                  </a:lnTo>
                  <a:lnTo>
                    <a:pt x="61976" y="11821"/>
                  </a:lnTo>
                  <a:lnTo>
                    <a:pt x="61957" y="11508"/>
                  </a:lnTo>
                  <a:lnTo>
                    <a:pt x="61929" y="11195"/>
                  </a:lnTo>
                  <a:lnTo>
                    <a:pt x="61891" y="10882"/>
                  </a:lnTo>
                  <a:lnTo>
                    <a:pt x="61853" y="10569"/>
                  </a:lnTo>
                  <a:lnTo>
                    <a:pt x="61796" y="10265"/>
                  </a:lnTo>
                  <a:lnTo>
                    <a:pt x="61739" y="9962"/>
                  </a:lnTo>
                  <a:lnTo>
                    <a:pt x="61672" y="9658"/>
                  </a:lnTo>
                  <a:lnTo>
                    <a:pt x="61606" y="9354"/>
                  </a:lnTo>
                  <a:lnTo>
                    <a:pt x="61521" y="9060"/>
                  </a:lnTo>
                  <a:lnTo>
                    <a:pt x="61435" y="8766"/>
                  </a:lnTo>
                  <a:lnTo>
                    <a:pt x="61340" y="8472"/>
                  </a:lnTo>
                  <a:lnTo>
                    <a:pt x="61236" y="8188"/>
                  </a:lnTo>
                  <a:lnTo>
                    <a:pt x="61132" y="7903"/>
                  </a:lnTo>
                  <a:lnTo>
                    <a:pt x="61008" y="7628"/>
                  </a:lnTo>
                  <a:lnTo>
                    <a:pt x="60895" y="7343"/>
                  </a:lnTo>
                  <a:lnTo>
                    <a:pt x="60762" y="7068"/>
                  </a:lnTo>
                  <a:lnTo>
                    <a:pt x="60629" y="6802"/>
                  </a:lnTo>
                  <a:lnTo>
                    <a:pt x="60487" y="6537"/>
                  </a:lnTo>
                  <a:lnTo>
                    <a:pt x="60335" y="6271"/>
                  </a:lnTo>
                  <a:lnTo>
                    <a:pt x="60183" y="6015"/>
                  </a:lnTo>
                  <a:lnTo>
                    <a:pt x="60022" y="5759"/>
                  </a:lnTo>
                  <a:lnTo>
                    <a:pt x="59861" y="5512"/>
                  </a:lnTo>
                  <a:lnTo>
                    <a:pt x="59690" y="5266"/>
                  </a:lnTo>
                  <a:lnTo>
                    <a:pt x="59509" y="5019"/>
                  </a:lnTo>
                  <a:lnTo>
                    <a:pt x="59329" y="4782"/>
                  </a:lnTo>
                  <a:lnTo>
                    <a:pt x="59140" y="4545"/>
                  </a:lnTo>
                  <a:lnTo>
                    <a:pt x="58950" y="4317"/>
                  </a:lnTo>
                  <a:lnTo>
                    <a:pt x="58751" y="4099"/>
                  </a:lnTo>
                  <a:lnTo>
                    <a:pt x="58542" y="3881"/>
                  </a:lnTo>
                  <a:lnTo>
                    <a:pt x="58333" y="3662"/>
                  </a:lnTo>
                  <a:lnTo>
                    <a:pt x="58124" y="3454"/>
                  </a:lnTo>
                  <a:lnTo>
                    <a:pt x="57906" y="3245"/>
                  </a:lnTo>
                  <a:lnTo>
                    <a:pt x="57679" y="3055"/>
                  </a:lnTo>
                  <a:lnTo>
                    <a:pt x="57451" y="2856"/>
                  </a:lnTo>
                  <a:lnTo>
                    <a:pt x="57214" y="2666"/>
                  </a:lnTo>
                  <a:lnTo>
                    <a:pt x="56977" y="2486"/>
                  </a:lnTo>
                  <a:lnTo>
                    <a:pt x="56739" y="2306"/>
                  </a:lnTo>
                  <a:lnTo>
                    <a:pt x="56493" y="2135"/>
                  </a:lnTo>
                  <a:lnTo>
                    <a:pt x="56237" y="1974"/>
                  </a:lnTo>
                  <a:lnTo>
                    <a:pt x="55980" y="1813"/>
                  </a:lnTo>
                  <a:lnTo>
                    <a:pt x="55724" y="1661"/>
                  </a:lnTo>
                  <a:lnTo>
                    <a:pt x="55459" y="1509"/>
                  </a:lnTo>
                  <a:lnTo>
                    <a:pt x="55193" y="1367"/>
                  </a:lnTo>
                  <a:lnTo>
                    <a:pt x="54927" y="1234"/>
                  </a:lnTo>
                  <a:lnTo>
                    <a:pt x="54652" y="1111"/>
                  </a:lnTo>
                  <a:lnTo>
                    <a:pt x="54377" y="987"/>
                  </a:lnTo>
                  <a:lnTo>
                    <a:pt x="54093" y="873"/>
                  </a:lnTo>
                  <a:lnTo>
                    <a:pt x="53808" y="760"/>
                  </a:lnTo>
                  <a:lnTo>
                    <a:pt x="53523" y="665"/>
                  </a:lnTo>
                  <a:lnTo>
                    <a:pt x="53229" y="570"/>
                  </a:lnTo>
                  <a:lnTo>
                    <a:pt x="52935" y="475"/>
                  </a:lnTo>
                  <a:lnTo>
                    <a:pt x="52641" y="399"/>
                  </a:lnTo>
                  <a:lnTo>
                    <a:pt x="52338" y="323"/>
                  </a:lnTo>
                  <a:lnTo>
                    <a:pt x="52044" y="257"/>
                  </a:lnTo>
                  <a:lnTo>
                    <a:pt x="51740" y="200"/>
                  </a:lnTo>
                  <a:lnTo>
                    <a:pt x="51427" y="143"/>
                  </a:lnTo>
                  <a:lnTo>
                    <a:pt x="51114" y="105"/>
                  </a:lnTo>
                  <a:lnTo>
                    <a:pt x="50810" y="67"/>
                  </a:lnTo>
                  <a:lnTo>
                    <a:pt x="50488" y="39"/>
                  </a:lnTo>
                  <a:lnTo>
                    <a:pt x="50175" y="20"/>
                  </a:lnTo>
                  <a:lnTo>
                    <a:pt x="49862" y="10"/>
                  </a:lnTo>
                  <a:lnTo>
                    <a:pt x="495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0">
              <a:extLst>
                <a:ext uri="{FF2B5EF4-FFF2-40B4-BE49-F238E27FC236}">
                  <a16:creationId xmlns:a16="http://schemas.microsoft.com/office/drawing/2014/main" id="{C003F670-BAEF-8097-3219-93473B01601A}"/>
                </a:ext>
              </a:extLst>
            </p:cNvPr>
            <p:cNvSpPr/>
            <p:nvPr/>
          </p:nvSpPr>
          <p:spPr>
            <a:xfrm>
              <a:off x="5193290" y="2571750"/>
              <a:ext cx="1122188" cy="627142"/>
            </a:xfrm>
            <a:custGeom>
              <a:avLst/>
              <a:gdLst/>
              <a:ahLst/>
              <a:cxnLst/>
              <a:rect l="l" t="t" r="r" b="b"/>
              <a:pathLst>
                <a:path w="29419" h="16441" extrusionOk="0">
                  <a:moveTo>
                    <a:pt x="14325" y="0"/>
                  </a:moveTo>
                  <a:lnTo>
                    <a:pt x="13955" y="9"/>
                  </a:lnTo>
                  <a:lnTo>
                    <a:pt x="13576" y="28"/>
                  </a:lnTo>
                  <a:lnTo>
                    <a:pt x="13206" y="57"/>
                  </a:lnTo>
                  <a:lnTo>
                    <a:pt x="12836" y="95"/>
                  </a:lnTo>
                  <a:lnTo>
                    <a:pt x="12475" y="142"/>
                  </a:lnTo>
                  <a:lnTo>
                    <a:pt x="12115" y="199"/>
                  </a:lnTo>
                  <a:lnTo>
                    <a:pt x="11754" y="266"/>
                  </a:lnTo>
                  <a:lnTo>
                    <a:pt x="11394" y="342"/>
                  </a:lnTo>
                  <a:lnTo>
                    <a:pt x="11043" y="427"/>
                  </a:lnTo>
                  <a:lnTo>
                    <a:pt x="10692" y="522"/>
                  </a:lnTo>
                  <a:lnTo>
                    <a:pt x="10350" y="626"/>
                  </a:lnTo>
                  <a:lnTo>
                    <a:pt x="10009" y="740"/>
                  </a:lnTo>
                  <a:lnTo>
                    <a:pt x="9667" y="863"/>
                  </a:lnTo>
                  <a:lnTo>
                    <a:pt x="9335" y="987"/>
                  </a:lnTo>
                  <a:lnTo>
                    <a:pt x="9013" y="1129"/>
                  </a:lnTo>
                  <a:lnTo>
                    <a:pt x="8681" y="1271"/>
                  </a:lnTo>
                  <a:lnTo>
                    <a:pt x="8358" y="1423"/>
                  </a:lnTo>
                  <a:lnTo>
                    <a:pt x="8045" y="1584"/>
                  </a:lnTo>
                  <a:lnTo>
                    <a:pt x="7732" y="1755"/>
                  </a:lnTo>
                  <a:lnTo>
                    <a:pt x="7429" y="1935"/>
                  </a:lnTo>
                  <a:lnTo>
                    <a:pt x="7125" y="2116"/>
                  </a:lnTo>
                  <a:lnTo>
                    <a:pt x="6821" y="2315"/>
                  </a:lnTo>
                  <a:lnTo>
                    <a:pt x="6527" y="2514"/>
                  </a:lnTo>
                  <a:lnTo>
                    <a:pt x="6243" y="2713"/>
                  </a:lnTo>
                  <a:lnTo>
                    <a:pt x="5958" y="2931"/>
                  </a:lnTo>
                  <a:lnTo>
                    <a:pt x="5683" y="3150"/>
                  </a:lnTo>
                  <a:lnTo>
                    <a:pt x="5408" y="3377"/>
                  </a:lnTo>
                  <a:lnTo>
                    <a:pt x="5142" y="3605"/>
                  </a:lnTo>
                  <a:lnTo>
                    <a:pt x="4877" y="3842"/>
                  </a:lnTo>
                  <a:lnTo>
                    <a:pt x="4620" y="4089"/>
                  </a:lnTo>
                  <a:lnTo>
                    <a:pt x="4364" y="4345"/>
                  </a:lnTo>
                  <a:lnTo>
                    <a:pt x="4127" y="4601"/>
                  </a:lnTo>
                  <a:lnTo>
                    <a:pt x="3881" y="4857"/>
                  </a:lnTo>
                  <a:lnTo>
                    <a:pt x="3653" y="5132"/>
                  </a:lnTo>
                  <a:lnTo>
                    <a:pt x="3425" y="5407"/>
                  </a:lnTo>
                  <a:lnTo>
                    <a:pt x="3207" y="5682"/>
                  </a:lnTo>
                  <a:lnTo>
                    <a:pt x="2989" y="5967"/>
                  </a:lnTo>
                  <a:lnTo>
                    <a:pt x="2780" y="6252"/>
                  </a:lnTo>
                  <a:lnTo>
                    <a:pt x="2581" y="6546"/>
                  </a:lnTo>
                  <a:lnTo>
                    <a:pt x="2391" y="6849"/>
                  </a:lnTo>
                  <a:lnTo>
                    <a:pt x="2201" y="7153"/>
                  </a:lnTo>
                  <a:lnTo>
                    <a:pt x="2021" y="7456"/>
                  </a:lnTo>
                  <a:lnTo>
                    <a:pt x="1850" y="7770"/>
                  </a:lnTo>
                  <a:lnTo>
                    <a:pt x="1680" y="8092"/>
                  </a:lnTo>
                  <a:lnTo>
                    <a:pt x="1518" y="8405"/>
                  </a:lnTo>
                  <a:lnTo>
                    <a:pt x="1367" y="8737"/>
                  </a:lnTo>
                  <a:lnTo>
                    <a:pt x="1224" y="9060"/>
                  </a:lnTo>
                  <a:lnTo>
                    <a:pt x="1082" y="9392"/>
                  </a:lnTo>
                  <a:lnTo>
                    <a:pt x="959" y="9733"/>
                  </a:lnTo>
                  <a:lnTo>
                    <a:pt x="835" y="10065"/>
                  </a:lnTo>
                  <a:lnTo>
                    <a:pt x="721" y="10407"/>
                  </a:lnTo>
                  <a:lnTo>
                    <a:pt x="617" y="10758"/>
                  </a:lnTo>
                  <a:lnTo>
                    <a:pt x="513" y="11099"/>
                  </a:lnTo>
                  <a:lnTo>
                    <a:pt x="427" y="11450"/>
                  </a:lnTo>
                  <a:lnTo>
                    <a:pt x="342" y="11801"/>
                  </a:lnTo>
                  <a:lnTo>
                    <a:pt x="276" y="12162"/>
                  </a:lnTo>
                  <a:lnTo>
                    <a:pt x="209" y="12522"/>
                  </a:lnTo>
                  <a:lnTo>
                    <a:pt x="152" y="12883"/>
                  </a:lnTo>
                  <a:lnTo>
                    <a:pt x="105" y="13243"/>
                  </a:lnTo>
                  <a:lnTo>
                    <a:pt x="67" y="13604"/>
                  </a:lnTo>
                  <a:lnTo>
                    <a:pt x="38" y="13974"/>
                  </a:lnTo>
                  <a:lnTo>
                    <a:pt x="19" y="14344"/>
                  </a:lnTo>
                  <a:lnTo>
                    <a:pt x="1" y="14704"/>
                  </a:lnTo>
                  <a:lnTo>
                    <a:pt x="10" y="14922"/>
                  </a:lnTo>
                  <a:lnTo>
                    <a:pt x="38" y="15112"/>
                  </a:lnTo>
                  <a:lnTo>
                    <a:pt x="86" y="15302"/>
                  </a:lnTo>
                  <a:lnTo>
                    <a:pt x="143" y="15463"/>
                  </a:lnTo>
                  <a:lnTo>
                    <a:pt x="219" y="15624"/>
                  </a:lnTo>
                  <a:lnTo>
                    <a:pt x="314" y="15767"/>
                  </a:lnTo>
                  <a:lnTo>
                    <a:pt x="418" y="15890"/>
                  </a:lnTo>
                  <a:lnTo>
                    <a:pt x="541" y="16013"/>
                  </a:lnTo>
                  <a:lnTo>
                    <a:pt x="674" y="16108"/>
                  </a:lnTo>
                  <a:lnTo>
                    <a:pt x="807" y="16203"/>
                  </a:lnTo>
                  <a:lnTo>
                    <a:pt x="959" y="16270"/>
                  </a:lnTo>
                  <a:lnTo>
                    <a:pt x="1110" y="16336"/>
                  </a:lnTo>
                  <a:lnTo>
                    <a:pt x="1272" y="16383"/>
                  </a:lnTo>
                  <a:lnTo>
                    <a:pt x="1433" y="16412"/>
                  </a:lnTo>
                  <a:lnTo>
                    <a:pt x="1594" y="16440"/>
                  </a:lnTo>
                  <a:lnTo>
                    <a:pt x="1936" y="16440"/>
                  </a:lnTo>
                  <a:lnTo>
                    <a:pt x="2097" y="16412"/>
                  </a:lnTo>
                  <a:lnTo>
                    <a:pt x="2268" y="16383"/>
                  </a:lnTo>
                  <a:lnTo>
                    <a:pt x="2429" y="16336"/>
                  </a:lnTo>
                  <a:lnTo>
                    <a:pt x="2581" y="16270"/>
                  </a:lnTo>
                  <a:lnTo>
                    <a:pt x="2733" y="16194"/>
                  </a:lnTo>
                  <a:lnTo>
                    <a:pt x="2875" y="16108"/>
                  </a:lnTo>
                  <a:lnTo>
                    <a:pt x="3008" y="16004"/>
                  </a:lnTo>
                  <a:lnTo>
                    <a:pt x="3131" y="15890"/>
                  </a:lnTo>
                  <a:lnTo>
                    <a:pt x="3235" y="15767"/>
                  </a:lnTo>
                  <a:lnTo>
                    <a:pt x="3340" y="15624"/>
                  </a:lnTo>
                  <a:lnTo>
                    <a:pt x="3425" y="15463"/>
                  </a:lnTo>
                  <a:lnTo>
                    <a:pt x="3492" y="15302"/>
                  </a:lnTo>
                  <a:lnTo>
                    <a:pt x="3539" y="15112"/>
                  </a:lnTo>
                  <a:lnTo>
                    <a:pt x="3577" y="14922"/>
                  </a:lnTo>
                  <a:lnTo>
                    <a:pt x="3586" y="14704"/>
                  </a:lnTo>
                  <a:lnTo>
                    <a:pt x="3596" y="14420"/>
                  </a:lnTo>
                  <a:lnTo>
                    <a:pt x="3615" y="14135"/>
                  </a:lnTo>
                  <a:lnTo>
                    <a:pt x="3634" y="13850"/>
                  </a:lnTo>
                  <a:lnTo>
                    <a:pt x="3672" y="13575"/>
                  </a:lnTo>
                  <a:lnTo>
                    <a:pt x="3700" y="13291"/>
                  </a:lnTo>
                  <a:lnTo>
                    <a:pt x="3748" y="13016"/>
                  </a:lnTo>
                  <a:lnTo>
                    <a:pt x="3795" y="12741"/>
                  </a:lnTo>
                  <a:lnTo>
                    <a:pt x="3852" y="12465"/>
                  </a:lnTo>
                  <a:lnTo>
                    <a:pt x="3909" y="12200"/>
                  </a:lnTo>
                  <a:lnTo>
                    <a:pt x="3975" y="11934"/>
                  </a:lnTo>
                  <a:lnTo>
                    <a:pt x="4051" y="11669"/>
                  </a:lnTo>
                  <a:lnTo>
                    <a:pt x="4137" y="11412"/>
                  </a:lnTo>
                  <a:lnTo>
                    <a:pt x="4222" y="11147"/>
                  </a:lnTo>
                  <a:lnTo>
                    <a:pt x="4307" y="10891"/>
                  </a:lnTo>
                  <a:lnTo>
                    <a:pt x="4412" y="10644"/>
                  </a:lnTo>
                  <a:lnTo>
                    <a:pt x="4516" y="10397"/>
                  </a:lnTo>
                  <a:lnTo>
                    <a:pt x="4620" y="10151"/>
                  </a:lnTo>
                  <a:lnTo>
                    <a:pt x="4734" y="9904"/>
                  </a:lnTo>
                  <a:lnTo>
                    <a:pt x="4858" y="9667"/>
                  </a:lnTo>
                  <a:lnTo>
                    <a:pt x="4981" y="9430"/>
                  </a:lnTo>
                  <a:lnTo>
                    <a:pt x="5114" y="9193"/>
                  </a:lnTo>
                  <a:lnTo>
                    <a:pt x="5247" y="8965"/>
                  </a:lnTo>
                  <a:lnTo>
                    <a:pt x="5389" y="8737"/>
                  </a:lnTo>
                  <a:lnTo>
                    <a:pt x="5541" y="8519"/>
                  </a:lnTo>
                  <a:lnTo>
                    <a:pt x="5692" y="8301"/>
                  </a:lnTo>
                  <a:lnTo>
                    <a:pt x="5844" y="8083"/>
                  </a:lnTo>
                  <a:lnTo>
                    <a:pt x="6006" y="7874"/>
                  </a:lnTo>
                  <a:lnTo>
                    <a:pt x="6176" y="7665"/>
                  </a:lnTo>
                  <a:lnTo>
                    <a:pt x="6347" y="7466"/>
                  </a:lnTo>
                  <a:lnTo>
                    <a:pt x="6518" y="7267"/>
                  </a:lnTo>
                  <a:lnTo>
                    <a:pt x="6698" y="7077"/>
                  </a:lnTo>
                  <a:lnTo>
                    <a:pt x="6888" y="6887"/>
                  </a:lnTo>
                  <a:lnTo>
                    <a:pt x="7078" y="6698"/>
                  </a:lnTo>
                  <a:lnTo>
                    <a:pt x="7267" y="6517"/>
                  </a:lnTo>
                  <a:lnTo>
                    <a:pt x="7466" y="6347"/>
                  </a:lnTo>
                  <a:lnTo>
                    <a:pt x="7666" y="6176"/>
                  </a:lnTo>
                  <a:lnTo>
                    <a:pt x="7874" y="6005"/>
                  </a:lnTo>
                  <a:lnTo>
                    <a:pt x="8083" y="5844"/>
                  </a:lnTo>
                  <a:lnTo>
                    <a:pt x="8301" y="5692"/>
                  </a:lnTo>
                  <a:lnTo>
                    <a:pt x="8519" y="5540"/>
                  </a:lnTo>
                  <a:lnTo>
                    <a:pt x="8738" y="5388"/>
                  </a:lnTo>
                  <a:lnTo>
                    <a:pt x="8965" y="5246"/>
                  </a:lnTo>
                  <a:lnTo>
                    <a:pt x="9193" y="5113"/>
                  </a:lnTo>
                  <a:lnTo>
                    <a:pt x="9430" y="4980"/>
                  </a:lnTo>
                  <a:lnTo>
                    <a:pt x="9667" y="4857"/>
                  </a:lnTo>
                  <a:lnTo>
                    <a:pt x="9905" y="4734"/>
                  </a:lnTo>
                  <a:lnTo>
                    <a:pt x="10151" y="4620"/>
                  </a:lnTo>
                  <a:lnTo>
                    <a:pt x="10398" y="4516"/>
                  </a:lnTo>
                  <a:lnTo>
                    <a:pt x="10644" y="4411"/>
                  </a:lnTo>
                  <a:lnTo>
                    <a:pt x="10891" y="4307"/>
                  </a:lnTo>
                  <a:lnTo>
                    <a:pt x="11147" y="4222"/>
                  </a:lnTo>
                  <a:lnTo>
                    <a:pt x="11413" y="4136"/>
                  </a:lnTo>
                  <a:lnTo>
                    <a:pt x="11669" y="4051"/>
                  </a:lnTo>
                  <a:lnTo>
                    <a:pt x="11935" y="3975"/>
                  </a:lnTo>
                  <a:lnTo>
                    <a:pt x="12200" y="3908"/>
                  </a:lnTo>
                  <a:lnTo>
                    <a:pt x="12466" y="3852"/>
                  </a:lnTo>
                  <a:lnTo>
                    <a:pt x="12741" y="3795"/>
                  </a:lnTo>
                  <a:lnTo>
                    <a:pt x="13016" y="3747"/>
                  </a:lnTo>
                  <a:lnTo>
                    <a:pt x="13291" y="3700"/>
                  </a:lnTo>
                  <a:lnTo>
                    <a:pt x="13576" y="3671"/>
                  </a:lnTo>
                  <a:lnTo>
                    <a:pt x="13851" y="3633"/>
                  </a:lnTo>
                  <a:lnTo>
                    <a:pt x="14136" y="3614"/>
                  </a:lnTo>
                  <a:lnTo>
                    <a:pt x="14420" y="3595"/>
                  </a:lnTo>
                  <a:lnTo>
                    <a:pt x="14705" y="3586"/>
                  </a:lnTo>
                  <a:lnTo>
                    <a:pt x="14999" y="3586"/>
                  </a:lnTo>
                  <a:lnTo>
                    <a:pt x="15283" y="3595"/>
                  </a:lnTo>
                  <a:lnTo>
                    <a:pt x="15568" y="3605"/>
                  </a:lnTo>
                  <a:lnTo>
                    <a:pt x="15843" y="3633"/>
                  </a:lnTo>
                  <a:lnTo>
                    <a:pt x="16128" y="3662"/>
                  </a:lnTo>
                  <a:lnTo>
                    <a:pt x="16403" y="3700"/>
                  </a:lnTo>
                  <a:lnTo>
                    <a:pt x="16678" y="3738"/>
                  </a:lnTo>
                  <a:lnTo>
                    <a:pt x="16944" y="3785"/>
                  </a:lnTo>
                  <a:lnTo>
                    <a:pt x="17219" y="3852"/>
                  </a:lnTo>
                  <a:lnTo>
                    <a:pt x="17484" y="3908"/>
                  </a:lnTo>
                  <a:lnTo>
                    <a:pt x="17750" y="3984"/>
                  </a:lnTo>
                  <a:lnTo>
                    <a:pt x="18006" y="4060"/>
                  </a:lnTo>
                  <a:lnTo>
                    <a:pt x="18272" y="4146"/>
                  </a:lnTo>
                  <a:lnTo>
                    <a:pt x="18528" y="4241"/>
                  </a:lnTo>
                  <a:lnTo>
                    <a:pt x="18775" y="4335"/>
                  </a:lnTo>
                  <a:lnTo>
                    <a:pt x="19021" y="4440"/>
                  </a:lnTo>
                  <a:lnTo>
                    <a:pt x="19268" y="4544"/>
                  </a:lnTo>
                  <a:lnTo>
                    <a:pt x="19514" y="4667"/>
                  </a:lnTo>
                  <a:lnTo>
                    <a:pt x="19752" y="4791"/>
                  </a:lnTo>
                  <a:lnTo>
                    <a:pt x="19989" y="4914"/>
                  </a:lnTo>
                  <a:lnTo>
                    <a:pt x="20226" y="5047"/>
                  </a:lnTo>
                  <a:lnTo>
                    <a:pt x="20454" y="5189"/>
                  </a:lnTo>
                  <a:lnTo>
                    <a:pt x="20681" y="5331"/>
                  </a:lnTo>
                  <a:lnTo>
                    <a:pt x="20900" y="5483"/>
                  </a:lnTo>
                  <a:lnTo>
                    <a:pt x="21118" y="5635"/>
                  </a:lnTo>
                  <a:lnTo>
                    <a:pt x="21336" y="5796"/>
                  </a:lnTo>
                  <a:lnTo>
                    <a:pt x="21545" y="5967"/>
                  </a:lnTo>
                  <a:lnTo>
                    <a:pt x="21753" y="6138"/>
                  </a:lnTo>
                  <a:lnTo>
                    <a:pt x="21953" y="6309"/>
                  </a:lnTo>
                  <a:lnTo>
                    <a:pt x="22152" y="6489"/>
                  </a:lnTo>
                  <a:lnTo>
                    <a:pt x="22341" y="6679"/>
                  </a:lnTo>
                  <a:lnTo>
                    <a:pt x="22531" y="6868"/>
                  </a:lnTo>
                  <a:lnTo>
                    <a:pt x="22721" y="7058"/>
                  </a:lnTo>
                  <a:lnTo>
                    <a:pt x="22901" y="7257"/>
                  </a:lnTo>
                  <a:lnTo>
                    <a:pt x="23072" y="7456"/>
                  </a:lnTo>
                  <a:lnTo>
                    <a:pt x="23243" y="7665"/>
                  </a:lnTo>
                  <a:lnTo>
                    <a:pt x="23413" y="7874"/>
                  </a:lnTo>
                  <a:lnTo>
                    <a:pt x="23575" y="8092"/>
                  </a:lnTo>
                  <a:lnTo>
                    <a:pt x="23727" y="8310"/>
                  </a:lnTo>
                  <a:lnTo>
                    <a:pt x="23878" y="8538"/>
                  </a:lnTo>
                  <a:lnTo>
                    <a:pt x="24030" y="8756"/>
                  </a:lnTo>
                  <a:lnTo>
                    <a:pt x="24172" y="8993"/>
                  </a:lnTo>
                  <a:lnTo>
                    <a:pt x="24305" y="9221"/>
                  </a:lnTo>
                  <a:lnTo>
                    <a:pt x="24438" y="9458"/>
                  </a:lnTo>
                  <a:lnTo>
                    <a:pt x="24561" y="9695"/>
                  </a:lnTo>
                  <a:lnTo>
                    <a:pt x="24685" y="9942"/>
                  </a:lnTo>
                  <a:lnTo>
                    <a:pt x="24799" y="10189"/>
                  </a:lnTo>
                  <a:lnTo>
                    <a:pt x="24912" y="10435"/>
                  </a:lnTo>
                  <a:lnTo>
                    <a:pt x="25007" y="10682"/>
                  </a:lnTo>
                  <a:lnTo>
                    <a:pt x="25112" y="10938"/>
                  </a:lnTo>
                  <a:lnTo>
                    <a:pt x="25197" y="11194"/>
                  </a:lnTo>
                  <a:lnTo>
                    <a:pt x="25282" y="11450"/>
                  </a:lnTo>
                  <a:lnTo>
                    <a:pt x="25368" y="11716"/>
                  </a:lnTo>
                  <a:lnTo>
                    <a:pt x="25444" y="11982"/>
                  </a:lnTo>
                  <a:lnTo>
                    <a:pt x="25510" y="12247"/>
                  </a:lnTo>
                  <a:lnTo>
                    <a:pt x="25567" y="12513"/>
                  </a:lnTo>
                  <a:lnTo>
                    <a:pt x="25624" y="12778"/>
                  </a:lnTo>
                  <a:lnTo>
                    <a:pt x="25671" y="13054"/>
                  </a:lnTo>
                  <a:lnTo>
                    <a:pt x="25719" y="13319"/>
                  </a:lnTo>
                  <a:lnTo>
                    <a:pt x="25747" y="13594"/>
                  </a:lnTo>
                  <a:lnTo>
                    <a:pt x="25785" y="13869"/>
                  </a:lnTo>
                  <a:lnTo>
                    <a:pt x="25804" y="14154"/>
                  </a:lnTo>
                  <a:lnTo>
                    <a:pt x="25823" y="14429"/>
                  </a:lnTo>
                  <a:lnTo>
                    <a:pt x="25823" y="14704"/>
                  </a:lnTo>
                  <a:lnTo>
                    <a:pt x="25842" y="14922"/>
                  </a:lnTo>
                  <a:lnTo>
                    <a:pt x="25880" y="15112"/>
                  </a:lnTo>
                  <a:lnTo>
                    <a:pt x="25927" y="15302"/>
                  </a:lnTo>
                  <a:lnTo>
                    <a:pt x="25994" y="15463"/>
                  </a:lnTo>
                  <a:lnTo>
                    <a:pt x="26079" y="15624"/>
                  </a:lnTo>
                  <a:lnTo>
                    <a:pt x="26174" y="15767"/>
                  </a:lnTo>
                  <a:lnTo>
                    <a:pt x="26288" y="15890"/>
                  </a:lnTo>
                  <a:lnTo>
                    <a:pt x="26411" y="16004"/>
                  </a:lnTo>
                  <a:lnTo>
                    <a:pt x="26544" y="16108"/>
                  </a:lnTo>
                  <a:lnTo>
                    <a:pt x="26686" y="16194"/>
                  </a:lnTo>
                  <a:lnTo>
                    <a:pt x="26838" y="16270"/>
                  </a:lnTo>
                  <a:lnTo>
                    <a:pt x="26990" y="16336"/>
                  </a:lnTo>
                  <a:lnTo>
                    <a:pt x="27151" y="16383"/>
                  </a:lnTo>
                  <a:lnTo>
                    <a:pt x="27322" y="16412"/>
                  </a:lnTo>
                  <a:lnTo>
                    <a:pt x="27483" y="16440"/>
                  </a:lnTo>
                  <a:lnTo>
                    <a:pt x="27825" y="16440"/>
                  </a:lnTo>
                  <a:lnTo>
                    <a:pt x="27986" y="16412"/>
                  </a:lnTo>
                  <a:lnTo>
                    <a:pt x="28147" y="16383"/>
                  </a:lnTo>
                  <a:lnTo>
                    <a:pt x="28309" y="16336"/>
                  </a:lnTo>
                  <a:lnTo>
                    <a:pt x="28460" y="16270"/>
                  </a:lnTo>
                  <a:lnTo>
                    <a:pt x="28612" y="16203"/>
                  </a:lnTo>
                  <a:lnTo>
                    <a:pt x="28745" y="16108"/>
                  </a:lnTo>
                  <a:lnTo>
                    <a:pt x="28878" y="16013"/>
                  </a:lnTo>
                  <a:lnTo>
                    <a:pt x="29001" y="15890"/>
                  </a:lnTo>
                  <a:lnTo>
                    <a:pt x="29105" y="15767"/>
                  </a:lnTo>
                  <a:lnTo>
                    <a:pt x="29200" y="15624"/>
                  </a:lnTo>
                  <a:lnTo>
                    <a:pt x="29276" y="15463"/>
                  </a:lnTo>
                  <a:lnTo>
                    <a:pt x="29333" y="15302"/>
                  </a:lnTo>
                  <a:lnTo>
                    <a:pt x="29381" y="15112"/>
                  </a:lnTo>
                  <a:lnTo>
                    <a:pt x="29409" y="14922"/>
                  </a:lnTo>
                  <a:lnTo>
                    <a:pt x="29418" y="14704"/>
                  </a:lnTo>
                  <a:lnTo>
                    <a:pt x="29400" y="14325"/>
                  </a:lnTo>
                  <a:lnTo>
                    <a:pt x="29381" y="13955"/>
                  </a:lnTo>
                  <a:lnTo>
                    <a:pt x="29352" y="13575"/>
                  </a:lnTo>
                  <a:lnTo>
                    <a:pt x="29314" y="13205"/>
                  </a:lnTo>
                  <a:lnTo>
                    <a:pt x="29267" y="12835"/>
                  </a:lnTo>
                  <a:lnTo>
                    <a:pt x="29210" y="12475"/>
                  </a:lnTo>
                  <a:lnTo>
                    <a:pt x="29143" y="12114"/>
                  </a:lnTo>
                  <a:lnTo>
                    <a:pt x="29067" y="11754"/>
                  </a:lnTo>
                  <a:lnTo>
                    <a:pt x="28992" y="11393"/>
                  </a:lnTo>
                  <a:lnTo>
                    <a:pt x="28897" y="11042"/>
                  </a:lnTo>
                  <a:lnTo>
                    <a:pt x="28802" y="10691"/>
                  </a:lnTo>
                  <a:lnTo>
                    <a:pt x="28697" y="10350"/>
                  </a:lnTo>
                  <a:lnTo>
                    <a:pt x="28584" y="10008"/>
                  </a:lnTo>
                  <a:lnTo>
                    <a:pt x="28460" y="9667"/>
                  </a:lnTo>
                  <a:lnTo>
                    <a:pt x="28328" y="9335"/>
                  </a:lnTo>
                  <a:lnTo>
                    <a:pt x="28195" y="9012"/>
                  </a:lnTo>
                  <a:lnTo>
                    <a:pt x="28052" y="8680"/>
                  </a:lnTo>
                  <a:lnTo>
                    <a:pt x="27901" y="8358"/>
                  </a:lnTo>
                  <a:lnTo>
                    <a:pt x="27739" y="8045"/>
                  </a:lnTo>
                  <a:lnTo>
                    <a:pt x="27569" y="7732"/>
                  </a:lnTo>
                  <a:lnTo>
                    <a:pt x="27398" y="7428"/>
                  </a:lnTo>
                  <a:lnTo>
                    <a:pt x="27218" y="7124"/>
                  </a:lnTo>
                  <a:lnTo>
                    <a:pt x="27028" y="6821"/>
                  </a:lnTo>
                  <a:lnTo>
                    <a:pt x="26838" y="6527"/>
                  </a:lnTo>
                  <a:lnTo>
                    <a:pt x="26629" y="6242"/>
                  </a:lnTo>
                  <a:lnTo>
                    <a:pt x="26430" y="5958"/>
                  </a:lnTo>
                  <a:lnTo>
                    <a:pt x="26212" y="5682"/>
                  </a:lnTo>
                  <a:lnTo>
                    <a:pt x="25994" y="5407"/>
                  </a:lnTo>
                  <a:lnTo>
                    <a:pt x="25766" y="5142"/>
                  </a:lnTo>
                  <a:lnTo>
                    <a:pt x="25529" y="4876"/>
                  </a:lnTo>
                  <a:lnTo>
                    <a:pt x="25292" y="4620"/>
                  </a:lnTo>
                  <a:lnTo>
                    <a:pt x="25045" y="4373"/>
                  </a:lnTo>
                  <a:lnTo>
                    <a:pt x="24799" y="4127"/>
                  </a:lnTo>
                  <a:lnTo>
                    <a:pt x="24542" y="3890"/>
                  </a:lnTo>
                  <a:lnTo>
                    <a:pt x="24277" y="3652"/>
                  </a:lnTo>
                  <a:lnTo>
                    <a:pt x="24011" y="3425"/>
                  </a:lnTo>
                  <a:lnTo>
                    <a:pt x="23736" y="3206"/>
                  </a:lnTo>
                  <a:lnTo>
                    <a:pt x="23461" y="2988"/>
                  </a:lnTo>
                  <a:lnTo>
                    <a:pt x="23176" y="2789"/>
                  </a:lnTo>
                  <a:lnTo>
                    <a:pt x="22892" y="2580"/>
                  </a:lnTo>
                  <a:lnTo>
                    <a:pt x="22598" y="2391"/>
                  </a:lnTo>
                  <a:lnTo>
                    <a:pt x="22294" y="2201"/>
                  </a:lnTo>
                  <a:lnTo>
                    <a:pt x="21990" y="2021"/>
                  </a:lnTo>
                  <a:lnTo>
                    <a:pt x="21687" y="1850"/>
                  </a:lnTo>
                  <a:lnTo>
                    <a:pt x="21374" y="1679"/>
                  </a:lnTo>
                  <a:lnTo>
                    <a:pt x="21061" y="1518"/>
                  </a:lnTo>
                  <a:lnTo>
                    <a:pt x="20738" y="1366"/>
                  </a:lnTo>
                  <a:lnTo>
                    <a:pt x="20406" y="1224"/>
                  </a:lnTo>
                  <a:lnTo>
                    <a:pt x="20084" y="1091"/>
                  </a:lnTo>
                  <a:lnTo>
                    <a:pt x="19742" y="958"/>
                  </a:lnTo>
                  <a:lnTo>
                    <a:pt x="19410" y="835"/>
                  </a:lnTo>
                  <a:lnTo>
                    <a:pt x="19069" y="721"/>
                  </a:lnTo>
                  <a:lnTo>
                    <a:pt x="18718" y="617"/>
                  </a:lnTo>
                  <a:lnTo>
                    <a:pt x="18376" y="522"/>
                  </a:lnTo>
                  <a:lnTo>
                    <a:pt x="18025" y="427"/>
                  </a:lnTo>
                  <a:lnTo>
                    <a:pt x="17665" y="351"/>
                  </a:lnTo>
                  <a:lnTo>
                    <a:pt x="17304" y="275"/>
                  </a:lnTo>
                  <a:lnTo>
                    <a:pt x="16944" y="209"/>
                  </a:lnTo>
                  <a:lnTo>
                    <a:pt x="16583" y="152"/>
                  </a:lnTo>
                  <a:lnTo>
                    <a:pt x="16213" y="104"/>
                  </a:lnTo>
                  <a:lnTo>
                    <a:pt x="15843" y="66"/>
                  </a:lnTo>
                  <a:lnTo>
                    <a:pt x="15464" y="38"/>
                  </a:lnTo>
                  <a:lnTo>
                    <a:pt x="15084" y="19"/>
                  </a:lnTo>
                  <a:lnTo>
                    <a:pt x="1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0">
              <a:extLst>
                <a:ext uri="{FF2B5EF4-FFF2-40B4-BE49-F238E27FC236}">
                  <a16:creationId xmlns:a16="http://schemas.microsoft.com/office/drawing/2014/main" id="{2EF82CCA-634C-6625-0BCC-0D6D130B1F48}"/>
                </a:ext>
              </a:extLst>
            </p:cNvPr>
            <p:cNvSpPr/>
            <p:nvPr/>
          </p:nvSpPr>
          <p:spPr>
            <a:xfrm>
              <a:off x="5216443" y="3349736"/>
              <a:ext cx="1075880" cy="1075842"/>
            </a:xfrm>
            <a:custGeom>
              <a:avLst/>
              <a:gdLst/>
              <a:ahLst/>
              <a:cxnLst/>
              <a:rect l="l" t="t" r="r" b="b"/>
              <a:pathLst>
                <a:path w="28205" h="28204" extrusionOk="0">
                  <a:moveTo>
                    <a:pt x="7343" y="0"/>
                  </a:moveTo>
                  <a:lnTo>
                    <a:pt x="7343" y="7343"/>
                  </a:lnTo>
                  <a:lnTo>
                    <a:pt x="1" y="7343"/>
                  </a:lnTo>
                  <a:lnTo>
                    <a:pt x="1" y="20861"/>
                  </a:lnTo>
                  <a:lnTo>
                    <a:pt x="7343" y="20861"/>
                  </a:lnTo>
                  <a:lnTo>
                    <a:pt x="7343" y="28204"/>
                  </a:lnTo>
                  <a:lnTo>
                    <a:pt x="20862" y="28204"/>
                  </a:lnTo>
                  <a:lnTo>
                    <a:pt x="20862" y="20861"/>
                  </a:lnTo>
                  <a:lnTo>
                    <a:pt x="28204" y="20861"/>
                  </a:lnTo>
                  <a:lnTo>
                    <a:pt x="28204" y="7343"/>
                  </a:lnTo>
                  <a:lnTo>
                    <a:pt x="20862" y="7343"/>
                  </a:lnTo>
                  <a:lnTo>
                    <a:pt x="20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0">
              <a:extLst>
                <a:ext uri="{FF2B5EF4-FFF2-40B4-BE49-F238E27FC236}">
                  <a16:creationId xmlns:a16="http://schemas.microsoft.com/office/drawing/2014/main" id="{2F0755BE-D448-4045-18DE-3167C317EB89}"/>
                </a:ext>
              </a:extLst>
            </p:cNvPr>
            <p:cNvSpPr/>
            <p:nvPr/>
          </p:nvSpPr>
          <p:spPr>
            <a:xfrm>
              <a:off x="5577934" y="3883828"/>
              <a:ext cx="352879" cy="184965"/>
            </a:xfrm>
            <a:custGeom>
              <a:avLst/>
              <a:gdLst/>
              <a:ahLst/>
              <a:cxnLst/>
              <a:rect l="l" t="t" r="r" b="b"/>
              <a:pathLst>
                <a:path w="9251" h="4849" extrusionOk="0">
                  <a:moveTo>
                    <a:pt x="2866" y="0"/>
                  </a:moveTo>
                  <a:lnTo>
                    <a:pt x="2714" y="10"/>
                  </a:lnTo>
                  <a:lnTo>
                    <a:pt x="2562" y="29"/>
                  </a:lnTo>
                  <a:lnTo>
                    <a:pt x="2410" y="48"/>
                  </a:lnTo>
                  <a:lnTo>
                    <a:pt x="2268" y="76"/>
                  </a:lnTo>
                  <a:lnTo>
                    <a:pt x="2126" y="114"/>
                  </a:lnTo>
                  <a:lnTo>
                    <a:pt x="1983" y="152"/>
                  </a:lnTo>
                  <a:lnTo>
                    <a:pt x="1851" y="190"/>
                  </a:lnTo>
                  <a:lnTo>
                    <a:pt x="1708" y="238"/>
                  </a:lnTo>
                  <a:lnTo>
                    <a:pt x="1585" y="295"/>
                  </a:lnTo>
                  <a:lnTo>
                    <a:pt x="1452" y="351"/>
                  </a:lnTo>
                  <a:lnTo>
                    <a:pt x="1329" y="418"/>
                  </a:lnTo>
                  <a:lnTo>
                    <a:pt x="1215" y="484"/>
                  </a:lnTo>
                  <a:lnTo>
                    <a:pt x="1101" y="560"/>
                  </a:lnTo>
                  <a:lnTo>
                    <a:pt x="987" y="636"/>
                  </a:lnTo>
                  <a:lnTo>
                    <a:pt x="883" y="712"/>
                  </a:lnTo>
                  <a:lnTo>
                    <a:pt x="788" y="797"/>
                  </a:lnTo>
                  <a:lnTo>
                    <a:pt x="693" y="883"/>
                  </a:lnTo>
                  <a:lnTo>
                    <a:pt x="598" y="978"/>
                  </a:lnTo>
                  <a:lnTo>
                    <a:pt x="513" y="1072"/>
                  </a:lnTo>
                  <a:lnTo>
                    <a:pt x="437" y="1167"/>
                  </a:lnTo>
                  <a:lnTo>
                    <a:pt x="361" y="1272"/>
                  </a:lnTo>
                  <a:lnTo>
                    <a:pt x="295" y="1376"/>
                  </a:lnTo>
                  <a:lnTo>
                    <a:pt x="238" y="1480"/>
                  </a:lnTo>
                  <a:lnTo>
                    <a:pt x="181" y="1594"/>
                  </a:lnTo>
                  <a:lnTo>
                    <a:pt x="134" y="1708"/>
                  </a:lnTo>
                  <a:lnTo>
                    <a:pt x="96" y="1822"/>
                  </a:lnTo>
                  <a:lnTo>
                    <a:pt x="58" y="1936"/>
                  </a:lnTo>
                  <a:lnTo>
                    <a:pt x="29" y="2059"/>
                  </a:lnTo>
                  <a:lnTo>
                    <a:pt x="10" y="2182"/>
                  </a:lnTo>
                  <a:lnTo>
                    <a:pt x="1" y="2296"/>
                  </a:lnTo>
                  <a:lnTo>
                    <a:pt x="1" y="2429"/>
                  </a:lnTo>
                  <a:lnTo>
                    <a:pt x="1" y="2552"/>
                  </a:lnTo>
                  <a:lnTo>
                    <a:pt x="10" y="2676"/>
                  </a:lnTo>
                  <a:lnTo>
                    <a:pt x="29" y="2790"/>
                  </a:lnTo>
                  <a:lnTo>
                    <a:pt x="58" y="2913"/>
                  </a:lnTo>
                  <a:lnTo>
                    <a:pt x="96" y="3027"/>
                  </a:lnTo>
                  <a:lnTo>
                    <a:pt x="134" y="3141"/>
                  </a:lnTo>
                  <a:lnTo>
                    <a:pt x="181" y="3254"/>
                  </a:lnTo>
                  <a:lnTo>
                    <a:pt x="238" y="3368"/>
                  </a:lnTo>
                  <a:lnTo>
                    <a:pt x="295" y="3473"/>
                  </a:lnTo>
                  <a:lnTo>
                    <a:pt x="361" y="3577"/>
                  </a:lnTo>
                  <a:lnTo>
                    <a:pt x="437" y="3681"/>
                  </a:lnTo>
                  <a:lnTo>
                    <a:pt x="513" y="3776"/>
                  </a:lnTo>
                  <a:lnTo>
                    <a:pt x="598" y="3871"/>
                  </a:lnTo>
                  <a:lnTo>
                    <a:pt x="693" y="3966"/>
                  </a:lnTo>
                  <a:lnTo>
                    <a:pt x="788" y="4051"/>
                  </a:lnTo>
                  <a:lnTo>
                    <a:pt x="883" y="4137"/>
                  </a:lnTo>
                  <a:lnTo>
                    <a:pt x="987" y="4213"/>
                  </a:lnTo>
                  <a:lnTo>
                    <a:pt x="1101" y="4298"/>
                  </a:lnTo>
                  <a:lnTo>
                    <a:pt x="1215" y="4364"/>
                  </a:lnTo>
                  <a:lnTo>
                    <a:pt x="1329" y="4431"/>
                  </a:lnTo>
                  <a:lnTo>
                    <a:pt x="1452" y="4497"/>
                  </a:lnTo>
                  <a:lnTo>
                    <a:pt x="1585" y="4554"/>
                  </a:lnTo>
                  <a:lnTo>
                    <a:pt x="1708" y="4611"/>
                  </a:lnTo>
                  <a:lnTo>
                    <a:pt x="1851" y="4658"/>
                  </a:lnTo>
                  <a:lnTo>
                    <a:pt x="1983" y="4696"/>
                  </a:lnTo>
                  <a:lnTo>
                    <a:pt x="2126" y="4744"/>
                  </a:lnTo>
                  <a:lnTo>
                    <a:pt x="2268" y="4772"/>
                  </a:lnTo>
                  <a:lnTo>
                    <a:pt x="2410" y="4801"/>
                  </a:lnTo>
                  <a:lnTo>
                    <a:pt x="2562" y="4820"/>
                  </a:lnTo>
                  <a:lnTo>
                    <a:pt x="2714" y="4839"/>
                  </a:lnTo>
                  <a:lnTo>
                    <a:pt x="2866" y="4848"/>
                  </a:lnTo>
                  <a:lnTo>
                    <a:pt x="6385" y="4848"/>
                  </a:lnTo>
                  <a:lnTo>
                    <a:pt x="6537" y="4839"/>
                  </a:lnTo>
                  <a:lnTo>
                    <a:pt x="6689" y="4820"/>
                  </a:lnTo>
                  <a:lnTo>
                    <a:pt x="6841" y="4801"/>
                  </a:lnTo>
                  <a:lnTo>
                    <a:pt x="6983" y="4772"/>
                  </a:lnTo>
                  <a:lnTo>
                    <a:pt x="7125" y="4744"/>
                  </a:lnTo>
                  <a:lnTo>
                    <a:pt x="7268" y="4696"/>
                  </a:lnTo>
                  <a:lnTo>
                    <a:pt x="7400" y="4658"/>
                  </a:lnTo>
                  <a:lnTo>
                    <a:pt x="7533" y="4611"/>
                  </a:lnTo>
                  <a:lnTo>
                    <a:pt x="7666" y="4554"/>
                  </a:lnTo>
                  <a:lnTo>
                    <a:pt x="7799" y="4497"/>
                  </a:lnTo>
                  <a:lnTo>
                    <a:pt x="7913" y="4431"/>
                  </a:lnTo>
                  <a:lnTo>
                    <a:pt x="8036" y="4364"/>
                  </a:lnTo>
                  <a:lnTo>
                    <a:pt x="8150" y="4298"/>
                  </a:lnTo>
                  <a:lnTo>
                    <a:pt x="8264" y="4213"/>
                  </a:lnTo>
                  <a:lnTo>
                    <a:pt x="8368" y="4137"/>
                  </a:lnTo>
                  <a:lnTo>
                    <a:pt x="8463" y="4051"/>
                  </a:lnTo>
                  <a:lnTo>
                    <a:pt x="8558" y="3966"/>
                  </a:lnTo>
                  <a:lnTo>
                    <a:pt x="8653" y="3871"/>
                  </a:lnTo>
                  <a:lnTo>
                    <a:pt x="8738" y="3776"/>
                  </a:lnTo>
                  <a:lnTo>
                    <a:pt x="8814" y="3681"/>
                  </a:lnTo>
                  <a:lnTo>
                    <a:pt x="8890" y="3577"/>
                  </a:lnTo>
                  <a:lnTo>
                    <a:pt x="8956" y="3473"/>
                  </a:lnTo>
                  <a:lnTo>
                    <a:pt x="9013" y="3368"/>
                  </a:lnTo>
                  <a:lnTo>
                    <a:pt x="9070" y="3254"/>
                  </a:lnTo>
                  <a:lnTo>
                    <a:pt x="9117" y="3141"/>
                  </a:lnTo>
                  <a:lnTo>
                    <a:pt x="9155" y="3027"/>
                  </a:lnTo>
                  <a:lnTo>
                    <a:pt x="9193" y="2913"/>
                  </a:lnTo>
                  <a:lnTo>
                    <a:pt x="9222" y="2790"/>
                  </a:lnTo>
                  <a:lnTo>
                    <a:pt x="9241" y="2676"/>
                  </a:lnTo>
                  <a:lnTo>
                    <a:pt x="9250" y="2552"/>
                  </a:lnTo>
                  <a:lnTo>
                    <a:pt x="9250" y="2429"/>
                  </a:lnTo>
                  <a:lnTo>
                    <a:pt x="9250" y="2296"/>
                  </a:lnTo>
                  <a:lnTo>
                    <a:pt x="9241" y="2182"/>
                  </a:lnTo>
                  <a:lnTo>
                    <a:pt x="9222" y="2059"/>
                  </a:lnTo>
                  <a:lnTo>
                    <a:pt x="9193" y="1936"/>
                  </a:lnTo>
                  <a:lnTo>
                    <a:pt x="9155" y="1822"/>
                  </a:lnTo>
                  <a:lnTo>
                    <a:pt x="9117" y="1708"/>
                  </a:lnTo>
                  <a:lnTo>
                    <a:pt x="9070" y="1594"/>
                  </a:lnTo>
                  <a:lnTo>
                    <a:pt x="9013" y="1480"/>
                  </a:lnTo>
                  <a:lnTo>
                    <a:pt x="8956" y="1376"/>
                  </a:lnTo>
                  <a:lnTo>
                    <a:pt x="8890" y="1272"/>
                  </a:lnTo>
                  <a:lnTo>
                    <a:pt x="8814" y="1167"/>
                  </a:lnTo>
                  <a:lnTo>
                    <a:pt x="8738" y="1072"/>
                  </a:lnTo>
                  <a:lnTo>
                    <a:pt x="8653" y="978"/>
                  </a:lnTo>
                  <a:lnTo>
                    <a:pt x="8558" y="883"/>
                  </a:lnTo>
                  <a:lnTo>
                    <a:pt x="8463" y="797"/>
                  </a:lnTo>
                  <a:lnTo>
                    <a:pt x="8368" y="712"/>
                  </a:lnTo>
                  <a:lnTo>
                    <a:pt x="8264" y="636"/>
                  </a:lnTo>
                  <a:lnTo>
                    <a:pt x="8150" y="560"/>
                  </a:lnTo>
                  <a:lnTo>
                    <a:pt x="8036" y="484"/>
                  </a:lnTo>
                  <a:lnTo>
                    <a:pt x="7913" y="418"/>
                  </a:lnTo>
                  <a:lnTo>
                    <a:pt x="7799" y="351"/>
                  </a:lnTo>
                  <a:lnTo>
                    <a:pt x="7666" y="295"/>
                  </a:lnTo>
                  <a:lnTo>
                    <a:pt x="7533" y="238"/>
                  </a:lnTo>
                  <a:lnTo>
                    <a:pt x="7400" y="190"/>
                  </a:lnTo>
                  <a:lnTo>
                    <a:pt x="7268" y="152"/>
                  </a:lnTo>
                  <a:lnTo>
                    <a:pt x="7125" y="114"/>
                  </a:lnTo>
                  <a:lnTo>
                    <a:pt x="6983" y="76"/>
                  </a:lnTo>
                  <a:lnTo>
                    <a:pt x="6841" y="48"/>
                  </a:lnTo>
                  <a:lnTo>
                    <a:pt x="6689" y="29"/>
                  </a:lnTo>
                  <a:lnTo>
                    <a:pt x="6537" y="10"/>
                  </a:lnTo>
                  <a:lnTo>
                    <a:pt x="63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0">
              <a:extLst>
                <a:ext uri="{FF2B5EF4-FFF2-40B4-BE49-F238E27FC236}">
                  <a16:creationId xmlns:a16="http://schemas.microsoft.com/office/drawing/2014/main" id="{CC407C06-2E60-1956-8104-713D07289717}"/>
                </a:ext>
              </a:extLst>
            </p:cNvPr>
            <p:cNvSpPr/>
            <p:nvPr/>
          </p:nvSpPr>
          <p:spPr>
            <a:xfrm>
              <a:off x="5618100" y="3691697"/>
              <a:ext cx="127061" cy="151283"/>
            </a:xfrm>
            <a:custGeom>
              <a:avLst/>
              <a:gdLst/>
              <a:ahLst/>
              <a:cxnLst/>
              <a:rect l="l" t="t" r="r" b="b"/>
              <a:pathLst>
                <a:path w="3331" h="3966" extrusionOk="0">
                  <a:moveTo>
                    <a:pt x="1670" y="0"/>
                  </a:moveTo>
                  <a:lnTo>
                    <a:pt x="1500" y="10"/>
                  </a:lnTo>
                  <a:lnTo>
                    <a:pt x="1329" y="38"/>
                  </a:lnTo>
                  <a:lnTo>
                    <a:pt x="1168" y="95"/>
                  </a:lnTo>
                  <a:lnTo>
                    <a:pt x="1016" y="161"/>
                  </a:lnTo>
                  <a:lnTo>
                    <a:pt x="874" y="237"/>
                  </a:lnTo>
                  <a:lnTo>
                    <a:pt x="731" y="342"/>
                  </a:lnTo>
                  <a:lnTo>
                    <a:pt x="608" y="455"/>
                  </a:lnTo>
                  <a:lnTo>
                    <a:pt x="485" y="579"/>
                  </a:lnTo>
                  <a:lnTo>
                    <a:pt x="380" y="721"/>
                  </a:lnTo>
                  <a:lnTo>
                    <a:pt x="285" y="873"/>
                  </a:lnTo>
                  <a:lnTo>
                    <a:pt x="200" y="1044"/>
                  </a:lnTo>
                  <a:lnTo>
                    <a:pt x="124" y="1214"/>
                  </a:lnTo>
                  <a:lnTo>
                    <a:pt x="77" y="1395"/>
                  </a:lnTo>
                  <a:lnTo>
                    <a:pt x="29" y="1584"/>
                  </a:lnTo>
                  <a:lnTo>
                    <a:pt x="10" y="1784"/>
                  </a:lnTo>
                  <a:lnTo>
                    <a:pt x="1" y="1983"/>
                  </a:lnTo>
                  <a:lnTo>
                    <a:pt x="10" y="2192"/>
                  </a:lnTo>
                  <a:lnTo>
                    <a:pt x="29" y="2381"/>
                  </a:lnTo>
                  <a:lnTo>
                    <a:pt x="77" y="2571"/>
                  </a:lnTo>
                  <a:lnTo>
                    <a:pt x="124" y="2761"/>
                  </a:lnTo>
                  <a:lnTo>
                    <a:pt x="200" y="2931"/>
                  </a:lnTo>
                  <a:lnTo>
                    <a:pt x="285" y="3093"/>
                  </a:lnTo>
                  <a:lnTo>
                    <a:pt x="380" y="3245"/>
                  </a:lnTo>
                  <a:lnTo>
                    <a:pt x="485" y="3387"/>
                  </a:lnTo>
                  <a:lnTo>
                    <a:pt x="608" y="3510"/>
                  </a:lnTo>
                  <a:lnTo>
                    <a:pt x="731" y="3633"/>
                  </a:lnTo>
                  <a:lnTo>
                    <a:pt x="874" y="3728"/>
                  </a:lnTo>
                  <a:lnTo>
                    <a:pt x="1016" y="3814"/>
                  </a:lnTo>
                  <a:lnTo>
                    <a:pt x="1168" y="3880"/>
                  </a:lnTo>
                  <a:lnTo>
                    <a:pt x="1329" y="3928"/>
                  </a:lnTo>
                  <a:lnTo>
                    <a:pt x="1500" y="3956"/>
                  </a:lnTo>
                  <a:lnTo>
                    <a:pt x="1670" y="3966"/>
                  </a:lnTo>
                  <a:lnTo>
                    <a:pt x="1832" y="3956"/>
                  </a:lnTo>
                  <a:lnTo>
                    <a:pt x="2002" y="3928"/>
                  </a:lnTo>
                  <a:lnTo>
                    <a:pt x="2164" y="3880"/>
                  </a:lnTo>
                  <a:lnTo>
                    <a:pt x="2316" y="3814"/>
                  </a:lnTo>
                  <a:lnTo>
                    <a:pt x="2458" y="3728"/>
                  </a:lnTo>
                  <a:lnTo>
                    <a:pt x="2600" y="3633"/>
                  </a:lnTo>
                  <a:lnTo>
                    <a:pt x="2723" y="3510"/>
                  </a:lnTo>
                  <a:lnTo>
                    <a:pt x="2847" y="3387"/>
                  </a:lnTo>
                  <a:lnTo>
                    <a:pt x="2951" y="3245"/>
                  </a:lnTo>
                  <a:lnTo>
                    <a:pt x="3046" y="3093"/>
                  </a:lnTo>
                  <a:lnTo>
                    <a:pt x="3131" y="2931"/>
                  </a:lnTo>
                  <a:lnTo>
                    <a:pt x="3207" y="2761"/>
                  </a:lnTo>
                  <a:lnTo>
                    <a:pt x="3255" y="2571"/>
                  </a:lnTo>
                  <a:lnTo>
                    <a:pt x="3302" y="2381"/>
                  </a:lnTo>
                  <a:lnTo>
                    <a:pt x="3321" y="2192"/>
                  </a:lnTo>
                  <a:lnTo>
                    <a:pt x="3331" y="1983"/>
                  </a:lnTo>
                  <a:lnTo>
                    <a:pt x="3321" y="1784"/>
                  </a:lnTo>
                  <a:lnTo>
                    <a:pt x="3302" y="1584"/>
                  </a:lnTo>
                  <a:lnTo>
                    <a:pt x="3255" y="1395"/>
                  </a:lnTo>
                  <a:lnTo>
                    <a:pt x="3207" y="1214"/>
                  </a:lnTo>
                  <a:lnTo>
                    <a:pt x="3131" y="1044"/>
                  </a:lnTo>
                  <a:lnTo>
                    <a:pt x="3046" y="873"/>
                  </a:lnTo>
                  <a:lnTo>
                    <a:pt x="2951" y="721"/>
                  </a:lnTo>
                  <a:lnTo>
                    <a:pt x="2847" y="579"/>
                  </a:lnTo>
                  <a:lnTo>
                    <a:pt x="2723" y="455"/>
                  </a:lnTo>
                  <a:lnTo>
                    <a:pt x="2600" y="342"/>
                  </a:lnTo>
                  <a:lnTo>
                    <a:pt x="2458" y="237"/>
                  </a:lnTo>
                  <a:lnTo>
                    <a:pt x="2316" y="161"/>
                  </a:lnTo>
                  <a:lnTo>
                    <a:pt x="2164" y="95"/>
                  </a:lnTo>
                  <a:lnTo>
                    <a:pt x="2002" y="38"/>
                  </a:lnTo>
                  <a:lnTo>
                    <a:pt x="1832" y="10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0">
              <a:extLst>
                <a:ext uri="{FF2B5EF4-FFF2-40B4-BE49-F238E27FC236}">
                  <a16:creationId xmlns:a16="http://schemas.microsoft.com/office/drawing/2014/main" id="{71B6E814-522B-C1B0-B8A8-D1B29D00544D}"/>
                </a:ext>
              </a:extLst>
            </p:cNvPr>
            <p:cNvSpPr/>
            <p:nvPr/>
          </p:nvSpPr>
          <p:spPr>
            <a:xfrm>
              <a:off x="5507368" y="3779962"/>
              <a:ext cx="106425" cy="126336"/>
            </a:xfrm>
            <a:custGeom>
              <a:avLst/>
              <a:gdLst/>
              <a:ahLst/>
              <a:cxnLst/>
              <a:rect l="l" t="t" r="r" b="b"/>
              <a:pathLst>
                <a:path w="2790" h="3312" extrusionOk="0">
                  <a:moveTo>
                    <a:pt x="1395" y="1"/>
                  </a:moveTo>
                  <a:lnTo>
                    <a:pt x="1253" y="10"/>
                  </a:lnTo>
                  <a:lnTo>
                    <a:pt x="1120" y="29"/>
                  </a:lnTo>
                  <a:lnTo>
                    <a:pt x="987" y="77"/>
                  </a:lnTo>
                  <a:lnTo>
                    <a:pt x="855" y="124"/>
                  </a:lnTo>
                  <a:lnTo>
                    <a:pt x="731" y="200"/>
                  </a:lnTo>
                  <a:lnTo>
                    <a:pt x="618" y="285"/>
                  </a:lnTo>
                  <a:lnTo>
                    <a:pt x="513" y="380"/>
                  </a:lnTo>
                  <a:lnTo>
                    <a:pt x="409" y="485"/>
                  </a:lnTo>
                  <a:lnTo>
                    <a:pt x="323" y="598"/>
                  </a:lnTo>
                  <a:lnTo>
                    <a:pt x="238" y="731"/>
                  </a:lnTo>
                  <a:lnTo>
                    <a:pt x="172" y="864"/>
                  </a:lnTo>
                  <a:lnTo>
                    <a:pt x="115" y="1006"/>
                  </a:lnTo>
                  <a:lnTo>
                    <a:pt x="67" y="1158"/>
                  </a:lnTo>
                  <a:lnTo>
                    <a:pt x="29" y="1319"/>
                  </a:lnTo>
                  <a:lnTo>
                    <a:pt x="10" y="1481"/>
                  </a:lnTo>
                  <a:lnTo>
                    <a:pt x="1" y="1652"/>
                  </a:lnTo>
                  <a:lnTo>
                    <a:pt x="10" y="1822"/>
                  </a:lnTo>
                  <a:lnTo>
                    <a:pt x="29" y="1984"/>
                  </a:lnTo>
                  <a:lnTo>
                    <a:pt x="67" y="2145"/>
                  </a:lnTo>
                  <a:lnTo>
                    <a:pt x="115" y="2297"/>
                  </a:lnTo>
                  <a:lnTo>
                    <a:pt x="172" y="2439"/>
                  </a:lnTo>
                  <a:lnTo>
                    <a:pt x="238" y="2581"/>
                  </a:lnTo>
                  <a:lnTo>
                    <a:pt x="323" y="2705"/>
                  </a:lnTo>
                  <a:lnTo>
                    <a:pt x="409" y="2828"/>
                  </a:lnTo>
                  <a:lnTo>
                    <a:pt x="513" y="2932"/>
                  </a:lnTo>
                  <a:lnTo>
                    <a:pt x="618" y="3027"/>
                  </a:lnTo>
                  <a:lnTo>
                    <a:pt x="731" y="3112"/>
                  </a:lnTo>
                  <a:lnTo>
                    <a:pt x="855" y="3179"/>
                  </a:lnTo>
                  <a:lnTo>
                    <a:pt x="987" y="3236"/>
                  </a:lnTo>
                  <a:lnTo>
                    <a:pt x="1120" y="3274"/>
                  </a:lnTo>
                  <a:lnTo>
                    <a:pt x="1253" y="3302"/>
                  </a:lnTo>
                  <a:lnTo>
                    <a:pt x="1395" y="3312"/>
                  </a:lnTo>
                  <a:lnTo>
                    <a:pt x="1538" y="3302"/>
                  </a:lnTo>
                  <a:lnTo>
                    <a:pt x="1680" y="3274"/>
                  </a:lnTo>
                  <a:lnTo>
                    <a:pt x="1813" y="3236"/>
                  </a:lnTo>
                  <a:lnTo>
                    <a:pt x="1936" y="3179"/>
                  </a:lnTo>
                  <a:lnTo>
                    <a:pt x="2059" y="3112"/>
                  </a:lnTo>
                  <a:lnTo>
                    <a:pt x="2173" y="3027"/>
                  </a:lnTo>
                  <a:lnTo>
                    <a:pt x="2287" y="2932"/>
                  </a:lnTo>
                  <a:lnTo>
                    <a:pt x="2382" y="2828"/>
                  </a:lnTo>
                  <a:lnTo>
                    <a:pt x="2467" y="2705"/>
                  </a:lnTo>
                  <a:lnTo>
                    <a:pt x="2553" y="2581"/>
                  </a:lnTo>
                  <a:lnTo>
                    <a:pt x="2619" y="2439"/>
                  </a:lnTo>
                  <a:lnTo>
                    <a:pt x="2676" y="2297"/>
                  </a:lnTo>
                  <a:lnTo>
                    <a:pt x="2724" y="2145"/>
                  </a:lnTo>
                  <a:lnTo>
                    <a:pt x="2761" y="1984"/>
                  </a:lnTo>
                  <a:lnTo>
                    <a:pt x="2780" y="1822"/>
                  </a:lnTo>
                  <a:lnTo>
                    <a:pt x="2790" y="1652"/>
                  </a:lnTo>
                  <a:lnTo>
                    <a:pt x="2780" y="1481"/>
                  </a:lnTo>
                  <a:lnTo>
                    <a:pt x="2761" y="1319"/>
                  </a:lnTo>
                  <a:lnTo>
                    <a:pt x="2724" y="1158"/>
                  </a:lnTo>
                  <a:lnTo>
                    <a:pt x="2676" y="1006"/>
                  </a:lnTo>
                  <a:lnTo>
                    <a:pt x="2619" y="864"/>
                  </a:lnTo>
                  <a:lnTo>
                    <a:pt x="2553" y="731"/>
                  </a:lnTo>
                  <a:lnTo>
                    <a:pt x="2467" y="598"/>
                  </a:lnTo>
                  <a:lnTo>
                    <a:pt x="2382" y="485"/>
                  </a:lnTo>
                  <a:lnTo>
                    <a:pt x="2287" y="380"/>
                  </a:lnTo>
                  <a:lnTo>
                    <a:pt x="2173" y="285"/>
                  </a:lnTo>
                  <a:lnTo>
                    <a:pt x="2059" y="200"/>
                  </a:lnTo>
                  <a:lnTo>
                    <a:pt x="1936" y="124"/>
                  </a:lnTo>
                  <a:lnTo>
                    <a:pt x="1813" y="77"/>
                  </a:lnTo>
                  <a:lnTo>
                    <a:pt x="1680" y="29"/>
                  </a:lnTo>
                  <a:lnTo>
                    <a:pt x="1538" y="10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0">
              <a:extLst>
                <a:ext uri="{FF2B5EF4-FFF2-40B4-BE49-F238E27FC236}">
                  <a16:creationId xmlns:a16="http://schemas.microsoft.com/office/drawing/2014/main" id="{8A6283F5-6D1A-74D3-B21A-CDA596E9BEED}"/>
                </a:ext>
              </a:extLst>
            </p:cNvPr>
            <p:cNvSpPr/>
            <p:nvPr/>
          </p:nvSpPr>
          <p:spPr>
            <a:xfrm>
              <a:off x="5763581" y="3691697"/>
              <a:ext cx="127061" cy="151283"/>
            </a:xfrm>
            <a:custGeom>
              <a:avLst/>
              <a:gdLst/>
              <a:ahLst/>
              <a:cxnLst/>
              <a:rect l="l" t="t" r="r" b="b"/>
              <a:pathLst>
                <a:path w="3331" h="3966" extrusionOk="0">
                  <a:moveTo>
                    <a:pt x="1661" y="0"/>
                  </a:moveTo>
                  <a:lnTo>
                    <a:pt x="1490" y="10"/>
                  </a:lnTo>
                  <a:lnTo>
                    <a:pt x="1329" y="38"/>
                  </a:lnTo>
                  <a:lnTo>
                    <a:pt x="1167" y="95"/>
                  </a:lnTo>
                  <a:lnTo>
                    <a:pt x="1015" y="161"/>
                  </a:lnTo>
                  <a:lnTo>
                    <a:pt x="873" y="237"/>
                  </a:lnTo>
                  <a:lnTo>
                    <a:pt x="731" y="342"/>
                  </a:lnTo>
                  <a:lnTo>
                    <a:pt x="608" y="455"/>
                  </a:lnTo>
                  <a:lnTo>
                    <a:pt x="484" y="579"/>
                  </a:lnTo>
                  <a:lnTo>
                    <a:pt x="380" y="721"/>
                  </a:lnTo>
                  <a:lnTo>
                    <a:pt x="285" y="873"/>
                  </a:lnTo>
                  <a:lnTo>
                    <a:pt x="200" y="1044"/>
                  </a:lnTo>
                  <a:lnTo>
                    <a:pt x="124" y="1214"/>
                  </a:lnTo>
                  <a:lnTo>
                    <a:pt x="67" y="1395"/>
                  </a:lnTo>
                  <a:lnTo>
                    <a:pt x="29" y="1584"/>
                  </a:lnTo>
                  <a:lnTo>
                    <a:pt x="0" y="1784"/>
                  </a:lnTo>
                  <a:lnTo>
                    <a:pt x="0" y="1983"/>
                  </a:lnTo>
                  <a:lnTo>
                    <a:pt x="0" y="2192"/>
                  </a:lnTo>
                  <a:lnTo>
                    <a:pt x="29" y="2381"/>
                  </a:lnTo>
                  <a:lnTo>
                    <a:pt x="67" y="2571"/>
                  </a:lnTo>
                  <a:lnTo>
                    <a:pt x="124" y="2761"/>
                  </a:lnTo>
                  <a:lnTo>
                    <a:pt x="200" y="2931"/>
                  </a:lnTo>
                  <a:lnTo>
                    <a:pt x="285" y="3093"/>
                  </a:lnTo>
                  <a:lnTo>
                    <a:pt x="380" y="3245"/>
                  </a:lnTo>
                  <a:lnTo>
                    <a:pt x="484" y="3387"/>
                  </a:lnTo>
                  <a:lnTo>
                    <a:pt x="608" y="3510"/>
                  </a:lnTo>
                  <a:lnTo>
                    <a:pt x="731" y="3633"/>
                  </a:lnTo>
                  <a:lnTo>
                    <a:pt x="873" y="3728"/>
                  </a:lnTo>
                  <a:lnTo>
                    <a:pt x="1015" y="3814"/>
                  </a:lnTo>
                  <a:lnTo>
                    <a:pt x="1167" y="3880"/>
                  </a:lnTo>
                  <a:lnTo>
                    <a:pt x="1329" y="3928"/>
                  </a:lnTo>
                  <a:lnTo>
                    <a:pt x="1490" y="3956"/>
                  </a:lnTo>
                  <a:lnTo>
                    <a:pt x="1661" y="3966"/>
                  </a:lnTo>
                  <a:lnTo>
                    <a:pt x="1831" y="3956"/>
                  </a:lnTo>
                  <a:lnTo>
                    <a:pt x="2002" y="3928"/>
                  </a:lnTo>
                  <a:lnTo>
                    <a:pt x="2163" y="3880"/>
                  </a:lnTo>
                  <a:lnTo>
                    <a:pt x="2315" y="3814"/>
                  </a:lnTo>
                  <a:lnTo>
                    <a:pt x="2457" y="3728"/>
                  </a:lnTo>
                  <a:lnTo>
                    <a:pt x="2600" y="3633"/>
                  </a:lnTo>
                  <a:lnTo>
                    <a:pt x="2723" y="3510"/>
                  </a:lnTo>
                  <a:lnTo>
                    <a:pt x="2846" y="3387"/>
                  </a:lnTo>
                  <a:lnTo>
                    <a:pt x="2951" y="3245"/>
                  </a:lnTo>
                  <a:lnTo>
                    <a:pt x="3046" y="3093"/>
                  </a:lnTo>
                  <a:lnTo>
                    <a:pt x="3131" y="2931"/>
                  </a:lnTo>
                  <a:lnTo>
                    <a:pt x="3197" y="2761"/>
                  </a:lnTo>
                  <a:lnTo>
                    <a:pt x="3254" y="2571"/>
                  </a:lnTo>
                  <a:lnTo>
                    <a:pt x="3302" y="2381"/>
                  </a:lnTo>
                  <a:lnTo>
                    <a:pt x="3321" y="2192"/>
                  </a:lnTo>
                  <a:lnTo>
                    <a:pt x="3330" y="1983"/>
                  </a:lnTo>
                  <a:lnTo>
                    <a:pt x="3321" y="1784"/>
                  </a:lnTo>
                  <a:lnTo>
                    <a:pt x="3302" y="1584"/>
                  </a:lnTo>
                  <a:lnTo>
                    <a:pt x="3254" y="1395"/>
                  </a:lnTo>
                  <a:lnTo>
                    <a:pt x="3197" y="1214"/>
                  </a:lnTo>
                  <a:lnTo>
                    <a:pt x="3131" y="1044"/>
                  </a:lnTo>
                  <a:lnTo>
                    <a:pt x="3046" y="873"/>
                  </a:lnTo>
                  <a:lnTo>
                    <a:pt x="2951" y="721"/>
                  </a:lnTo>
                  <a:lnTo>
                    <a:pt x="2846" y="579"/>
                  </a:lnTo>
                  <a:lnTo>
                    <a:pt x="2723" y="455"/>
                  </a:lnTo>
                  <a:lnTo>
                    <a:pt x="2600" y="342"/>
                  </a:lnTo>
                  <a:lnTo>
                    <a:pt x="2457" y="237"/>
                  </a:lnTo>
                  <a:lnTo>
                    <a:pt x="2315" y="161"/>
                  </a:lnTo>
                  <a:lnTo>
                    <a:pt x="2163" y="95"/>
                  </a:lnTo>
                  <a:lnTo>
                    <a:pt x="2002" y="38"/>
                  </a:lnTo>
                  <a:lnTo>
                    <a:pt x="1831" y="10"/>
                  </a:lnTo>
                  <a:lnTo>
                    <a:pt x="16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0">
              <a:extLst>
                <a:ext uri="{FF2B5EF4-FFF2-40B4-BE49-F238E27FC236}">
                  <a16:creationId xmlns:a16="http://schemas.microsoft.com/office/drawing/2014/main" id="{B73C6A03-2188-519E-1A42-89CFFBB1BC78}"/>
                </a:ext>
              </a:extLst>
            </p:cNvPr>
            <p:cNvSpPr/>
            <p:nvPr/>
          </p:nvSpPr>
          <p:spPr>
            <a:xfrm>
              <a:off x="5894949" y="3779962"/>
              <a:ext cx="106425" cy="126336"/>
            </a:xfrm>
            <a:custGeom>
              <a:avLst/>
              <a:gdLst/>
              <a:ahLst/>
              <a:cxnLst/>
              <a:rect l="l" t="t" r="r" b="b"/>
              <a:pathLst>
                <a:path w="2790" h="3312" extrusionOk="0">
                  <a:moveTo>
                    <a:pt x="1395" y="1"/>
                  </a:moveTo>
                  <a:lnTo>
                    <a:pt x="1252" y="10"/>
                  </a:lnTo>
                  <a:lnTo>
                    <a:pt x="1110" y="29"/>
                  </a:lnTo>
                  <a:lnTo>
                    <a:pt x="977" y="77"/>
                  </a:lnTo>
                  <a:lnTo>
                    <a:pt x="854" y="124"/>
                  </a:lnTo>
                  <a:lnTo>
                    <a:pt x="731" y="200"/>
                  </a:lnTo>
                  <a:lnTo>
                    <a:pt x="617" y="285"/>
                  </a:lnTo>
                  <a:lnTo>
                    <a:pt x="503" y="380"/>
                  </a:lnTo>
                  <a:lnTo>
                    <a:pt x="408" y="485"/>
                  </a:lnTo>
                  <a:lnTo>
                    <a:pt x="313" y="598"/>
                  </a:lnTo>
                  <a:lnTo>
                    <a:pt x="237" y="731"/>
                  </a:lnTo>
                  <a:lnTo>
                    <a:pt x="171" y="864"/>
                  </a:lnTo>
                  <a:lnTo>
                    <a:pt x="104" y="1006"/>
                  </a:lnTo>
                  <a:lnTo>
                    <a:pt x="66" y="1158"/>
                  </a:lnTo>
                  <a:lnTo>
                    <a:pt x="29" y="1319"/>
                  </a:lnTo>
                  <a:lnTo>
                    <a:pt x="10" y="1481"/>
                  </a:lnTo>
                  <a:lnTo>
                    <a:pt x="0" y="1652"/>
                  </a:lnTo>
                  <a:lnTo>
                    <a:pt x="10" y="1822"/>
                  </a:lnTo>
                  <a:lnTo>
                    <a:pt x="29" y="1984"/>
                  </a:lnTo>
                  <a:lnTo>
                    <a:pt x="66" y="2145"/>
                  </a:lnTo>
                  <a:lnTo>
                    <a:pt x="104" y="2297"/>
                  </a:lnTo>
                  <a:lnTo>
                    <a:pt x="171" y="2439"/>
                  </a:lnTo>
                  <a:lnTo>
                    <a:pt x="237" y="2581"/>
                  </a:lnTo>
                  <a:lnTo>
                    <a:pt x="313" y="2705"/>
                  </a:lnTo>
                  <a:lnTo>
                    <a:pt x="408" y="2828"/>
                  </a:lnTo>
                  <a:lnTo>
                    <a:pt x="503" y="2932"/>
                  </a:lnTo>
                  <a:lnTo>
                    <a:pt x="617" y="3027"/>
                  </a:lnTo>
                  <a:lnTo>
                    <a:pt x="731" y="3112"/>
                  </a:lnTo>
                  <a:lnTo>
                    <a:pt x="854" y="3179"/>
                  </a:lnTo>
                  <a:lnTo>
                    <a:pt x="977" y="3236"/>
                  </a:lnTo>
                  <a:lnTo>
                    <a:pt x="1110" y="3274"/>
                  </a:lnTo>
                  <a:lnTo>
                    <a:pt x="1252" y="3302"/>
                  </a:lnTo>
                  <a:lnTo>
                    <a:pt x="1395" y="3312"/>
                  </a:lnTo>
                  <a:lnTo>
                    <a:pt x="1537" y="3302"/>
                  </a:lnTo>
                  <a:lnTo>
                    <a:pt x="1670" y="3274"/>
                  </a:lnTo>
                  <a:lnTo>
                    <a:pt x="1802" y="3236"/>
                  </a:lnTo>
                  <a:lnTo>
                    <a:pt x="1935" y="3179"/>
                  </a:lnTo>
                  <a:lnTo>
                    <a:pt x="2059" y="3112"/>
                  </a:lnTo>
                  <a:lnTo>
                    <a:pt x="2172" y="3027"/>
                  </a:lnTo>
                  <a:lnTo>
                    <a:pt x="2277" y="2932"/>
                  </a:lnTo>
                  <a:lnTo>
                    <a:pt x="2381" y="2828"/>
                  </a:lnTo>
                  <a:lnTo>
                    <a:pt x="2467" y="2705"/>
                  </a:lnTo>
                  <a:lnTo>
                    <a:pt x="2542" y="2581"/>
                  </a:lnTo>
                  <a:lnTo>
                    <a:pt x="2618" y="2439"/>
                  </a:lnTo>
                  <a:lnTo>
                    <a:pt x="2675" y="2297"/>
                  </a:lnTo>
                  <a:lnTo>
                    <a:pt x="2723" y="2145"/>
                  </a:lnTo>
                  <a:lnTo>
                    <a:pt x="2761" y="1984"/>
                  </a:lnTo>
                  <a:lnTo>
                    <a:pt x="2780" y="1822"/>
                  </a:lnTo>
                  <a:lnTo>
                    <a:pt x="2789" y="1652"/>
                  </a:lnTo>
                  <a:lnTo>
                    <a:pt x="2780" y="1481"/>
                  </a:lnTo>
                  <a:lnTo>
                    <a:pt x="2761" y="1319"/>
                  </a:lnTo>
                  <a:lnTo>
                    <a:pt x="2723" y="1158"/>
                  </a:lnTo>
                  <a:lnTo>
                    <a:pt x="2675" y="1006"/>
                  </a:lnTo>
                  <a:lnTo>
                    <a:pt x="2618" y="864"/>
                  </a:lnTo>
                  <a:lnTo>
                    <a:pt x="2542" y="731"/>
                  </a:lnTo>
                  <a:lnTo>
                    <a:pt x="2467" y="598"/>
                  </a:lnTo>
                  <a:lnTo>
                    <a:pt x="2381" y="485"/>
                  </a:lnTo>
                  <a:lnTo>
                    <a:pt x="2277" y="380"/>
                  </a:lnTo>
                  <a:lnTo>
                    <a:pt x="2172" y="285"/>
                  </a:lnTo>
                  <a:lnTo>
                    <a:pt x="2059" y="200"/>
                  </a:lnTo>
                  <a:lnTo>
                    <a:pt x="1935" y="124"/>
                  </a:lnTo>
                  <a:lnTo>
                    <a:pt x="1802" y="77"/>
                  </a:lnTo>
                  <a:lnTo>
                    <a:pt x="1670" y="29"/>
                  </a:lnTo>
                  <a:lnTo>
                    <a:pt x="1537" y="10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0" name="Google Shape;440;p20">
            <a:extLst>
              <a:ext uri="{FF2B5EF4-FFF2-40B4-BE49-F238E27FC236}">
                <a16:creationId xmlns:a16="http://schemas.microsoft.com/office/drawing/2014/main" id="{C6526029-AA2F-11E1-D046-65D6C9C4C209}"/>
              </a:ext>
            </a:extLst>
          </p:cNvPr>
          <p:cNvSpPr txBox="1"/>
          <p:nvPr/>
        </p:nvSpPr>
        <p:spPr>
          <a:xfrm>
            <a:off x="457275" y="443902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 Based on the limited sample data provided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0">
            <a:extLst>
              <a:ext uri="{FF2B5EF4-FFF2-40B4-BE49-F238E27FC236}">
                <a16:creationId xmlns:a16="http://schemas.microsoft.com/office/drawing/2014/main" id="{DBE8647A-D419-F714-7B45-81F143E74EB5}"/>
              </a:ext>
            </a:extLst>
          </p:cNvPr>
          <p:cNvSpPr txBox="1"/>
          <p:nvPr/>
        </p:nvSpPr>
        <p:spPr>
          <a:xfrm>
            <a:off x="7000215" y="2876716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does payment method reveal?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19FA8-5A5D-5E7A-59BB-4F0E934DFBD4}"/>
              </a:ext>
            </a:extLst>
          </p:cNvPr>
          <p:cNvSpPr txBox="1"/>
          <p:nvPr/>
        </p:nvSpPr>
        <p:spPr>
          <a:xfrm>
            <a:off x="-2601566" y="197358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Woking</a:t>
            </a:r>
          </a:p>
        </p:txBody>
      </p:sp>
      <p:sp>
        <p:nvSpPr>
          <p:cNvPr id="4" name="Google Shape;444;p20">
            <a:extLst>
              <a:ext uri="{FF2B5EF4-FFF2-40B4-BE49-F238E27FC236}">
                <a16:creationId xmlns:a16="http://schemas.microsoft.com/office/drawing/2014/main" id="{E91AEBE6-6DB4-6A85-8F0C-934BD90BFD2F}"/>
              </a:ext>
            </a:extLst>
          </p:cNvPr>
          <p:cNvSpPr txBox="1"/>
          <p:nvPr/>
        </p:nvSpPr>
        <p:spPr>
          <a:xfrm>
            <a:off x="607492" y="2940097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This Month’s Profits?</a:t>
            </a:r>
            <a:endParaRPr sz="1800" b="1" dirty="0">
              <a:solidFill>
                <a:schemeClr val="tx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C1612-A242-FD3F-165A-81E66C8CF4AE}"/>
              </a:ext>
            </a:extLst>
          </p:cNvPr>
          <p:cNvSpPr txBox="1"/>
          <p:nvPr/>
        </p:nvSpPr>
        <p:spPr>
          <a:xfrm>
            <a:off x="-2309639" y="33977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30% above Avg</a:t>
            </a:r>
          </a:p>
        </p:txBody>
      </p:sp>
      <p:sp>
        <p:nvSpPr>
          <p:cNvPr id="7" name="Google Shape;444;p20">
            <a:extLst>
              <a:ext uri="{FF2B5EF4-FFF2-40B4-BE49-F238E27FC236}">
                <a16:creationId xmlns:a16="http://schemas.microsoft.com/office/drawing/2014/main" id="{BE6F6FF3-FA33-A698-2186-BAC1FB37E755}"/>
              </a:ext>
            </a:extLst>
          </p:cNvPr>
          <p:cNvSpPr txBox="1"/>
          <p:nvPr/>
        </p:nvSpPr>
        <p:spPr>
          <a:xfrm>
            <a:off x="609400" y="1413942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Most Popular Branch?</a:t>
            </a:r>
            <a:endParaRPr sz="1800" b="1" dirty="0">
              <a:solidFill>
                <a:schemeClr val="tx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C9B75-F632-6AA2-5B0C-383A69364B0D}"/>
              </a:ext>
            </a:extLst>
          </p:cNvPr>
          <p:cNvSpPr txBox="1"/>
          <p:nvPr/>
        </p:nvSpPr>
        <p:spPr>
          <a:xfrm>
            <a:off x="3964507" y="18099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 in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2872E-284A-AE8B-AE59-13F2AA93B7EF}"/>
              </a:ext>
            </a:extLst>
          </p:cNvPr>
          <p:cNvSpPr txBox="1"/>
          <p:nvPr/>
        </p:nvSpPr>
        <p:spPr>
          <a:xfrm>
            <a:off x="3949694" y="361127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Potential for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Subscription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Services</a:t>
            </a:r>
          </a:p>
        </p:txBody>
      </p:sp>
      <p:sp>
        <p:nvSpPr>
          <p:cNvPr id="13" name="Google Shape;444;p20">
            <a:extLst>
              <a:ext uri="{FF2B5EF4-FFF2-40B4-BE49-F238E27FC236}">
                <a16:creationId xmlns:a16="http://schemas.microsoft.com/office/drawing/2014/main" id="{ECC22868-D321-ADD6-6D21-0055F3B5D918}"/>
              </a:ext>
            </a:extLst>
          </p:cNvPr>
          <p:cNvSpPr txBox="1"/>
          <p:nvPr/>
        </p:nvSpPr>
        <p:spPr>
          <a:xfrm>
            <a:off x="7000215" y="1308085"/>
            <a:ext cx="14859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1800" b="1" dirty="0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How many customers return?</a:t>
            </a:r>
          </a:p>
        </p:txBody>
      </p:sp>
    </p:spTree>
    <p:extLst>
      <p:ext uri="{BB962C8B-B14F-4D97-AF65-F5344CB8AC3E}">
        <p14:creationId xmlns:p14="http://schemas.microsoft.com/office/powerpoint/2010/main" val="3545046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Sample Visualisations </a:t>
            </a:r>
            <a:r>
              <a:rPr lang="en" dirty="0">
                <a:solidFill>
                  <a:schemeClr val="tx1"/>
                </a:solidFill>
              </a:rPr>
              <a:t>– For Branch Dashboard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457200" y="1126609"/>
            <a:ext cx="1777442" cy="68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services were most popular?</a:t>
            </a:r>
            <a:endParaRPr sz="1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296;p17">
            <a:extLst>
              <a:ext uri="{FF2B5EF4-FFF2-40B4-BE49-F238E27FC236}">
                <a16:creationId xmlns:a16="http://schemas.microsoft.com/office/drawing/2014/main" id="{5C6ECBC4-A990-FEEE-056B-19885A118129}"/>
              </a:ext>
            </a:extLst>
          </p:cNvPr>
          <p:cNvSpPr txBox="1"/>
          <p:nvPr/>
        </p:nvSpPr>
        <p:spPr>
          <a:xfrm>
            <a:off x="457200" y="2839691"/>
            <a:ext cx="1777442" cy="68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is the trend in services?</a:t>
            </a:r>
            <a:endParaRPr sz="1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296;p17">
            <a:extLst>
              <a:ext uri="{FF2B5EF4-FFF2-40B4-BE49-F238E27FC236}">
                <a16:creationId xmlns:a16="http://schemas.microsoft.com/office/drawing/2014/main" id="{A92620D4-E607-9DCA-818F-44803E812BA1}"/>
              </a:ext>
            </a:extLst>
          </p:cNvPr>
          <p:cNvSpPr txBox="1"/>
          <p:nvPr/>
        </p:nvSpPr>
        <p:spPr>
          <a:xfrm>
            <a:off x="457200" y="1972120"/>
            <a:ext cx="1777442" cy="68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-&gt; Materials for restocking</a:t>
            </a:r>
            <a:endParaRPr sz="1800" b="1" dirty="0">
              <a:solidFill>
                <a:schemeClr val="accent1">
                  <a:lumMod val="75000"/>
                </a:schemeClr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" name="Google Shape;296;p17">
            <a:extLst>
              <a:ext uri="{FF2B5EF4-FFF2-40B4-BE49-F238E27FC236}">
                <a16:creationId xmlns:a16="http://schemas.microsoft.com/office/drawing/2014/main" id="{3CD2D352-4ED3-003C-7037-5FC42DCF666B}"/>
              </a:ext>
            </a:extLst>
          </p:cNvPr>
          <p:cNvSpPr txBox="1"/>
          <p:nvPr/>
        </p:nvSpPr>
        <p:spPr>
          <a:xfrm>
            <a:off x="457200" y="3448209"/>
            <a:ext cx="1777442" cy="68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BAE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-&gt; Staff rotations</a:t>
            </a:r>
            <a:endParaRPr sz="1800" b="1" dirty="0">
              <a:solidFill>
                <a:srgbClr val="1BAEC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E090B4-0B0F-5863-0512-F0B67B76D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288" y="1126609"/>
            <a:ext cx="2502042" cy="3426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D948AE15-9AA6-715F-6D92-299E23CA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>
            <a:extLst>
              <a:ext uri="{FF2B5EF4-FFF2-40B4-BE49-F238E27FC236}">
                <a16:creationId xmlns:a16="http://schemas.microsoft.com/office/drawing/2014/main" id="{CE9DB9F4-F6F0-F246-8559-A4A26E691F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Sample Visualisations </a:t>
            </a:r>
            <a:r>
              <a:rPr lang="en" dirty="0">
                <a:solidFill>
                  <a:schemeClr val="tx1"/>
                </a:solidFill>
              </a:rPr>
              <a:t>– Other Ideas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6" name="Google Shape;296;p17">
            <a:extLst>
              <a:ext uri="{FF2B5EF4-FFF2-40B4-BE49-F238E27FC236}">
                <a16:creationId xmlns:a16="http://schemas.microsoft.com/office/drawing/2014/main" id="{110A4E03-7BC1-A4C5-0139-F5140A0ADF08}"/>
              </a:ext>
            </a:extLst>
          </p:cNvPr>
          <p:cNvSpPr txBox="1"/>
          <p:nvPr/>
        </p:nvSpPr>
        <p:spPr>
          <a:xfrm>
            <a:off x="6567973" y="2722489"/>
            <a:ext cx="1777442" cy="68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LIVE interbranch activity sharing</a:t>
            </a:r>
            <a:endParaRPr sz="1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296;p17">
            <a:extLst>
              <a:ext uri="{FF2B5EF4-FFF2-40B4-BE49-F238E27FC236}">
                <a16:creationId xmlns:a16="http://schemas.microsoft.com/office/drawing/2014/main" id="{BD165D40-7C4A-84FE-A4CD-8B86D7C0A1A8}"/>
              </a:ext>
            </a:extLst>
          </p:cNvPr>
          <p:cNvSpPr txBox="1"/>
          <p:nvPr/>
        </p:nvSpPr>
        <p:spPr>
          <a:xfrm>
            <a:off x="5635187" y="3369944"/>
            <a:ext cx="2877358" cy="149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 rtl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(Services available, </a:t>
            </a:r>
          </a:p>
          <a:p>
            <a:pPr lvl="0" algn="r" rtl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customer traffic, </a:t>
            </a:r>
          </a:p>
          <a:p>
            <a:pPr lvl="0" algn="r" rtl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road traffic, </a:t>
            </a:r>
          </a:p>
          <a:p>
            <a:pPr lvl="0" algn="r" rtl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contact details)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endParaRPr sz="1800" b="1" dirty="0">
              <a:solidFill>
                <a:schemeClr val="accent1">
                  <a:lumMod val="75000"/>
                </a:schemeClr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37170E-F2FF-E33D-8064-AC329B342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229" y="1246887"/>
            <a:ext cx="4103757" cy="22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43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AC84EAE0-BCAA-DDED-F4B2-0A07D38E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>
            <a:extLst>
              <a:ext uri="{FF2B5EF4-FFF2-40B4-BE49-F238E27FC236}">
                <a16:creationId xmlns:a16="http://schemas.microsoft.com/office/drawing/2014/main" id="{20CDA6B6-C125-8684-CBD6-0922AE1622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Sample Visualisations </a:t>
            </a:r>
            <a:r>
              <a:rPr lang="en" dirty="0">
                <a:solidFill>
                  <a:schemeClr val="tx1"/>
                </a:solidFill>
              </a:rPr>
              <a:t>– With More Data…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237" name="Google Shape;237;p17">
            <a:extLst>
              <a:ext uri="{FF2B5EF4-FFF2-40B4-BE49-F238E27FC236}">
                <a16:creationId xmlns:a16="http://schemas.microsoft.com/office/drawing/2014/main" id="{FD5BAAC0-943E-76AD-5770-5A1D89FD074C}"/>
              </a:ext>
            </a:extLst>
          </p:cNvPr>
          <p:cNvGrpSpPr/>
          <p:nvPr/>
        </p:nvGrpSpPr>
        <p:grpSpPr>
          <a:xfrm>
            <a:off x="487225" y="1184674"/>
            <a:ext cx="2335198" cy="3364459"/>
            <a:chOff x="457200" y="1002500"/>
            <a:chExt cx="2588624" cy="3729585"/>
          </a:xfrm>
        </p:grpSpPr>
        <p:grpSp>
          <p:nvGrpSpPr>
            <p:cNvPr id="238" name="Google Shape;238;p17">
              <a:extLst>
                <a:ext uri="{FF2B5EF4-FFF2-40B4-BE49-F238E27FC236}">
                  <a16:creationId xmlns:a16="http://schemas.microsoft.com/office/drawing/2014/main" id="{C80230BA-1254-9C30-1236-48C4D34F6254}"/>
                </a:ext>
              </a:extLst>
            </p:cNvPr>
            <p:cNvGrpSpPr/>
            <p:nvPr/>
          </p:nvGrpSpPr>
          <p:grpSpPr>
            <a:xfrm>
              <a:off x="457200" y="1002500"/>
              <a:ext cx="2048925" cy="3729575"/>
              <a:chOff x="457200" y="1002500"/>
              <a:chExt cx="2048925" cy="3729575"/>
            </a:xfrm>
          </p:grpSpPr>
          <p:sp>
            <p:nvSpPr>
              <p:cNvPr id="239" name="Google Shape;239;p17">
                <a:extLst>
                  <a:ext uri="{FF2B5EF4-FFF2-40B4-BE49-F238E27FC236}">
                    <a16:creationId xmlns:a16="http://schemas.microsoft.com/office/drawing/2014/main" id="{30CD24CC-0C61-33D9-16AF-CA94A7F41276}"/>
                  </a:ext>
                </a:extLst>
              </p:cNvPr>
              <p:cNvSpPr/>
              <p:nvPr/>
            </p:nvSpPr>
            <p:spPr>
              <a:xfrm>
                <a:off x="1946700" y="1854100"/>
                <a:ext cx="515750" cy="646125"/>
              </a:xfrm>
              <a:custGeom>
                <a:avLst/>
                <a:gdLst/>
                <a:ahLst/>
                <a:cxnLst/>
                <a:rect l="l" t="t" r="r" b="b"/>
                <a:pathLst>
                  <a:path w="20630" h="25845" extrusionOk="0">
                    <a:moveTo>
                      <a:pt x="15537" y="0"/>
                    </a:moveTo>
                    <a:lnTo>
                      <a:pt x="15305" y="14"/>
                    </a:lnTo>
                    <a:lnTo>
                      <a:pt x="15073" y="41"/>
                    </a:lnTo>
                    <a:lnTo>
                      <a:pt x="14841" y="68"/>
                    </a:lnTo>
                    <a:lnTo>
                      <a:pt x="14609" y="109"/>
                    </a:lnTo>
                    <a:lnTo>
                      <a:pt x="14376" y="164"/>
                    </a:lnTo>
                    <a:lnTo>
                      <a:pt x="14144" y="232"/>
                    </a:lnTo>
                    <a:lnTo>
                      <a:pt x="13926" y="314"/>
                    </a:lnTo>
                    <a:lnTo>
                      <a:pt x="13707" y="396"/>
                    </a:lnTo>
                    <a:lnTo>
                      <a:pt x="13489" y="492"/>
                    </a:lnTo>
                    <a:lnTo>
                      <a:pt x="13271" y="601"/>
                    </a:lnTo>
                    <a:lnTo>
                      <a:pt x="13066" y="724"/>
                    </a:lnTo>
                    <a:lnTo>
                      <a:pt x="12861" y="860"/>
                    </a:lnTo>
                    <a:lnTo>
                      <a:pt x="12670" y="997"/>
                    </a:lnTo>
                    <a:lnTo>
                      <a:pt x="12479" y="1147"/>
                    </a:lnTo>
                    <a:lnTo>
                      <a:pt x="12288" y="1311"/>
                    </a:lnTo>
                    <a:lnTo>
                      <a:pt x="12110" y="1488"/>
                    </a:lnTo>
                    <a:lnTo>
                      <a:pt x="11946" y="1666"/>
                    </a:lnTo>
                    <a:lnTo>
                      <a:pt x="11782" y="1857"/>
                    </a:lnTo>
                    <a:lnTo>
                      <a:pt x="1079" y="17803"/>
                    </a:lnTo>
                    <a:lnTo>
                      <a:pt x="915" y="18008"/>
                    </a:lnTo>
                    <a:lnTo>
                      <a:pt x="778" y="18213"/>
                    </a:lnTo>
                    <a:lnTo>
                      <a:pt x="656" y="18431"/>
                    </a:lnTo>
                    <a:lnTo>
                      <a:pt x="533" y="18650"/>
                    </a:lnTo>
                    <a:lnTo>
                      <a:pt x="423" y="18868"/>
                    </a:lnTo>
                    <a:lnTo>
                      <a:pt x="341" y="19087"/>
                    </a:lnTo>
                    <a:lnTo>
                      <a:pt x="260" y="19319"/>
                    </a:lnTo>
                    <a:lnTo>
                      <a:pt x="191" y="19551"/>
                    </a:lnTo>
                    <a:lnTo>
                      <a:pt x="123" y="19783"/>
                    </a:lnTo>
                    <a:lnTo>
                      <a:pt x="82" y="20015"/>
                    </a:lnTo>
                    <a:lnTo>
                      <a:pt x="41" y="20247"/>
                    </a:lnTo>
                    <a:lnTo>
                      <a:pt x="14" y="20479"/>
                    </a:lnTo>
                    <a:lnTo>
                      <a:pt x="14" y="20725"/>
                    </a:lnTo>
                    <a:lnTo>
                      <a:pt x="0" y="20957"/>
                    </a:lnTo>
                    <a:lnTo>
                      <a:pt x="14" y="21189"/>
                    </a:lnTo>
                    <a:lnTo>
                      <a:pt x="41" y="21421"/>
                    </a:lnTo>
                    <a:lnTo>
                      <a:pt x="68" y="21653"/>
                    </a:lnTo>
                    <a:lnTo>
                      <a:pt x="109" y="21885"/>
                    </a:lnTo>
                    <a:lnTo>
                      <a:pt x="164" y="22117"/>
                    </a:lnTo>
                    <a:lnTo>
                      <a:pt x="232" y="22350"/>
                    </a:lnTo>
                    <a:lnTo>
                      <a:pt x="314" y="22568"/>
                    </a:lnTo>
                    <a:lnTo>
                      <a:pt x="396" y="22800"/>
                    </a:lnTo>
                    <a:lnTo>
                      <a:pt x="492" y="23005"/>
                    </a:lnTo>
                    <a:lnTo>
                      <a:pt x="601" y="23223"/>
                    </a:lnTo>
                    <a:lnTo>
                      <a:pt x="724" y="23428"/>
                    </a:lnTo>
                    <a:lnTo>
                      <a:pt x="860" y="23633"/>
                    </a:lnTo>
                    <a:lnTo>
                      <a:pt x="997" y="23824"/>
                    </a:lnTo>
                    <a:lnTo>
                      <a:pt x="1147" y="24015"/>
                    </a:lnTo>
                    <a:lnTo>
                      <a:pt x="1311" y="24206"/>
                    </a:lnTo>
                    <a:lnTo>
                      <a:pt x="1488" y="24384"/>
                    </a:lnTo>
                    <a:lnTo>
                      <a:pt x="1666" y="24548"/>
                    </a:lnTo>
                    <a:lnTo>
                      <a:pt x="1871" y="24711"/>
                    </a:lnTo>
                    <a:lnTo>
                      <a:pt x="1939" y="24780"/>
                    </a:lnTo>
                    <a:lnTo>
                      <a:pt x="2144" y="24930"/>
                    </a:lnTo>
                    <a:lnTo>
                      <a:pt x="2348" y="25066"/>
                    </a:lnTo>
                    <a:lnTo>
                      <a:pt x="2567" y="25203"/>
                    </a:lnTo>
                    <a:lnTo>
                      <a:pt x="2785" y="25312"/>
                    </a:lnTo>
                    <a:lnTo>
                      <a:pt x="3004" y="25421"/>
                    </a:lnTo>
                    <a:lnTo>
                      <a:pt x="3222" y="25517"/>
                    </a:lnTo>
                    <a:lnTo>
                      <a:pt x="3454" y="25599"/>
                    </a:lnTo>
                    <a:lnTo>
                      <a:pt x="3686" y="25667"/>
                    </a:lnTo>
                    <a:lnTo>
                      <a:pt x="3918" y="25722"/>
                    </a:lnTo>
                    <a:lnTo>
                      <a:pt x="4151" y="25776"/>
                    </a:lnTo>
                    <a:lnTo>
                      <a:pt x="4383" y="25804"/>
                    </a:lnTo>
                    <a:lnTo>
                      <a:pt x="4615" y="25831"/>
                    </a:lnTo>
                    <a:lnTo>
                      <a:pt x="4861" y="25845"/>
                    </a:lnTo>
                    <a:lnTo>
                      <a:pt x="5093" y="25845"/>
                    </a:lnTo>
                    <a:lnTo>
                      <a:pt x="5325" y="25831"/>
                    </a:lnTo>
                    <a:lnTo>
                      <a:pt x="5557" y="25817"/>
                    </a:lnTo>
                    <a:lnTo>
                      <a:pt x="5803" y="25776"/>
                    </a:lnTo>
                    <a:lnTo>
                      <a:pt x="6035" y="25735"/>
                    </a:lnTo>
                    <a:lnTo>
                      <a:pt x="6253" y="25681"/>
                    </a:lnTo>
                    <a:lnTo>
                      <a:pt x="6485" y="25612"/>
                    </a:lnTo>
                    <a:lnTo>
                      <a:pt x="6704" y="25544"/>
                    </a:lnTo>
                    <a:lnTo>
                      <a:pt x="6936" y="25449"/>
                    </a:lnTo>
                    <a:lnTo>
                      <a:pt x="7154" y="25353"/>
                    </a:lnTo>
                    <a:lnTo>
                      <a:pt x="7359" y="25244"/>
                    </a:lnTo>
                    <a:lnTo>
                      <a:pt x="7564" y="25121"/>
                    </a:lnTo>
                    <a:lnTo>
                      <a:pt x="7769" y="24984"/>
                    </a:lnTo>
                    <a:lnTo>
                      <a:pt x="7973" y="24848"/>
                    </a:lnTo>
                    <a:lnTo>
                      <a:pt x="8164" y="24698"/>
                    </a:lnTo>
                    <a:lnTo>
                      <a:pt x="8342" y="24534"/>
                    </a:lnTo>
                    <a:lnTo>
                      <a:pt x="8519" y="24356"/>
                    </a:lnTo>
                    <a:lnTo>
                      <a:pt x="8697" y="24179"/>
                    </a:lnTo>
                    <a:lnTo>
                      <a:pt x="8847" y="23988"/>
                    </a:lnTo>
                    <a:lnTo>
                      <a:pt x="19564" y="8042"/>
                    </a:lnTo>
                    <a:lnTo>
                      <a:pt x="19715" y="7837"/>
                    </a:lnTo>
                    <a:lnTo>
                      <a:pt x="19851" y="7632"/>
                    </a:lnTo>
                    <a:lnTo>
                      <a:pt x="19988" y="7414"/>
                    </a:lnTo>
                    <a:lnTo>
                      <a:pt x="20097" y="7195"/>
                    </a:lnTo>
                    <a:lnTo>
                      <a:pt x="20206" y="6977"/>
                    </a:lnTo>
                    <a:lnTo>
                      <a:pt x="20302" y="6758"/>
                    </a:lnTo>
                    <a:lnTo>
                      <a:pt x="20384" y="6526"/>
                    </a:lnTo>
                    <a:lnTo>
                      <a:pt x="20452" y="6294"/>
                    </a:lnTo>
                    <a:lnTo>
                      <a:pt x="20506" y="6062"/>
                    </a:lnTo>
                    <a:lnTo>
                      <a:pt x="20561" y="5830"/>
                    </a:lnTo>
                    <a:lnTo>
                      <a:pt x="20588" y="5598"/>
                    </a:lnTo>
                    <a:lnTo>
                      <a:pt x="20616" y="5366"/>
                    </a:lnTo>
                    <a:lnTo>
                      <a:pt x="20629" y="5134"/>
                    </a:lnTo>
                    <a:lnTo>
                      <a:pt x="20629" y="4888"/>
                    </a:lnTo>
                    <a:lnTo>
                      <a:pt x="20616" y="4656"/>
                    </a:lnTo>
                    <a:lnTo>
                      <a:pt x="20602" y="4424"/>
                    </a:lnTo>
                    <a:lnTo>
                      <a:pt x="20561" y="4192"/>
                    </a:lnTo>
                    <a:lnTo>
                      <a:pt x="20520" y="3959"/>
                    </a:lnTo>
                    <a:lnTo>
                      <a:pt x="20466" y="3727"/>
                    </a:lnTo>
                    <a:lnTo>
                      <a:pt x="20397" y="3495"/>
                    </a:lnTo>
                    <a:lnTo>
                      <a:pt x="20329" y="3277"/>
                    </a:lnTo>
                    <a:lnTo>
                      <a:pt x="20233" y="3058"/>
                    </a:lnTo>
                    <a:lnTo>
                      <a:pt x="20138" y="2840"/>
                    </a:lnTo>
                    <a:lnTo>
                      <a:pt x="20029" y="2622"/>
                    </a:lnTo>
                    <a:lnTo>
                      <a:pt x="19906" y="2417"/>
                    </a:lnTo>
                    <a:lnTo>
                      <a:pt x="19783" y="2212"/>
                    </a:lnTo>
                    <a:lnTo>
                      <a:pt x="19633" y="2021"/>
                    </a:lnTo>
                    <a:lnTo>
                      <a:pt x="19483" y="1830"/>
                    </a:lnTo>
                    <a:lnTo>
                      <a:pt x="19319" y="1639"/>
                    </a:lnTo>
                    <a:lnTo>
                      <a:pt x="19141" y="1461"/>
                    </a:lnTo>
                    <a:lnTo>
                      <a:pt x="18964" y="1297"/>
                    </a:lnTo>
                    <a:lnTo>
                      <a:pt x="18773" y="1133"/>
                    </a:lnTo>
                    <a:lnTo>
                      <a:pt x="18691" y="1065"/>
                    </a:lnTo>
                    <a:lnTo>
                      <a:pt x="18486" y="915"/>
                    </a:lnTo>
                    <a:lnTo>
                      <a:pt x="18281" y="778"/>
                    </a:lnTo>
                    <a:lnTo>
                      <a:pt x="18076" y="642"/>
                    </a:lnTo>
                    <a:lnTo>
                      <a:pt x="17858" y="533"/>
                    </a:lnTo>
                    <a:lnTo>
                      <a:pt x="17639" y="423"/>
                    </a:lnTo>
                    <a:lnTo>
                      <a:pt x="17407" y="328"/>
                    </a:lnTo>
                    <a:lnTo>
                      <a:pt x="17175" y="246"/>
                    </a:lnTo>
                    <a:lnTo>
                      <a:pt x="16957" y="178"/>
                    </a:lnTo>
                    <a:lnTo>
                      <a:pt x="16725" y="123"/>
                    </a:lnTo>
                    <a:lnTo>
                      <a:pt x="16493" y="82"/>
                    </a:lnTo>
                    <a:lnTo>
                      <a:pt x="16247" y="41"/>
                    </a:lnTo>
                    <a:lnTo>
                      <a:pt x="16015" y="14"/>
                    </a:lnTo>
                    <a:lnTo>
                      <a:pt x="157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7">
                <a:extLst>
                  <a:ext uri="{FF2B5EF4-FFF2-40B4-BE49-F238E27FC236}">
                    <a16:creationId xmlns:a16="http://schemas.microsoft.com/office/drawing/2014/main" id="{EECA0AF0-5D83-DEEC-7DDB-D68323D9C143}"/>
                  </a:ext>
                </a:extLst>
              </p:cNvPr>
              <p:cNvSpPr/>
              <p:nvPr/>
            </p:nvSpPr>
            <p:spPr>
              <a:xfrm>
                <a:off x="1383175" y="1855450"/>
                <a:ext cx="807925" cy="643750"/>
              </a:xfrm>
              <a:custGeom>
                <a:avLst/>
                <a:gdLst/>
                <a:ahLst/>
                <a:cxnLst/>
                <a:rect l="l" t="t" r="r" b="b"/>
                <a:pathLst>
                  <a:path w="32317" h="25750" extrusionOk="0">
                    <a:moveTo>
                      <a:pt x="4806" y="1"/>
                    </a:moveTo>
                    <a:lnTo>
                      <a:pt x="4574" y="14"/>
                    </a:lnTo>
                    <a:lnTo>
                      <a:pt x="4329" y="42"/>
                    </a:lnTo>
                    <a:lnTo>
                      <a:pt x="4096" y="83"/>
                    </a:lnTo>
                    <a:lnTo>
                      <a:pt x="3864" y="137"/>
                    </a:lnTo>
                    <a:lnTo>
                      <a:pt x="3632" y="192"/>
                    </a:lnTo>
                    <a:lnTo>
                      <a:pt x="3400" y="274"/>
                    </a:lnTo>
                    <a:lnTo>
                      <a:pt x="3182" y="356"/>
                    </a:lnTo>
                    <a:lnTo>
                      <a:pt x="2963" y="451"/>
                    </a:lnTo>
                    <a:lnTo>
                      <a:pt x="2745" y="561"/>
                    </a:lnTo>
                    <a:lnTo>
                      <a:pt x="2526" y="670"/>
                    </a:lnTo>
                    <a:lnTo>
                      <a:pt x="2322" y="806"/>
                    </a:lnTo>
                    <a:lnTo>
                      <a:pt x="2117" y="943"/>
                    </a:lnTo>
                    <a:lnTo>
                      <a:pt x="1926" y="1079"/>
                    </a:lnTo>
                    <a:lnTo>
                      <a:pt x="1735" y="1243"/>
                    </a:lnTo>
                    <a:lnTo>
                      <a:pt x="1557" y="1407"/>
                    </a:lnTo>
                    <a:lnTo>
                      <a:pt x="1380" y="1585"/>
                    </a:lnTo>
                    <a:lnTo>
                      <a:pt x="1216" y="1776"/>
                    </a:lnTo>
                    <a:lnTo>
                      <a:pt x="1066" y="1980"/>
                    </a:lnTo>
                    <a:lnTo>
                      <a:pt x="915" y="2185"/>
                    </a:lnTo>
                    <a:lnTo>
                      <a:pt x="861" y="2267"/>
                    </a:lnTo>
                    <a:lnTo>
                      <a:pt x="711" y="2486"/>
                    </a:lnTo>
                    <a:lnTo>
                      <a:pt x="588" y="2704"/>
                    </a:lnTo>
                    <a:lnTo>
                      <a:pt x="478" y="2936"/>
                    </a:lnTo>
                    <a:lnTo>
                      <a:pt x="369" y="3155"/>
                    </a:lnTo>
                    <a:lnTo>
                      <a:pt x="287" y="3387"/>
                    </a:lnTo>
                    <a:lnTo>
                      <a:pt x="205" y="3632"/>
                    </a:lnTo>
                    <a:lnTo>
                      <a:pt x="151" y="3865"/>
                    </a:lnTo>
                    <a:lnTo>
                      <a:pt x="96" y="4097"/>
                    </a:lnTo>
                    <a:lnTo>
                      <a:pt x="55" y="4342"/>
                    </a:lnTo>
                    <a:lnTo>
                      <a:pt x="28" y="4574"/>
                    </a:lnTo>
                    <a:lnTo>
                      <a:pt x="1" y="4820"/>
                    </a:lnTo>
                    <a:lnTo>
                      <a:pt x="1" y="5052"/>
                    </a:lnTo>
                    <a:lnTo>
                      <a:pt x="1" y="5298"/>
                    </a:lnTo>
                    <a:lnTo>
                      <a:pt x="14" y="5544"/>
                    </a:lnTo>
                    <a:lnTo>
                      <a:pt x="55" y="5776"/>
                    </a:lnTo>
                    <a:lnTo>
                      <a:pt x="83" y="6008"/>
                    </a:lnTo>
                    <a:lnTo>
                      <a:pt x="137" y="6240"/>
                    </a:lnTo>
                    <a:lnTo>
                      <a:pt x="205" y="6472"/>
                    </a:lnTo>
                    <a:lnTo>
                      <a:pt x="274" y="6704"/>
                    </a:lnTo>
                    <a:lnTo>
                      <a:pt x="356" y="6936"/>
                    </a:lnTo>
                    <a:lnTo>
                      <a:pt x="451" y="7155"/>
                    </a:lnTo>
                    <a:lnTo>
                      <a:pt x="560" y="7373"/>
                    </a:lnTo>
                    <a:lnTo>
                      <a:pt x="683" y="7578"/>
                    </a:lnTo>
                    <a:lnTo>
                      <a:pt x="806" y="7783"/>
                    </a:lnTo>
                    <a:lnTo>
                      <a:pt x="943" y="7988"/>
                    </a:lnTo>
                    <a:lnTo>
                      <a:pt x="1093" y="8179"/>
                    </a:lnTo>
                    <a:lnTo>
                      <a:pt x="1243" y="8370"/>
                    </a:lnTo>
                    <a:lnTo>
                      <a:pt x="1421" y="8547"/>
                    </a:lnTo>
                    <a:lnTo>
                      <a:pt x="1598" y="8725"/>
                    </a:lnTo>
                    <a:lnTo>
                      <a:pt x="1789" y="8889"/>
                    </a:lnTo>
                    <a:lnTo>
                      <a:pt x="1980" y="9052"/>
                    </a:lnTo>
                    <a:lnTo>
                      <a:pt x="2199" y="9203"/>
                    </a:lnTo>
                    <a:lnTo>
                      <a:pt x="24466" y="24890"/>
                    </a:lnTo>
                    <a:lnTo>
                      <a:pt x="24685" y="25026"/>
                    </a:lnTo>
                    <a:lnTo>
                      <a:pt x="24903" y="25149"/>
                    </a:lnTo>
                    <a:lnTo>
                      <a:pt x="25135" y="25258"/>
                    </a:lnTo>
                    <a:lnTo>
                      <a:pt x="25367" y="25367"/>
                    </a:lnTo>
                    <a:lnTo>
                      <a:pt x="25599" y="25449"/>
                    </a:lnTo>
                    <a:lnTo>
                      <a:pt x="25831" y="25531"/>
                    </a:lnTo>
                    <a:lnTo>
                      <a:pt x="26064" y="25599"/>
                    </a:lnTo>
                    <a:lnTo>
                      <a:pt x="26296" y="25654"/>
                    </a:lnTo>
                    <a:lnTo>
                      <a:pt x="26541" y="25695"/>
                    </a:lnTo>
                    <a:lnTo>
                      <a:pt x="26773" y="25722"/>
                    </a:lnTo>
                    <a:lnTo>
                      <a:pt x="27019" y="25736"/>
                    </a:lnTo>
                    <a:lnTo>
                      <a:pt x="27265" y="25750"/>
                    </a:lnTo>
                    <a:lnTo>
                      <a:pt x="27497" y="25736"/>
                    </a:lnTo>
                    <a:lnTo>
                      <a:pt x="27743" y="25722"/>
                    </a:lnTo>
                    <a:lnTo>
                      <a:pt x="27975" y="25695"/>
                    </a:lnTo>
                    <a:lnTo>
                      <a:pt x="28207" y="25654"/>
                    </a:lnTo>
                    <a:lnTo>
                      <a:pt x="28453" y="25599"/>
                    </a:lnTo>
                    <a:lnTo>
                      <a:pt x="28685" y="25545"/>
                    </a:lnTo>
                    <a:lnTo>
                      <a:pt x="28903" y="25463"/>
                    </a:lnTo>
                    <a:lnTo>
                      <a:pt x="29135" y="25381"/>
                    </a:lnTo>
                    <a:lnTo>
                      <a:pt x="29354" y="25285"/>
                    </a:lnTo>
                    <a:lnTo>
                      <a:pt x="29572" y="25176"/>
                    </a:lnTo>
                    <a:lnTo>
                      <a:pt x="29777" y="25067"/>
                    </a:lnTo>
                    <a:lnTo>
                      <a:pt x="29982" y="24944"/>
                    </a:lnTo>
                    <a:lnTo>
                      <a:pt x="30187" y="24794"/>
                    </a:lnTo>
                    <a:lnTo>
                      <a:pt x="30378" y="24657"/>
                    </a:lnTo>
                    <a:lnTo>
                      <a:pt x="30569" y="24494"/>
                    </a:lnTo>
                    <a:lnTo>
                      <a:pt x="30746" y="24330"/>
                    </a:lnTo>
                    <a:lnTo>
                      <a:pt x="30924" y="24152"/>
                    </a:lnTo>
                    <a:lnTo>
                      <a:pt x="31088" y="23961"/>
                    </a:lnTo>
                    <a:lnTo>
                      <a:pt x="31252" y="23756"/>
                    </a:lnTo>
                    <a:lnTo>
                      <a:pt x="31402" y="23552"/>
                    </a:lnTo>
                    <a:lnTo>
                      <a:pt x="31456" y="23470"/>
                    </a:lnTo>
                    <a:lnTo>
                      <a:pt x="31593" y="23251"/>
                    </a:lnTo>
                    <a:lnTo>
                      <a:pt x="31716" y="23033"/>
                    </a:lnTo>
                    <a:lnTo>
                      <a:pt x="31839" y="22801"/>
                    </a:lnTo>
                    <a:lnTo>
                      <a:pt x="31934" y="22582"/>
                    </a:lnTo>
                    <a:lnTo>
                      <a:pt x="32030" y="22350"/>
                    </a:lnTo>
                    <a:lnTo>
                      <a:pt x="32098" y="22118"/>
                    </a:lnTo>
                    <a:lnTo>
                      <a:pt x="32166" y="21872"/>
                    </a:lnTo>
                    <a:lnTo>
                      <a:pt x="32221" y="21640"/>
                    </a:lnTo>
                    <a:lnTo>
                      <a:pt x="32262" y="21394"/>
                    </a:lnTo>
                    <a:lnTo>
                      <a:pt x="32289" y="21162"/>
                    </a:lnTo>
                    <a:lnTo>
                      <a:pt x="32303" y="20917"/>
                    </a:lnTo>
                    <a:lnTo>
                      <a:pt x="32316" y="20685"/>
                    </a:lnTo>
                    <a:lnTo>
                      <a:pt x="32303" y="20439"/>
                    </a:lnTo>
                    <a:lnTo>
                      <a:pt x="32289" y="20193"/>
                    </a:lnTo>
                    <a:lnTo>
                      <a:pt x="32262" y="19961"/>
                    </a:lnTo>
                    <a:lnTo>
                      <a:pt x="32221" y="19729"/>
                    </a:lnTo>
                    <a:lnTo>
                      <a:pt x="32166" y="19497"/>
                    </a:lnTo>
                    <a:lnTo>
                      <a:pt x="32112" y="19265"/>
                    </a:lnTo>
                    <a:lnTo>
                      <a:pt x="32030" y="19033"/>
                    </a:lnTo>
                    <a:lnTo>
                      <a:pt x="31948" y="18814"/>
                    </a:lnTo>
                    <a:lnTo>
                      <a:pt x="31852" y="18582"/>
                    </a:lnTo>
                    <a:lnTo>
                      <a:pt x="31757" y="18377"/>
                    </a:lnTo>
                    <a:lnTo>
                      <a:pt x="31634" y="18159"/>
                    </a:lnTo>
                    <a:lnTo>
                      <a:pt x="31511" y="17954"/>
                    </a:lnTo>
                    <a:lnTo>
                      <a:pt x="31374" y="17749"/>
                    </a:lnTo>
                    <a:lnTo>
                      <a:pt x="31224" y="17558"/>
                    </a:lnTo>
                    <a:lnTo>
                      <a:pt x="31060" y="17367"/>
                    </a:lnTo>
                    <a:lnTo>
                      <a:pt x="30897" y="17189"/>
                    </a:lnTo>
                    <a:lnTo>
                      <a:pt x="30719" y="17012"/>
                    </a:lnTo>
                    <a:lnTo>
                      <a:pt x="30528" y="16848"/>
                    </a:lnTo>
                    <a:lnTo>
                      <a:pt x="30323" y="16684"/>
                    </a:lnTo>
                    <a:lnTo>
                      <a:pt x="30118" y="16534"/>
                    </a:lnTo>
                    <a:lnTo>
                      <a:pt x="7837" y="847"/>
                    </a:lnTo>
                    <a:lnTo>
                      <a:pt x="7619" y="711"/>
                    </a:lnTo>
                    <a:lnTo>
                      <a:pt x="7400" y="588"/>
                    </a:lnTo>
                    <a:lnTo>
                      <a:pt x="7182" y="479"/>
                    </a:lnTo>
                    <a:lnTo>
                      <a:pt x="6950" y="369"/>
                    </a:lnTo>
                    <a:lnTo>
                      <a:pt x="6718" y="288"/>
                    </a:lnTo>
                    <a:lnTo>
                      <a:pt x="6486" y="206"/>
                    </a:lnTo>
                    <a:lnTo>
                      <a:pt x="6254" y="137"/>
                    </a:lnTo>
                    <a:lnTo>
                      <a:pt x="6008" y="83"/>
                    </a:lnTo>
                    <a:lnTo>
                      <a:pt x="5776" y="42"/>
                    </a:lnTo>
                    <a:lnTo>
                      <a:pt x="5530" y="14"/>
                    </a:lnTo>
                    <a:lnTo>
                      <a:pt x="52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7">
                <a:extLst>
                  <a:ext uri="{FF2B5EF4-FFF2-40B4-BE49-F238E27FC236}">
                    <a16:creationId xmlns:a16="http://schemas.microsoft.com/office/drawing/2014/main" id="{80C2E873-58F7-7064-980C-96119219AA69}"/>
                  </a:ext>
                </a:extLst>
              </p:cNvPr>
              <p:cNvSpPr/>
              <p:nvPr/>
            </p:nvSpPr>
            <p:spPr>
              <a:xfrm>
                <a:off x="457200" y="2478350"/>
                <a:ext cx="309250" cy="726000"/>
              </a:xfrm>
              <a:custGeom>
                <a:avLst/>
                <a:gdLst/>
                <a:ahLst/>
                <a:cxnLst/>
                <a:rect l="l" t="t" r="r" b="b"/>
                <a:pathLst>
                  <a:path w="12370" h="29040" extrusionOk="0">
                    <a:moveTo>
                      <a:pt x="7072" y="1"/>
                    </a:moveTo>
                    <a:lnTo>
                      <a:pt x="6826" y="14"/>
                    </a:lnTo>
                    <a:lnTo>
                      <a:pt x="6581" y="42"/>
                    </a:lnTo>
                    <a:lnTo>
                      <a:pt x="6335" y="83"/>
                    </a:lnTo>
                    <a:lnTo>
                      <a:pt x="6089" y="137"/>
                    </a:lnTo>
                    <a:lnTo>
                      <a:pt x="5857" y="192"/>
                    </a:lnTo>
                    <a:lnTo>
                      <a:pt x="5625" y="274"/>
                    </a:lnTo>
                    <a:lnTo>
                      <a:pt x="5393" y="356"/>
                    </a:lnTo>
                    <a:lnTo>
                      <a:pt x="5174" y="451"/>
                    </a:lnTo>
                    <a:lnTo>
                      <a:pt x="4956" y="547"/>
                    </a:lnTo>
                    <a:lnTo>
                      <a:pt x="4737" y="670"/>
                    </a:lnTo>
                    <a:lnTo>
                      <a:pt x="4533" y="793"/>
                    </a:lnTo>
                    <a:lnTo>
                      <a:pt x="4342" y="929"/>
                    </a:lnTo>
                    <a:lnTo>
                      <a:pt x="4150" y="1079"/>
                    </a:lnTo>
                    <a:lnTo>
                      <a:pt x="3959" y="1230"/>
                    </a:lnTo>
                    <a:lnTo>
                      <a:pt x="3782" y="1393"/>
                    </a:lnTo>
                    <a:lnTo>
                      <a:pt x="3618" y="1557"/>
                    </a:lnTo>
                    <a:lnTo>
                      <a:pt x="3454" y="1735"/>
                    </a:lnTo>
                    <a:lnTo>
                      <a:pt x="3304" y="1926"/>
                    </a:lnTo>
                    <a:lnTo>
                      <a:pt x="3154" y="2117"/>
                    </a:lnTo>
                    <a:lnTo>
                      <a:pt x="3017" y="2322"/>
                    </a:lnTo>
                    <a:lnTo>
                      <a:pt x="2894" y="2527"/>
                    </a:lnTo>
                    <a:lnTo>
                      <a:pt x="2771" y="2745"/>
                    </a:lnTo>
                    <a:lnTo>
                      <a:pt x="2676" y="2963"/>
                    </a:lnTo>
                    <a:lnTo>
                      <a:pt x="2580" y="3196"/>
                    </a:lnTo>
                    <a:lnTo>
                      <a:pt x="2498" y="3428"/>
                    </a:lnTo>
                    <a:lnTo>
                      <a:pt x="2417" y="3673"/>
                    </a:lnTo>
                    <a:lnTo>
                      <a:pt x="2362" y="3919"/>
                    </a:lnTo>
                    <a:lnTo>
                      <a:pt x="2307" y="4165"/>
                    </a:lnTo>
                    <a:lnTo>
                      <a:pt x="2266" y="4424"/>
                    </a:lnTo>
                    <a:lnTo>
                      <a:pt x="27" y="23429"/>
                    </a:lnTo>
                    <a:lnTo>
                      <a:pt x="14" y="23688"/>
                    </a:lnTo>
                    <a:lnTo>
                      <a:pt x="0" y="23934"/>
                    </a:lnTo>
                    <a:lnTo>
                      <a:pt x="0" y="24193"/>
                    </a:lnTo>
                    <a:lnTo>
                      <a:pt x="14" y="24439"/>
                    </a:lnTo>
                    <a:lnTo>
                      <a:pt x="41" y="24685"/>
                    </a:lnTo>
                    <a:lnTo>
                      <a:pt x="82" y="24930"/>
                    </a:lnTo>
                    <a:lnTo>
                      <a:pt x="137" y="25176"/>
                    </a:lnTo>
                    <a:lnTo>
                      <a:pt x="191" y="25408"/>
                    </a:lnTo>
                    <a:lnTo>
                      <a:pt x="273" y="25640"/>
                    </a:lnTo>
                    <a:lnTo>
                      <a:pt x="355" y="25873"/>
                    </a:lnTo>
                    <a:lnTo>
                      <a:pt x="451" y="26091"/>
                    </a:lnTo>
                    <a:lnTo>
                      <a:pt x="560" y="26309"/>
                    </a:lnTo>
                    <a:lnTo>
                      <a:pt x="669" y="26528"/>
                    </a:lnTo>
                    <a:lnTo>
                      <a:pt x="792" y="26733"/>
                    </a:lnTo>
                    <a:lnTo>
                      <a:pt x="928" y="26924"/>
                    </a:lnTo>
                    <a:lnTo>
                      <a:pt x="1079" y="27115"/>
                    </a:lnTo>
                    <a:lnTo>
                      <a:pt x="1229" y="27306"/>
                    </a:lnTo>
                    <a:lnTo>
                      <a:pt x="1393" y="27484"/>
                    </a:lnTo>
                    <a:lnTo>
                      <a:pt x="1556" y="27647"/>
                    </a:lnTo>
                    <a:lnTo>
                      <a:pt x="1734" y="27811"/>
                    </a:lnTo>
                    <a:lnTo>
                      <a:pt x="1925" y="27975"/>
                    </a:lnTo>
                    <a:lnTo>
                      <a:pt x="2116" y="28112"/>
                    </a:lnTo>
                    <a:lnTo>
                      <a:pt x="2321" y="28248"/>
                    </a:lnTo>
                    <a:lnTo>
                      <a:pt x="2526" y="28371"/>
                    </a:lnTo>
                    <a:lnTo>
                      <a:pt x="2744" y="28494"/>
                    </a:lnTo>
                    <a:lnTo>
                      <a:pt x="2963" y="28589"/>
                    </a:lnTo>
                    <a:lnTo>
                      <a:pt x="3195" y="28685"/>
                    </a:lnTo>
                    <a:lnTo>
                      <a:pt x="3427" y="28781"/>
                    </a:lnTo>
                    <a:lnTo>
                      <a:pt x="3673" y="28849"/>
                    </a:lnTo>
                    <a:lnTo>
                      <a:pt x="3918" y="28903"/>
                    </a:lnTo>
                    <a:lnTo>
                      <a:pt x="4164" y="28958"/>
                    </a:lnTo>
                    <a:lnTo>
                      <a:pt x="4423" y="28999"/>
                    </a:lnTo>
                    <a:lnTo>
                      <a:pt x="4519" y="29013"/>
                    </a:lnTo>
                    <a:lnTo>
                      <a:pt x="4778" y="29026"/>
                    </a:lnTo>
                    <a:lnTo>
                      <a:pt x="5038" y="29040"/>
                    </a:lnTo>
                    <a:lnTo>
                      <a:pt x="5284" y="29040"/>
                    </a:lnTo>
                    <a:lnTo>
                      <a:pt x="5543" y="29026"/>
                    </a:lnTo>
                    <a:lnTo>
                      <a:pt x="5789" y="28999"/>
                    </a:lnTo>
                    <a:lnTo>
                      <a:pt x="6034" y="28958"/>
                    </a:lnTo>
                    <a:lnTo>
                      <a:pt x="6267" y="28903"/>
                    </a:lnTo>
                    <a:lnTo>
                      <a:pt x="6512" y="28849"/>
                    </a:lnTo>
                    <a:lnTo>
                      <a:pt x="6744" y="28767"/>
                    </a:lnTo>
                    <a:lnTo>
                      <a:pt x="6963" y="28685"/>
                    </a:lnTo>
                    <a:lnTo>
                      <a:pt x="7195" y="28589"/>
                    </a:lnTo>
                    <a:lnTo>
                      <a:pt x="7413" y="28480"/>
                    </a:lnTo>
                    <a:lnTo>
                      <a:pt x="7618" y="28371"/>
                    </a:lnTo>
                    <a:lnTo>
                      <a:pt x="7823" y="28248"/>
                    </a:lnTo>
                    <a:lnTo>
                      <a:pt x="8028" y="28112"/>
                    </a:lnTo>
                    <a:lnTo>
                      <a:pt x="8219" y="27961"/>
                    </a:lnTo>
                    <a:lnTo>
                      <a:pt x="8396" y="27811"/>
                    </a:lnTo>
                    <a:lnTo>
                      <a:pt x="8588" y="27647"/>
                    </a:lnTo>
                    <a:lnTo>
                      <a:pt x="8751" y="27470"/>
                    </a:lnTo>
                    <a:lnTo>
                      <a:pt x="8915" y="27292"/>
                    </a:lnTo>
                    <a:lnTo>
                      <a:pt x="9065" y="27115"/>
                    </a:lnTo>
                    <a:lnTo>
                      <a:pt x="9216" y="26910"/>
                    </a:lnTo>
                    <a:lnTo>
                      <a:pt x="9352" y="26719"/>
                    </a:lnTo>
                    <a:lnTo>
                      <a:pt x="9475" y="26501"/>
                    </a:lnTo>
                    <a:lnTo>
                      <a:pt x="9584" y="26296"/>
                    </a:lnTo>
                    <a:lnTo>
                      <a:pt x="9693" y="26064"/>
                    </a:lnTo>
                    <a:lnTo>
                      <a:pt x="9789" y="25845"/>
                    </a:lnTo>
                    <a:lnTo>
                      <a:pt x="9871" y="25599"/>
                    </a:lnTo>
                    <a:lnTo>
                      <a:pt x="9939" y="25367"/>
                    </a:lnTo>
                    <a:lnTo>
                      <a:pt x="10007" y="25122"/>
                    </a:lnTo>
                    <a:lnTo>
                      <a:pt x="10048" y="24862"/>
                    </a:lnTo>
                    <a:lnTo>
                      <a:pt x="10089" y="24616"/>
                    </a:lnTo>
                    <a:lnTo>
                      <a:pt x="12328" y="5612"/>
                    </a:lnTo>
                    <a:lnTo>
                      <a:pt x="12356" y="5353"/>
                    </a:lnTo>
                    <a:lnTo>
                      <a:pt x="12369" y="5093"/>
                    </a:lnTo>
                    <a:lnTo>
                      <a:pt x="12369" y="4848"/>
                    </a:lnTo>
                    <a:lnTo>
                      <a:pt x="12356" y="4602"/>
                    </a:lnTo>
                    <a:lnTo>
                      <a:pt x="12328" y="4342"/>
                    </a:lnTo>
                    <a:lnTo>
                      <a:pt x="12287" y="4110"/>
                    </a:lnTo>
                    <a:lnTo>
                      <a:pt x="12233" y="3865"/>
                    </a:lnTo>
                    <a:lnTo>
                      <a:pt x="12165" y="3632"/>
                    </a:lnTo>
                    <a:lnTo>
                      <a:pt x="12096" y="3400"/>
                    </a:lnTo>
                    <a:lnTo>
                      <a:pt x="12014" y="3168"/>
                    </a:lnTo>
                    <a:lnTo>
                      <a:pt x="11919" y="2950"/>
                    </a:lnTo>
                    <a:lnTo>
                      <a:pt x="11810" y="2731"/>
                    </a:lnTo>
                    <a:lnTo>
                      <a:pt x="11700" y="2513"/>
                    </a:lnTo>
                    <a:lnTo>
                      <a:pt x="11564" y="2308"/>
                    </a:lnTo>
                    <a:lnTo>
                      <a:pt x="11441" y="2103"/>
                    </a:lnTo>
                    <a:lnTo>
                      <a:pt x="11291" y="1912"/>
                    </a:lnTo>
                    <a:lnTo>
                      <a:pt x="11141" y="1735"/>
                    </a:lnTo>
                    <a:lnTo>
                      <a:pt x="10977" y="1557"/>
                    </a:lnTo>
                    <a:lnTo>
                      <a:pt x="10799" y="1380"/>
                    </a:lnTo>
                    <a:lnTo>
                      <a:pt x="10622" y="1216"/>
                    </a:lnTo>
                    <a:lnTo>
                      <a:pt x="10444" y="1066"/>
                    </a:lnTo>
                    <a:lnTo>
                      <a:pt x="10239" y="929"/>
                    </a:lnTo>
                    <a:lnTo>
                      <a:pt x="10048" y="793"/>
                    </a:lnTo>
                    <a:lnTo>
                      <a:pt x="9830" y="670"/>
                    </a:lnTo>
                    <a:lnTo>
                      <a:pt x="9611" y="547"/>
                    </a:lnTo>
                    <a:lnTo>
                      <a:pt x="9393" y="438"/>
                    </a:lnTo>
                    <a:lnTo>
                      <a:pt x="9161" y="342"/>
                    </a:lnTo>
                    <a:lnTo>
                      <a:pt x="8929" y="260"/>
                    </a:lnTo>
                    <a:lnTo>
                      <a:pt x="8697" y="192"/>
                    </a:lnTo>
                    <a:lnTo>
                      <a:pt x="8451" y="124"/>
                    </a:lnTo>
                    <a:lnTo>
                      <a:pt x="8192" y="83"/>
                    </a:lnTo>
                    <a:lnTo>
                      <a:pt x="7946" y="42"/>
                    </a:lnTo>
                    <a:lnTo>
                      <a:pt x="7837" y="28"/>
                    </a:lnTo>
                    <a:lnTo>
                      <a:pt x="7577" y="14"/>
                    </a:lnTo>
                    <a:lnTo>
                      <a:pt x="733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7">
                <a:extLst>
                  <a:ext uri="{FF2B5EF4-FFF2-40B4-BE49-F238E27FC236}">
                    <a16:creationId xmlns:a16="http://schemas.microsoft.com/office/drawing/2014/main" id="{EC9CD2E8-FC61-BFAE-A157-EC369BFD0942}"/>
                  </a:ext>
                </a:extLst>
              </p:cNvPr>
              <p:cNvSpPr/>
              <p:nvPr/>
            </p:nvSpPr>
            <p:spPr>
              <a:xfrm>
                <a:off x="996475" y="3039825"/>
                <a:ext cx="227325" cy="1659825"/>
              </a:xfrm>
              <a:custGeom>
                <a:avLst/>
                <a:gdLst/>
                <a:ahLst/>
                <a:cxnLst/>
                <a:rect l="l" t="t" r="r" b="b"/>
                <a:pathLst>
                  <a:path w="9093" h="66393" extrusionOk="0">
                    <a:moveTo>
                      <a:pt x="0" y="0"/>
                    </a:moveTo>
                    <a:lnTo>
                      <a:pt x="0" y="66393"/>
                    </a:lnTo>
                    <a:lnTo>
                      <a:pt x="9093" y="66393"/>
                    </a:lnTo>
                    <a:lnTo>
                      <a:pt x="90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7">
                <a:extLst>
                  <a:ext uri="{FF2B5EF4-FFF2-40B4-BE49-F238E27FC236}">
                    <a16:creationId xmlns:a16="http://schemas.microsoft.com/office/drawing/2014/main" id="{FFEC5D3B-8FA6-F9A1-C548-3C4715FB28EC}"/>
                  </a:ext>
                </a:extLst>
              </p:cNvPr>
              <p:cNvSpPr/>
              <p:nvPr/>
            </p:nvSpPr>
            <p:spPr>
              <a:xfrm>
                <a:off x="514175" y="1890625"/>
                <a:ext cx="703150" cy="824300"/>
              </a:xfrm>
              <a:custGeom>
                <a:avLst/>
                <a:gdLst/>
                <a:ahLst/>
                <a:cxnLst/>
                <a:rect l="l" t="t" r="r" b="b"/>
                <a:pathLst>
                  <a:path w="28126" h="32972" extrusionOk="0">
                    <a:moveTo>
                      <a:pt x="22296" y="0"/>
                    </a:moveTo>
                    <a:lnTo>
                      <a:pt x="22064" y="14"/>
                    </a:lnTo>
                    <a:lnTo>
                      <a:pt x="21818" y="41"/>
                    </a:lnTo>
                    <a:lnTo>
                      <a:pt x="21586" y="82"/>
                    </a:lnTo>
                    <a:lnTo>
                      <a:pt x="21340" y="137"/>
                    </a:lnTo>
                    <a:lnTo>
                      <a:pt x="21108" y="205"/>
                    </a:lnTo>
                    <a:lnTo>
                      <a:pt x="20890" y="273"/>
                    </a:lnTo>
                    <a:lnTo>
                      <a:pt x="20657" y="355"/>
                    </a:lnTo>
                    <a:lnTo>
                      <a:pt x="20439" y="451"/>
                    </a:lnTo>
                    <a:lnTo>
                      <a:pt x="20221" y="560"/>
                    </a:lnTo>
                    <a:lnTo>
                      <a:pt x="20002" y="669"/>
                    </a:lnTo>
                    <a:lnTo>
                      <a:pt x="19797" y="806"/>
                    </a:lnTo>
                    <a:lnTo>
                      <a:pt x="19606" y="942"/>
                    </a:lnTo>
                    <a:lnTo>
                      <a:pt x="19401" y="1092"/>
                    </a:lnTo>
                    <a:lnTo>
                      <a:pt x="19224" y="1242"/>
                    </a:lnTo>
                    <a:lnTo>
                      <a:pt x="19033" y="1406"/>
                    </a:lnTo>
                    <a:lnTo>
                      <a:pt x="18869" y="1584"/>
                    </a:lnTo>
                    <a:lnTo>
                      <a:pt x="18691" y="1775"/>
                    </a:lnTo>
                    <a:lnTo>
                      <a:pt x="18541" y="1980"/>
                    </a:lnTo>
                    <a:lnTo>
                      <a:pt x="18391" y="2184"/>
                    </a:lnTo>
                    <a:lnTo>
                      <a:pt x="18255" y="2403"/>
                    </a:lnTo>
                    <a:lnTo>
                      <a:pt x="1080" y="24547"/>
                    </a:lnTo>
                    <a:lnTo>
                      <a:pt x="861" y="24834"/>
                    </a:lnTo>
                    <a:lnTo>
                      <a:pt x="656" y="25148"/>
                    </a:lnTo>
                    <a:lnTo>
                      <a:pt x="479" y="25476"/>
                    </a:lnTo>
                    <a:lnTo>
                      <a:pt x="411" y="25640"/>
                    </a:lnTo>
                    <a:lnTo>
                      <a:pt x="329" y="25803"/>
                    </a:lnTo>
                    <a:lnTo>
                      <a:pt x="260" y="26022"/>
                    </a:lnTo>
                    <a:lnTo>
                      <a:pt x="192" y="26227"/>
                    </a:lnTo>
                    <a:lnTo>
                      <a:pt x="138" y="26445"/>
                    </a:lnTo>
                    <a:lnTo>
                      <a:pt x="97" y="26650"/>
                    </a:lnTo>
                    <a:lnTo>
                      <a:pt x="56" y="26868"/>
                    </a:lnTo>
                    <a:lnTo>
                      <a:pt x="28" y="27087"/>
                    </a:lnTo>
                    <a:lnTo>
                      <a:pt x="15" y="27292"/>
                    </a:lnTo>
                    <a:lnTo>
                      <a:pt x="1" y="27510"/>
                    </a:lnTo>
                    <a:lnTo>
                      <a:pt x="1" y="27728"/>
                    </a:lnTo>
                    <a:lnTo>
                      <a:pt x="15" y="27947"/>
                    </a:lnTo>
                    <a:lnTo>
                      <a:pt x="28" y="28152"/>
                    </a:lnTo>
                    <a:lnTo>
                      <a:pt x="56" y="28370"/>
                    </a:lnTo>
                    <a:lnTo>
                      <a:pt x="97" y="28575"/>
                    </a:lnTo>
                    <a:lnTo>
                      <a:pt x="138" y="28780"/>
                    </a:lnTo>
                    <a:lnTo>
                      <a:pt x="192" y="28998"/>
                    </a:lnTo>
                    <a:lnTo>
                      <a:pt x="260" y="29189"/>
                    </a:lnTo>
                    <a:lnTo>
                      <a:pt x="329" y="29394"/>
                    </a:lnTo>
                    <a:lnTo>
                      <a:pt x="411" y="29599"/>
                    </a:lnTo>
                    <a:lnTo>
                      <a:pt x="506" y="29790"/>
                    </a:lnTo>
                    <a:lnTo>
                      <a:pt x="602" y="29981"/>
                    </a:lnTo>
                    <a:lnTo>
                      <a:pt x="711" y="30172"/>
                    </a:lnTo>
                    <a:lnTo>
                      <a:pt x="820" y="30350"/>
                    </a:lnTo>
                    <a:lnTo>
                      <a:pt x="943" y="30527"/>
                    </a:lnTo>
                    <a:lnTo>
                      <a:pt x="1080" y="30705"/>
                    </a:lnTo>
                    <a:lnTo>
                      <a:pt x="1216" y="30869"/>
                    </a:lnTo>
                    <a:lnTo>
                      <a:pt x="1366" y="31032"/>
                    </a:lnTo>
                    <a:lnTo>
                      <a:pt x="1516" y="31196"/>
                    </a:lnTo>
                    <a:lnTo>
                      <a:pt x="1680" y="31346"/>
                    </a:lnTo>
                    <a:lnTo>
                      <a:pt x="1844" y="31483"/>
                    </a:lnTo>
                    <a:lnTo>
                      <a:pt x="2022" y="31633"/>
                    </a:lnTo>
                    <a:lnTo>
                      <a:pt x="2213" y="31756"/>
                    </a:lnTo>
                    <a:lnTo>
                      <a:pt x="2404" y="31879"/>
                    </a:lnTo>
                    <a:lnTo>
                      <a:pt x="2991" y="32234"/>
                    </a:lnTo>
                    <a:lnTo>
                      <a:pt x="3209" y="32370"/>
                    </a:lnTo>
                    <a:lnTo>
                      <a:pt x="3441" y="32480"/>
                    </a:lnTo>
                    <a:lnTo>
                      <a:pt x="3674" y="32589"/>
                    </a:lnTo>
                    <a:lnTo>
                      <a:pt x="3906" y="32671"/>
                    </a:lnTo>
                    <a:lnTo>
                      <a:pt x="4138" y="32753"/>
                    </a:lnTo>
                    <a:lnTo>
                      <a:pt x="4383" y="32821"/>
                    </a:lnTo>
                    <a:lnTo>
                      <a:pt x="4616" y="32876"/>
                    </a:lnTo>
                    <a:lnTo>
                      <a:pt x="4861" y="32916"/>
                    </a:lnTo>
                    <a:lnTo>
                      <a:pt x="5107" y="32944"/>
                    </a:lnTo>
                    <a:lnTo>
                      <a:pt x="5339" y="32971"/>
                    </a:lnTo>
                    <a:lnTo>
                      <a:pt x="5831" y="32971"/>
                    </a:lnTo>
                    <a:lnTo>
                      <a:pt x="6063" y="32944"/>
                    </a:lnTo>
                    <a:lnTo>
                      <a:pt x="6309" y="32916"/>
                    </a:lnTo>
                    <a:lnTo>
                      <a:pt x="6541" y="32876"/>
                    </a:lnTo>
                    <a:lnTo>
                      <a:pt x="6773" y="32835"/>
                    </a:lnTo>
                    <a:lnTo>
                      <a:pt x="7005" y="32766"/>
                    </a:lnTo>
                    <a:lnTo>
                      <a:pt x="7237" y="32698"/>
                    </a:lnTo>
                    <a:lnTo>
                      <a:pt x="7469" y="32602"/>
                    </a:lnTo>
                    <a:lnTo>
                      <a:pt x="7687" y="32521"/>
                    </a:lnTo>
                    <a:lnTo>
                      <a:pt x="7906" y="32411"/>
                    </a:lnTo>
                    <a:lnTo>
                      <a:pt x="8111" y="32288"/>
                    </a:lnTo>
                    <a:lnTo>
                      <a:pt x="8315" y="32166"/>
                    </a:lnTo>
                    <a:lnTo>
                      <a:pt x="8520" y="32029"/>
                    </a:lnTo>
                    <a:lnTo>
                      <a:pt x="8725" y="31879"/>
                    </a:lnTo>
                    <a:lnTo>
                      <a:pt x="8903" y="31729"/>
                    </a:lnTo>
                    <a:lnTo>
                      <a:pt x="9094" y="31551"/>
                    </a:lnTo>
                    <a:lnTo>
                      <a:pt x="9257" y="31374"/>
                    </a:lnTo>
                    <a:lnTo>
                      <a:pt x="9421" y="31183"/>
                    </a:lnTo>
                    <a:lnTo>
                      <a:pt x="9585" y="30991"/>
                    </a:lnTo>
                    <a:lnTo>
                      <a:pt x="9735" y="30787"/>
                    </a:lnTo>
                    <a:lnTo>
                      <a:pt x="9872" y="30568"/>
                    </a:lnTo>
                    <a:lnTo>
                      <a:pt x="27033" y="8424"/>
                    </a:lnTo>
                    <a:lnTo>
                      <a:pt x="27265" y="8123"/>
                    </a:lnTo>
                    <a:lnTo>
                      <a:pt x="27456" y="7823"/>
                    </a:lnTo>
                    <a:lnTo>
                      <a:pt x="27648" y="7495"/>
                    </a:lnTo>
                    <a:lnTo>
                      <a:pt x="27716" y="7331"/>
                    </a:lnTo>
                    <a:lnTo>
                      <a:pt x="27784" y="7154"/>
                    </a:lnTo>
                    <a:lnTo>
                      <a:pt x="27866" y="6949"/>
                    </a:lnTo>
                    <a:lnTo>
                      <a:pt x="27934" y="6744"/>
                    </a:lnTo>
                    <a:lnTo>
                      <a:pt x="27989" y="6526"/>
                    </a:lnTo>
                    <a:lnTo>
                      <a:pt x="28030" y="6308"/>
                    </a:lnTo>
                    <a:lnTo>
                      <a:pt x="28071" y="6103"/>
                    </a:lnTo>
                    <a:lnTo>
                      <a:pt x="28098" y="5884"/>
                    </a:lnTo>
                    <a:lnTo>
                      <a:pt x="28112" y="5666"/>
                    </a:lnTo>
                    <a:lnTo>
                      <a:pt x="28125" y="5447"/>
                    </a:lnTo>
                    <a:lnTo>
                      <a:pt x="28125" y="5243"/>
                    </a:lnTo>
                    <a:lnTo>
                      <a:pt x="28112" y="5024"/>
                    </a:lnTo>
                    <a:lnTo>
                      <a:pt x="28098" y="4806"/>
                    </a:lnTo>
                    <a:lnTo>
                      <a:pt x="28071" y="4601"/>
                    </a:lnTo>
                    <a:lnTo>
                      <a:pt x="28030" y="4383"/>
                    </a:lnTo>
                    <a:lnTo>
                      <a:pt x="27975" y="4178"/>
                    </a:lnTo>
                    <a:lnTo>
                      <a:pt x="27921" y="3973"/>
                    </a:lnTo>
                    <a:lnTo>
                      <a:pt x="27866" y="3768"/>
                    </a:lnTo>
                    <a:lnTo>
                      <a:pt x="27784" y="3563"/>
                    </a:lnTo>
                    <a:lnTo>
                      <a:pt x="27716" y="3372"/>
                    </a:lnTo>
                    <a:lnTo>
                      <a:pt x="27620" y="3181"/>
                    </a:lnTo>
                    <a:lnTo>
                      <a:pt x="27525" y="2990"/>
                    </a:lnTo>
                    <a:lnTo>
                      <a:pt x="27416" y="2799"/>
                    </a:lnTo>
                    <a:lnTo>
                      <a:pt x="27306" y="2608"/>
                    </a:lnTo>
                    <a:lnTo>
                      <a:pt x="27183" y="2430"/>
                    </a:lnTo>
                    <a:lnTo>
                      <a:pt x="27047" y="2266"/>
                    </a:lnTo>
                    <a:lnTo>
                      <a:pt x="26910" y="2089"/>
                    </a:lnTo>
                    <a:lnTo>
                      <a:pt x="26760" y="1925"/>
                    </a:lnTo>
                    <a:lnTo>
                      <a:pt x="26610" y="1775"/>
                    </a:lnTo>
                    <a:lnTo>
                      <a:pt x="26446" y="1625"/>
                    </a:lnTo>
                    <a:lnTo>
                      <a:pt x="26282" y="1475"/>
                    </a:lnTo>
                    <a:lnTo>
                      <a:pt x="26105" y="1338"/>
                    </a:lnTo>
                    <a:lnTo>
                      <a:pt x="25914" y="1201"/>
                    </a:lnTo>
                    <a:lnTo>
                      <a:pt x="25723" y="1079"/>
                    </a:lnTo>
                    <a:lnTo>
                      <a:pt x="25136" y="724"/>
                    </a:lnTo>
                    <a:lnTo>
                      <a:pt x="24917" y="601"/>
                    </a:lnTo>
                    <a:lnTo>
                      <a:pt x="24685" y="478"/>
                    </a:lnTo>
                    <a:lnTo>
                      <a:pt x="24453" y="382"/>
                    </a:lnTo>
                    <a:lnTo>
                      <a:pt x="24221" y="287"/>
                    </a:lnTo>
                    <a:lnTo>
                      <a:pt x="23989" y="205"/>
                    </a:lnTo>
                    <a:lnTo>
                      <a:pt x="23743" y="150"/>
                    </a:lnTo>
                    <a:lnTo>
                      <a:pt x="23511" y="96"/>
                    </a:lnTo>
                    <a:lnTo>
                      <a:pt x="23265" y="55"/>
                    </a:lnTo>
                    <a:lnTo>
                      <a:pt x="23019" y="14"/>
                    </a:lnTo>
                    <a:lnTo>
                      <a:pt x="2278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7">
                <a:extLst>
                  <a:ext uri="{FF2B5EF4-FFF2-40B4-BE49-F238E27FC236}">
                    <a16:creationId xmlns:a16="http://schemas.microsoft.com/office/drawing/2014/main" id="{70186753-22D9-EA35-E8CE-227C076A6685}"/>
                  </a:ext>
                </a:extLst>
              </p:cNvPr>
              <p:cNvSpPr/>
              <p:nvPr/>
            </p:nvSpPr>
            <p:spPr>
              <a:xfrm>
                <a:off x="1336750" y="3039825"/>
                <a:ext cx="227350" cy="1659825"/>
              </a:xfrm>
              <a:custGeom>
                <a:avLst/>
                <a:gdLst/>
                <a:ahLst/>
                <a:cxnLst/>
                <a:rect l="l" t="t" r="r" b="b"/>
                <a:pathLst>
                  <a:path w="9094" h="66393" extrusionOk="0">
                    <a:moveTo>
                      <a:pt x="1" y="0"/>
                    </a:moveTo>
                    <a:lnTo>
                      <a:pt x="1" y="66393"/>
                    </a:lnTo>
                    <a:lnTo>
                      <a:pt x="9094" y="66393"/>
                    </a:lnTo>
                    <a:lnTo>
                      <a:pt x="90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7">
                <a:extLst>
                  <a:ext uri="{FF2B5EF4-FFF2-40B4-BE49-F238E27FC236}">
                    <a16:creationId xmlns:a16="http://schemas.microsoft.com/office/drawing/2014/main" id="{EC3CBB0C-30DA-E56B-756E-2B9358862295}"/>
                  </a:ext>
                </a:extLst>
              </p:cNvPr>
              <p:cNvSpPr/>
              <p:nvPr/>
            </p:nvSpPr>
            <p:spPr>
              <a:xfrm>
                <a:off x="1141525" y="1808350"/>
                <a:ext cx="308925" cy="1179950"/>
              </a:xfrm>
              <a:custGeom>
                <a:avLst/>
                <a:gdLst/>
                <a:ahLst/>
                <a:cxnLst/>
                <a:rect l="l" t="t" r="r" b="b"/>
                <a:pathLst>
                  <a:path w="12357" h="47198" extrusionOk="0">
                    <a:moveTo>
                      <a:pt x="4301" y="1"/>
                    </a:moveTo>
                    <a:lnTo>
                      <a:pt x="3741" y="14"/>
                    </a:lnTo>
                    <a:lnTo>
                      <a:pt x="3182" y="55"/>
                    </a:lnTo>
                    <a:lnTo>
                      <a:pt x="2636" y="110"/>
                    </a:lnTo>
                    <a:lnTo>
                      <a:pt x="2089" y="178"/>
                    </a:lnTo>
                    <a:lnTo>
                      <a:pt x="1557" y="274"/>
                    </a:lnTo>
                    <a:lnTo>
                      <a:pt x="1025" y="369"/>
                    </a:lnTo>
                    <a:lnTo>
                      <a:pt x="1" y="588"/>
                    </a:lnTo>
                    <a:lnTo>
                      <a:pt x="1" y="47198"/>
                    </a:lnTo>
                    <a:lnTo>
                      <a:pt x="12356" y="47198"/>
                    </a:lnTo>
                    <a:lnTo>
                      <a:pt x="12356" y="287"/>
                    </a:lnTo>
                    <a:lnTo>
                      <a:pt x="11633" y="178"/>
                    </a:lnTo>
                    <a:lnTo>
                      <a:pt x="10895" y="96"/>
                    </a:lnTo>
                    <a:lnTo>
                      <a:pt x="10513" y="55"/>
                    </a:lnTo>
                    <a:lnTo>
                      <a:pt x="10144" y="28"/>
                    </a:lnTo>
                    <a:lnTo>
                      <a:pt x="9762" y="14"/>
                    </a:lnTo>
                    <a:lnTo>
                      <a:pt x="936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7">
                <a:extLst>
                  <a:ext uri="{FF2B5EF4-FFF2-40B4-BE49-F238E27FC236}">
                    <a16:creationId xmlns:a16="http://schemas.microsoft.com/office/drawing/2014/main" id="{25D711E9-17BC-9368-C17F-D7B1443FC214}"/>
                  </a:ext>
                </a:extLst>
              </p:cNvPr>
              <p:cNvSpPr/>
              <p:nvPr/>
            </p:nvSpPr>
            <p:spPr>
              <a:xfrm>
                <a:off x="1141525" y="2988275"/>
                <a:ext cx="308925" cy="178875"/>
              </a:xfrm>
              <a:custGeom>
                <a:avLst/>
                <a:gdLst/>
                <a:ahLst/>
                <a:cxnLst/>
                <a:rect l="l" t="t" r="r" b="b"/>
                <a:pathLst>
                  <a:path w="12357" h="7155" extrusionOk="0">
                    <a:moveTo>
                      <a:pt x="3182" y="1"/>
                    </a:moveTo>
                    <a:lnTo>
                      <a:pt x="2089" y="14"/>
                    </a:lnTo>
                    <a:lnTo>
                      <a:pt x="1025" y="42"/>
                    </a:lnTo>
                    <a:lnTo>
                      <a:pt x="1" y="69"/>
                    </a:lnTo>
                    <a:lnTo>
                      <a:pt x="1" y="7155"/>
                    </a:lnTo>
                    <a:lnTo>
                      <a:pt x="12356" y="7155"/>
                    </a:lnTo>
                    <a:lnTo>
                      <a:pt x="12356" y="28"/>
                    </a:lnTo>
                    <a:lnTo>
                      <a:pt x="10895" y="14"/>
                    </a:lnTo>
                    <a:lnTo>
                      <a:pt x="93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7">
                <a:extLst>
                  <a:ext uri="{FF2B5EF4-FFF2-40B4-BE49-F238E27FC236}">
                    <a16:creationId xmlns:a16="http://schemas.microsoft.com/office/drawing/2014/main" id="{A6A8B4EB-354B-59E7-0412-CEE141EDC9C5}"/>
                  </a:ext>
                </a:extLst>
              </p:cNvPr>
              <p:cNvSpPr/>
              <p:nvPr/>
            </p:nvSpPr>
            <p:spPr>
              <a:xfrm>
                <a:off x="2216000" y="1724050"/>
                <a:ext cx="290125" cy="290150"/>
              </a:xfrm>
              <a:custGeom>
                <a:avLst/>
                <a:gdLst/>
                <a:ahLst/>
                <a:cxnLst/>
                <a:rect l="l" t="t" r="r" b="b"/>
                <a:pathLst>
                  <a:path w="11605" h="11606" extrusionOk="0">
                    <a:moveTo>
                      <a:pt x="5830" y="1"/>
                    </a:moveTo>
                    <a:lnTo>
                      <a:pt x="5557" y="14"/>
                    </a:lnTo>
                    <a:lnTo>
                      <a:pt x="5270" y="28"/>
                    </a:lnTo>
                    <a:lnTo>
                      <a:pt x="4997" y="55"/>
                    </a:lnTo>
                    <a:lnTo>
                      <a:pt x="4710" y="110"/>
                    </a:lnTo>
                    <a:lnTo>
                      <a:pt x="4437" y="164"/>
                    </a:lnTo>
                    <a:lnTo>
                      <a:pt x="4164" y="246"/>
                    </a:lnTo>
                    <a:lnTo>
                      <a:pt x="3891" y="328"/>
                    </a:lnTo>
                    <a:lnTo>
                      <a:pt x="3618" y="437"/>
                    </a:lnTo>
                    <a:lnTo>
                      <a:pt x="3345" y="547"/>
                    </a:lnTo>
                    <a:lnTo>
                      <a:pt x="3086" y="683"/>
                    </a:lnTo>
                    <a:lnTo>
                      <a:pt x="2826" y="833"/>
                    </a:lnTo>
                    <a:lnTo>
                      <a:pt x="2567" y="997"/>
                    </a:lnTo>
                    <a:lnTo>
                      <a:pt x="2335" y="1161"/>
                    </a:lnTo>
                    <a:lnTo>
                      <a:pt x="2103" y="1339"/>
                    </a:lnTo>
                    <a:lnTo>
                      <a:pt x="1884" y="1530"/>
                    </a:lnTo>
                    <a:lnTo>
                      <a:pt x="1666" y="1734"/>
                    </a:lnTo>
                    <a:lnTo>
                      <a:pt x="1475" y="1939"/>
                    </a:lnTo>
                    <a:lnTo>
                      <a:pt x="1297" y="2158"/>
                    </a:lnTo>
                    <a:lnTo>
                      <a:pt x="1120" y="2376"/>
                    </a:lnTo>
                    <a:lnTo>
                      <a:pt x="956" y="2608"/>
                    </a:lnTo>
                    <a:lnTo>
                      <a:pt x="806" y="2854"/>
                    </a:lnTo>
                    <a:lnTo>
                      <a:pt x="669" y="3100"/>
                    </a:lnTo>
                    <a:lnTo>
                      <a:pt x="546" y="3345"/>
                    </a:lnTo>
                    <a:lnTo>
                      <a:pt x="437" y="3605"/>
                    </a:lnTo>
                    <a:lnTo>
                      <a:pt x="341" y="3864"/>
                    </a:lnTo>
                    <a:lnTo>
                      <a:pt x="246" y="4124"/>
                    </a:lnTo>
                    <a:lnTo>
                      <a:pt x="178" y="4397"/>
                    </a:lnTo>
                    <a:lnTo>
                      <a:pt x="109" y="4670"/>
                    </a:lnTo>
                    <a:lnTo>
                      <a:pt x="68" y="4943"/>
                    </a:lnTo>
                    <a:lnTo>
                      <a:pt x="27" y="5216"/>
                    </a:lnTo>
                    <a:lnTo>
                      <a:pt x="14" y="5503"/>
                    </a:lnTo>
                    <a:lnTo>
                      <a:pt x="0" y="5776"/>
                    </a:lnTo>
                    <a:lnTo>
                      <a:pt x="0" y="6062"/>
                    </a:lnTo>
                    <a:lnTo>
                      <a:pt x="27" y="6335"/>
                    </a:lnTo>
                    <a:lnTo>
                      <a:pt x="55" y="6622"/>
                    </a:lnTo>
                    <a:lnTo>
                      <a:pt x="109" y="6895"/>
                    </a:lnTo>
                    <a:lnTo>
                      <a:pt x="164" y="7168"/>
                    </a:lnTo>
                    <a:lnTo>
                      <a:pt x="232" y="7455"/>
                    </a:lnTo>
                    <a:lnTo>
                      <a:pt x="328" y="7728"/>
                    </a:lnTo>
                    <a:lnTo>
                      <a:pt x="423" y="8001"/>
                    </a:lnTo>
                    <a:lnTo>
                      <a:pt x="546" y="8260"/>
                    </a:lnTo>
                    <a:lnTo>
                      <a:pt x="683" y="8533"/>
                    </a:lnTo>
                    <a:lnTo>
                      <a:pt x="833" y="8793"/>
                    </a:lnTo>
                    <a:lnTo>
                      <a:pt x="983" y="9039"/>
                    </a:lnTo>
                    <a:lnTo>
                      <a:pt x="1161" y="9284"/>
                    </a:lnTo>
                    <a:lnTo>
                      <a:pt x="1338" y="9516"/>
                    </a:lnTo>
                    <a:lnTo>
                      <a:pt x="1529" y="9735"/>
                    </a:lnTo>
                    <a:lnTo>
                      <a:pt x="1734" y="9940"/>
                    </a:lnTo>
                    <a:lnTo>
                      <a:pt x="1939" y="10131"/>
                    </a:lnTo>
                    <a:lnTo>
                      <a:pt x="2157" y="10322"/>
                    </a:lnTo>
                    <a:lnTo>
                      <a:pt x="2376" y="10486"/>
                    </a:lnTo>
                    <a:lnTo>
                      <a:pt x="2608" y="10650"/>
                    </a:lnTo>
                    <a:lnTo>
                      <a:pt x="2854" y="10800"/>
                    </a:lnTo>
                    <a:lnTo>
                      <a:pt x="3099" y="10936"/>
                    </a:lnTo>
                    <a:lnTo>
                      <a:pt x="3345" y="11059"/>
                    </a:lnTo>
                    <a:lnTo>
                      <a:pt x="3604" y="11168"/>
                    </a:lnTo>
                    <a:lnTo>
                      <a:pt x="3864" y="11278"/>
                    </a:lnTo>
                    <a:lnTo>
                      <a:pt x="4123" y="11360"/>
                    </a:lnTo>
                    <a:lnTo>
                      <a:pt x="4396" y="11428"/>
                    </a:lnTo>
                    <a:lnTo>
                      <a:pt x="4669" y="11496"/>
                    </a:lnTo>
                    <a:lnTo>
                      <a:pt x="4942" y="11537"/>
                    </a:lnTo>
                    <a:lnTo>
                      <a:pt x="5215" y="11578"/>
                    </a:lnTo>
                    <a:lnTo>
                      <a:pt x="5488" y="11605"/>
                    </a:lnTo>
                    <a:lnTo>
                      <a:pt x="6048" y="11605"/>
                    </a:lnTo>
                    <a:lnTo>
                      <a:pt x="6335" y="11592"/>
                    </a:lnTo>
                    <a:lnTo>
                      <a:pt x="6608" y="11551"/>
                    </a:lnTo>
                    <a:lnTo>
                      <a:pt x="6895" y="11510"/>
                    </a:lnTo>
                    <a:lnTo>
                      <a:pt x="7168" y="11441"/>
                    </a:lnTo>
                    <a:lnTo>
                      <a:pt x="7441" y="11373"/>
                    </a:lnTo>
                    <a:lnTo>
                      <a:pt x="7714" y="11278"/>
                    </a:lnTo>
                    <a:lnTo>
                      <a:pt x="7987" y="11182"/>
                    </a:lnTo>
                    <a:lnTo>
                      <a:pt x="8260" y="11059"/>
                    </a:lnTo>
                    <a:lnTo>
                      <a:pt x="8519" y="10936"/>
                    </a:lnTo>
                    <a:lnTo>
                      <a:pt x="8779" y="10786"/>
                    </a:lnTo>
                    <a:lnTo>
                      <a:pt x="9038" y="10622"/>
                    </a:lnTo>
                    <a:lnTo>
                      <a:pt x="9284" y="10458"/>
                    </a:lnTo>
                    <a:lnTo>
                      <a:pt x="9502" y="10267"/>
                    </a:lnTo>
                    <a:lnTo>
                      <a:pt x="9721" y="10076"/>
                    </a:lnTo>
                    <a:lnTo>
                      <a:pt x="9939" y="9885"/>
                    </a:lnTo>
                    <a:lnTo>
                      <a:pt x="10130" y="9667"/>
                    </a:lnTo>
                    <a:lnTo>
                      <a:pt x="10308" y="9462"/>
                    </a:lnTo>
                    <a:lnTo>
                      <a:pt x="10485" y="9230"/>
                    </a:lnTo>
                    <a:lnTo>
                      <a:pt x="10649" y="8998"/>
                    </a:lnTo>
                    <a:lnTo>
                      <a:pt x="10799" y="8766"/>
                    </a:lnTo>
                    <a:lnTo>
                      <a:pt x="10936" y="8520"/>
                    </a:lnTo>
                    <a:lnTo>
                      <a:pt x="11059" y="8260"/>
                    </a:lnTo>
                    <a:lnTo>
                      <a:pt x="11168" y="8015"/>
                    </a:lnTo>
                    <a:lnTo>
                      <a:pt x="11264" y="7755"/>
                    </a:lnTo>
                    <a:lnTo>
                      <a:pt x="11359" y="7482"/>
                    </a:lnTo>
                    <a:lnTo>
                      <a:pt x="11427" y="7223"/>
                    </a:lnTo>
                    <a:lnTo>
                      <a:pt x="11496" y="6950"/>
                    </a:lnTo>
                    <a:lnTo>
                      <a:pt x="11537" y="6677"/>
                    </a:lnTo>
                    <a:lnTo>
                      <a:pt x="11578" y="6390"/>
                    </a:lnTo>
                    <a:lnTo>
                      <a:pt x="11591" y="6117"/>
                    </a:lnTo>
                    <a:lnTo>
                      <a:pt x="11605" y="5844"/>
                    </a:lnTo>
                    <a:lnTo>
                      <a:pt x="11605" y="5557"/>
                    </a:lnTo>
                    <a:lnTo>
                      <a:pt x="11578" y="5284"/>
                    </a:lnTo>
                    <a:lnTo>
                      <a:pt x="11550" y="4997"/>
                    </a:lnTo>
                    <a:lnTo>
                      <a:pt x="11496" y="4724"/>
                    </a:lnTo>
                    <a:lnTo>
                      <a:pt x="11441" y="4438"/>
                    </a:lnTo>
                    <a:lnTo>
                      <a:pt x="11373" y="4165"/>
                    </a:lnTo>
                    <a:lnTo>
                      <a:pt x="11277" y="3892"/>
                    </a:lnTo>
                    <a:lnTo>
                      <a:pt x="11182" y="3619"/>
                    </a:lnTo>
                    <a:lnTo>
                      <a:pt x="11059" y="3345"/>
                    </a:lnTo>
                    <a:lnTo>
                      <a:pt x="10922" y="3086"/>
                    </a:lnTo>
                    <a:lnTo>
                      <a:pt x="10786" y="2827"/>
                    </a:lnTo>
                    <a:lnTo>
                      <a:pt x="10622" y="2567"/>
                    </a:lnTo>
                    <a:lnTo>
                      <a:pt x="10444" y="2335"/>
                    </a:lnTo>
                    <a:lnTo>
                      <a:pt x="10267" y="2103"/>
                    </a:lnTo>
                    <a:lnTo>
                      <a:pt x="10076" y="1885"/>
                    </a:lnTo>
                    <a:lnTo>
                      <a:pt x="9871" y="1680"/>
                    </a:lnTo>
                    <a:lnTo>
                      <a:pt x="9666" y="1475"/>
                    </a:lnTo>
                    <a:lnTo>
                      <a:pt x="9448" y="1298"/>
                    </a:lnTo>
                    <a:lnTo>
                      <a:pt x="9229" y="1120"/>
                    </a:lnTo>
                    <a:lnTo>
                      <a:pt x="8997" y="956"/>
                    </a:lnTo>
                    <a:lnTo>
                      <a:pt x="8751" y="820"/>
                    </a:lnTo>
                    <a:lnTo>
                      <a:pt x="8519" y="683"/>
                    </a:lnTo>
                    <a:lnTo>
                      <a:pt x="8260" y="547"/>
                    </a:lnTo>
                    <a:lnTo>
                      <a:pt x="8001" y="437"/>
                    </a:lnTo>
                    <a:lnTo>
                      <a:pt x="7741" y="342"/>
                    </a:lnTo>
                    <a:lnTo>
                      <a:pt x="7482" y="260"/>
                    </a:lnTo>
                    <a:lnTo>
                      <a:pt x="7209" y="178"/>
                    </a:lnTo>
                    <a:lnTo>
                      <a:pt x="6936" y="123"/>
                    </a:lnTo>
                    <a:lnTo>
                      <a:pt x="6663" y="69"/>
                    </a:lnTo>
                    <a:lnTo>
                      <a:pt x="6390" y="42"/>
                    </a:lnTo>
                    <a:lnTo>
                      <a:pt x="6117" y="14"/>
                    </a:lnTo>
                    <a:lnTo>
                      <a:pt x="5830" y="1"/>
                    </a:lnTo>
                    <a:close/>
                  </a:path>
                </a:pathLst>
              </a:custGeom>
              <a:solidFill>
                <a:srgbClr val="8955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7">
                <a:extLst>
                  <a:ext uri="{FF2B5EF4-FFF2-40B4-BE49-F238E27FC236}">
                    <a16:creationId xmlns:a16="http://schemas.microsoft.com/office/drawing/2014/main" id="{3706E052-5D29-33D2-AE23-1D60FC6B4C20}"/>
                  </a:ext>
                </a:extLst>
              </p:cNvPr>
              <p:cNvSpPr/>
              <p:nvPr/>
            </p:nvSpPr>
            <p:spPr>
              <a:xfrm>
                <a:off x="838775" y="4682925"/>
                <a:ext cx="385025" cy="49150"/>
              </a:xfrm>
              <a:custGeom>
                <a:avLst/>
                <a:gdLst/>
                <a:ahLst/>
                <a:cxnLst/>
                <a:rect l="l" t="t" r="r" b="b"/>
                <a:pathLst>
                  <a:path w="15401" h="1966" extrusionOk="0">
                    <a:moveTo>
                      <a:pt x="1" y="0"/>
                    </a:moveTo>
                    <a:lnTo>
                      <a:pt x="1" y="1966"/>
                    </a:lnTo>
                    <a:lnTo>
                      <a:pt x="15401" y="1966"/>
                    </a:lnTo>
                    <a:lnTo>
                      <a:pt x="1540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7">
                <a:extLst>
                  <a:ext uri="{FF2B5EF4-FFF2-40B4-BE49-F238E27FC236}">
                    <a16:creationId xmlns:a16="http://schemas.microsoft.com/office/drawing/2014/main" id="{05DE0E92-16BC-F979-3C7F-4243AE968DE3}"/>
                  </a:ext>
                </a:extLst>
              </p:cNvPr>
              <p:cNvSpPr/>
              <p:nvPr/>
            </p:nvSpPr>
            <p:spPr>
              <a:xfrm>
                <a:off x="1336750" y="4682925"/>
                <a:ext cx="385050" cy="49150"/>
              </a:xfrm>
              <a:custGeom>
                <a:avLst/>
                <a:gdLst/>
                <a:ahLst/>
                <a:cxnLst/>
                <a:rect l="l" t="t" r="r" b="b"/>
                <a:pathLst>
                  <a:path w="15402" h="1966" extrusionOk="0">
                    <a:moveTo>
                      <a:pt x="1" y="0"/>
                    </a:moveTo>
                    <a:lnTo>
                      <a:pt x="1" y="1966"/>
                    </a:lnTo>
                    <a:lnTo>
                      <a:pt x="15401" y="1966"/>
                    </a:lnTo>
                    <a:lnTo>
                      <a:pt x="1540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7">
                <a:extLst>
                  <a:ext uri="{FF2B5EF4-FFF2-40B4-BE49-F238E27FC236}">
                    <a16:creationId xmlns:a16="http://schemas.microsoft.com/office/drawing/2014/main" id="{618AB37C-0E74-E78F-238E-A4FE7BFD3AD0}"/>
                  </a:ext>
                </a:extLst>
              </p:cNvPr>
              <p:cNvSpPr/>
              <p:nvPr/>
            </p:nvSpPr>
            <p:spPr>
              <a:xfrm>
                <a:off x="457200" y="3084875"/>
                <a:ext cx="261125" cy="261125"/>
              </a:xfrm>
              <a:custGeom>
                <a:avLst/>
                <a:gdLst/>
                <a:ahLst/>
                <a:cxnLst/>
                <a:rect l="l" t="t" r="r" b="b"/>
                <a:pathLst>
                  <a:path w="10445" h="10445" extrusionOk="0">
                    <a:moveTo>
                      <a:pt x="4997" y="1"/>
                    </a:moveTo>
                    <a:lnTo>
                      <a:pt x="4737" y="28"/>
                    </a:lnTo>
                    <a:lnTo>
                      <a:pt x="4492" y="55"/>
                    </a:lnTo>
                    <a:lnTo>
                      <a:pt x="4232" y="96"/>
                    </a:lnTo>
                    <a:lnTo>
                      <a:pt x="3987" y="151"/>
                    </a:lnTo>
                    <a:lnTo>
                      <a:pt x="3741" y="219"/>
                    </a:lnTo>
                    <a:lnTo>
                      <a:pt x="3495" y="301"/>
                    </a:lnTo>
                    <a:lnTo>
                      <a:pt x="3249" y="383"/>
                    </a:lnTo>
                    <a:lnTo>
                      <a:pt x="3004" y="492"/>
                    </a:lnTo>
                    <a:lnTo>
                      <a:pt x="2771" y="615"/>
                    </a:lnTo>
                    <a:lnTo>
                      <a:pt x="2539" y="738"/>
                    </a:lnTo>
                    <a:lnTo>
                      <a:pt x="2307" y="888"/>
                    </a:lnTo>
                    <a:lnTo>
                      <a:pt x="2089" y="1038"/>
                    </a:lnTo>
                    <a:lnTo>
                      <a:pt x="1884" y="1202"/>
                    </a:lnTo>
                    <a:lnTo>
                      <a:pt x="1679" y="1379"/>
                    </a:lnTo>
                    <a:lnTo>
                      <a:pt x="1502" y="1557"/>
                    </a:lnTo>
                    <a:lnTo>
                      <a:pt x="1324" y="1748"/>
                    </a:lnTo>
                    <a:lnTo>
                      <a:pt x="1160" y="1939"/>
                    </a:lnTo>
                    <a:lnTo>
                      <a:pt x="997" y="2144"/>
                    </a:lnTo>
                    <a:lnTo>
                      <a:pt x="860" y="2349"/>
                    </a:lnTo>
                    <a:lnTo>
                      <a:pt x="724" y="2567"/>
                    </a:lnTo>
                    <a:lnTo>
                      <a:pt x="601" y="2786"/>
                    </a:lnTo>
                    <a:lnTo>
                      <a:pt x="491" y="3004"/>
                    </a:lnTo>
                    <a:lnTo>
                      <a:pt x="382" y="3236"/>
                    </a:lnTo>
                    <a:lnTo>
                      <a:pt x="300" y="3468"/>
                    </a:lnTo>
                    <a:lnTo>
                      <a:pt x="218" y="3714"/>
                    </a:lnTo>
                    <a:lnTo>
                      <a:pt x="150" y="3960"/>
                    </a:lnTo>
                    <a:lnTo>
                      <a:pt x="96" y="4192"/>
                    </a:lnTo>
                    <a:lnTo>
                      <a:pt x="55" y="4451"/>
                    </a:lnTo>
                    <a:lnTo>
                      <a:pt x="27" y="4697"/>
                    </a:lnTo>
                    <a:lnTo>
                      <a:pt x="0" y="4943"/>
                    </a:lnTo>
                    <a:lnTo>
                      <a:pt x="0" y="5202"/>
                    </a:lnTo>
                    <a:lnTo>
                      <a:pt x="0" y="5448"/>
                    </a:lnTo>
                    <a:lnTo>
                      <a:pt x="14" y="5694"/>
                    </a:lnTo>
                    <a:lnTo>
                      <a:pt x="41" y="5953"/>
                    </a:lnTo>
                    <a:lnTo>
                      <a:pt x="82" y="6199"/>
                    </a:lnTo>
                    <a:lnTo>
                      <a:pt x="137" y="6458"/>
                    </a:lnTo>
                    <a:lnTo>
                      <a:pt x="205" y="6704"/>
                    </a:lnTo>
                    <a:lnTo>
                      <a:pt x="287" y="6950"/>
                    </a:lnTo>
                    <a:lnTo>
                      <a:pt x="382" y="7195"/>
                    </a:lnTo>
                    <a:lnTo>
                      <a:pt x="491" y="7441"/>
                    </a:lnTo>
                    <a:lnTo>
                      <a:pt x="601" y="7673"/>
                    </a:lnTo>
                    <a:lnTo>
                      <a:pt x="737" y="7905"/>
                    </a:lnTo>
                    <a:lnTo>
                      <a:pt x="887" y="8137"/>
                    </a:lnTo>
                    <a:lnTo>
                      <a:pt x="1038" y="8356"/>
                    </a:lnTo>
                    <a:lnTo>
                      <a:pt x="1201" y="8561"/>
                    </a:lnTo>
                    <a:lnTo>
                      <a:pt x="1365" y="8752"/>
                    </a:lnTo>
                    <a:lnTo>
                      <a:pt x="1543" y="8943"/>
                    </a:lnTo>
                    <a:lnTo>
                      <a:pt x="1734" y="9120"/>
                    </a:lnTo>
                    <a:lnTo>
                      <a:pt x="1925" y="9284"/>
                    </a:lnTo>
                    <a:lnTo>
                      <a:pt x="2130" y="9434"/>
                    </a:lnTo>
                    <a:lnTo>
                      <a:pt x="2348" y="9585"/>
                    </a:lnTo>
                    <a:lnTo>
                      <a:pt x="2553" y="9721"/>
                    </a:lnTo>
                    <a:lnTo>
                      <a:pt x="2771" y="9844"/>
                    </a:lnTo>
                    <a:lnTo>
                      <a:pt x="3004" y="9953"/>
                    </a:lnTo>
                    <a:lnTo>
                      <a:pt x="3236" y="10049"/>
                    </a:lnTo>
                    <a:lnTo>
                      <a:pt x="3468" y="10144"/>
                    </a:lnTo>
                    <a:lnTo>
                      <a:pt x="3700" y="10226"/>
                    </a:lnTo>
                    <a:lnTo>
                      <a:pt x="3946" y="10295"/>
                    </a:lnTo>
                    <a:lnTo>
                      <a:pt x="4191" y="10349"/>
                    </a:lnTo>
                    <a:lnTo>
                      <a:pt x="4437" y="10390"/>
                    </a:lnTo>
                    <a:lnTo>
                      <a:pt x="4683" y="10417"/>
                    </a:lnTo>
                    <a:lnTo>
                      <a:pt x="4942" y="10445"/>
                    </a:lnTo>
                    <a:lnTo>
                      <a:pt x="5434" y="10445"/>
                    </a:lnTo>
                    <a:lnTo>
                      <a:pt x="5693" y="10431"/>
                    </a:lnTo>
                    <a:lnTo>
                      <a:pt x="5939" y="10390"/>
                    </a:lnTo>
                    <a:lnTo>
                      <a:pt x="6198" y="10349"/>
                    </a:lnTo>
                    <a:lnTo>
                      <a:pt x="6444" y="10295"/>
                    </a:lnTo>
                    <a:lnTo>
                      <a:pt x="6690" y="10226"/>
                    </a:lnTo>
                    <a:lnTo>
                      <a:pt x="6936" y="10158"/>
                    </a:lnTo>
                    <a:lnTo>
                      <a:pt x="7181" y="10062"/>
                    </a:lnTo>
                    <a:lnTo>
                      <a:pt x="7427" y="9953"/>
                    </a:lnTo>
                    <a:lnTo>
                      <a:pt x="7659" y="9830"/>
                    </a:lnTo>
                    <a:lnTo>
                      <a:pt x="7905" y="9708"/>
                    </a:lnTo>
                    <a:lnTo>
                      <a:pt x="8123" y="9557"/>
                    </a:lnTo>
                    <a:lnTo>
                      <a:pt x="8342" y="9407"/>
                    </a:lnTo>
                    <a:lnTo>
                      <a:pt x="8547" y="9243"/>
                    </a:lnTo>
                    <a:lnTo>
                      <a:pt x="8751" y="9066"/>
                    </a:lnTo>
                    <a:lnTo>
                      <a:pt x="8929" y="8888"/>
                    </a:lnTo>
                    <a:lnTo>
                      <a:pt x="9106" y="8697"/>
                    </a:lnTo>
                    <a:lnTo>
                      <a:pt x="9270" y="8506"/>
                    </a:lnTo>
                    <a:lnTo>
                      <a:pt x="9434" y="8301"/>
                    </a:lnTo>
                    <a:lnTo>
                      <a:pt x="9571" y="8097"/>
                    </a:lnTo>
                    <a:lnTo>
                      <a:pt x="9707" y="7878"/>
                    </a:lnTo>
                    <a:lnTo>
                      <a:pt x="9830" y="7660"/>
                    </a:lnTo>
                    <a:lnTo>
                      <a:pt x="9939" y="7441"/>
                    </a:lnTo>
                    <a:lnTo>
                      <a:pt x="10048" y="7209"/>
                    </a:lnTo>
                    <a:lnTo>
                      <a:pt x="10130" y="6977"/>
                    </a:lnTo>
                    <a:lnTo>
                      <a:pt x="10212" y="6731"/>
                    </a:lnTo>
                    <a:lnTo>
                      <a:pt x="10280" y="6499"/>
                    </a:lnTo>
                    <a:lnTo>
                      <a:pt x="10335" y="6253"/>
                    </a:lnTo>
                    <a:lnTo>
                      <a:pt x="10376" y="6008"/>
                    </a:lnTo>
                    <a:lnTo>
                      <a:pt x="10417" y="5748"/>
                    </a:lnTo>
                    <a:lnTo>
                      <a:pt x="10431" y="5503"/>
                    </a:lnTo>
                    <a:lnTo>
                      <a:pt x="10444" y="5257"/>
                    </a:lnTo>
                    <a:lnTo>
                      <a:pt x="10431" y="4997"/>
                    </a:lnTo>
                    <a:lnTo>
                      <a:pt x="10417" y="4752"/>
                    </a:lnTo>
                    <a:lnTo>
                      <a:pt x="10390" y="4492"/>
                    </a:lnTo>
                    <a:lnTo>
                      <a:pt x="10349" y="4246"/>
                    </a:lnTo>
                    <a:lnTo>
                      <a:pt x="10294" y="3987"/>
                    </a:lnTo>
                    <a:lnTo>
                      <a:pt x="10226" y="3741"/>
                    </a:lnTo>
                    <a:lnTo>
                      <a:pt x="10144" y="3496"/>
                    </a:lnTo>
                    <a:lnTo>
                      <a:pt x="10048" y="3250"/>
                    </a:lnTo>
                    <a:lnTo>
                      <a:pt x="9953" y="3018"/>
                    </a:lnTo>
                    <a:lnTo>
                      <a:pt x="9830" y="2772"/>
                    </a:lnTo>
                    <a:lnTo>
                      <a:pt x="9693" y="2540"/>
                    </a:lnTo>
                    <a:lnTo>
                      <a:pt x="9557" y="2308"/>
                    </a:lnTo>
                    <a:lnTo>
                      <a:pt x="9393" y="2089"/>
                    </a:lnTo>
                    <a:lnTo>
                      <a:pt x="9229" y="1885"/>
                    </a:lnTo>
                    <a:lnTo>
                      <a:pt x="9065" y="1693"/>
                    </a:lnTo>
                    <a:lnTo>
                      <a:pt x="8888" y="1502"/>
                    </a:lnTo>
                    <a:lnTo>
                      <a:pt x="8697" y="1325"/>
                    </a:lnTo>
                    <a:lnTo>
                      <a:pt x="8506" y="1161"/>
                    </a:lnTo>
                    <a:lnTo>
                      <a:pt x="8301" y="1011"/>
                    </a:lnTo>
                    <a:lnTo>
                      <a:pt x="8096" y="861"/>
                    </a:lnTo>
                    <a:lnTo>
                      <a:pt x="7878" y="724"/>
                    </a:lnTo>
                    <a:lnTo>
                      <a:pt x="7659" y="601"/>
                    </a:lnTo>
                    <a:lnTo>
                      <a:pt x="7427" y="492"/>
                    </a:lnTo>
                    <a:lnTo>
                      <a:pt x="7195" y="396"/>
                    </a:lnTo>
                    <a:lnTo>
                      <a:pt x="6963" y="301"/>
                    </a:lnTo>
                    <a:lnTo>
                      <a:pt x="6731" y="219"/>
                    </a:lnTo>
                    <a:lnTo>
                      <a:pt x="6485" y="164"/>
                    </a:lnTo>
                    <a:lnTo>
                      <a:pt x="6239" y="110"/>
                    </a:lnTo>
                    <a:lnTo>
                      <a:pt x="5994" y="55"/>
                    </a:lnTo>
                    <a:lnTo>
                      <a:pt x="5748" y="28"/>
                    </a:lnTo>
                    <a:lnTo>
                      <a:pt x="5502" y="14"/>
                    </a:lnTo>
                    <a:lnTo>
                      <a:pt x="5243" y="1"/>
                    </a:lnTo>
                    <a:close/>
                  </a:path>
                </a:pathLst>
              </a:custGeom>
              <a:solidFill>
                <a:srgbClr val="8955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7">
                <a:extLst>
                  <a:ext uri="{FF2B5EF4-FFF2-40B4-BE49-F238E27FC236}">
                    <a16:creationId xmlns:a16="http://schemas.microsoft.com/office/drawing/2014/main" id="{FE6A6C19-8A64-2CE6-7EC7-E5D9222CD60D}"/>
                  </a:ext>
                </a:extLst>
              </p:cNvPr>
              <p:cNvSpPr/>
              <p:nvPr/>
            </p:nvSpPr>
            <p:spPr>
              <a:xfrm>
                <a:off x="2254225" y="1538375"/>
                <a:ext cx="76825" cy="265225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10609" extrusionOk="0">
                    <a:moveTo>
                      <a:pt x="1516" y="1"/>
                    </a:moveTo>
                    <a:lnTo>
                      <a:pt x="1365" y="14"/>
                    </a:lnTo>
                    <a:lnTo>
                      <a:pt x="1215" y="41"/>
                    </a:lnTo>
                    <a:lnTo>
                      <a:pt x="1065" y="69"/>
                    </a:lnTo>
                    <a:lnTo>
                      <a:pt x="929" y="123"/>
                    </a:lnTo>
                    <a:lnTo>
                      <a:pt x="792" y="192"/>
                    </a:lnTo>
                    <a:lnTo>
                      <a:pt x="669" y="260"/>
                    </a:lnTo>
                    <a:lnTo>
                      <a:pt x="546" y="356"/>
                    </a:lnTo>
                    <a:lnTo>
                      <a:pt x="437" y="451"/>
                    </a:lnTo>
                    <a:lnTo>
                      <a:pt x="342" y="560"/>
                    </a:lnTo>
                    <a:lnTo>
                      <a:pt x="260" y="683"/>
                    </a:lnTo>
                    <a:lnTo>
                      <a:pt x="178" y="806"/>
                    </a:lnTo>
                    <a:lnTo>
                      <a:pt x="109" y="943"/>
                    </a:lnTo>
                    <a:lnTo>
                      <a:pt x="68" y="1079"/>
                    </a:lnTo>
                    <a:lnTo>
                      <a:pt x="28" y="1229"/>
                    </a:lnTo>
                    <a:lnTo>
                      <a:pt x="0" y="1379"/>
                    </a:lnTo>
                    <a:lnTo>
                      <a:pt x="0" y="1530"/>
                    </a:lnTo>
                    <a:lnTo>
                      <a:pt x="0" y="9080"/>
                    </a:lnTo>
                    <a:lnTo>
                      <a:pt x="0" y="9243"/>
                    </a:lnTo>
                    <a:lnTo>
                      <a:pt x="28" y="9394"/>
                    </a:lnTo>
                    <a:lnTo>
                      <a:pt x="68" y="9530"/>
                    </a:lnTo>
                    <a:lnTo>
                      <a:pt x="109" y="9680"/>
                    </a:lnTo>
                    <a:lnTo>
                      <a:pt x="178" y="9803"/>
                    </a:lnTo>
                    <a:lnTo>
                      <a:pt x="260" y="9940"/>
                    </a:lnTo>
                    <a:lnTo>
                      <a:pt x="342" y="10049"/>
                    </a:lnTo>
                    <a:lnTo>
                      <a:pt x="437" y="10158"/>
                    </a:lnTo>
                    <a:lnTo>
                      <a:pt x="546" y="10254"/>
                    </a:lnTo>
                    <a:lnTo>
                      <a:pt x="669" y="10349"/>
                    </a:lnTo>
                    <a:lnTo>
                      <a:pt x="792" y="10417"/>
                    </a:lnTo>
                    <a:lnTo>
                      <a:pt x="929" y="10486"/>
                    </a:lnTo>
                    <a:lnTo>
                      <a:pt x="1065" y="10540"/>
                    </a:lnTo>
                    <a:lnTo>
                      <a:pt x="1215" y="10581"/>
                    </a:lnTo>
                    <a:lnTo>
                      <a:pt x="1365" y="10595"/>
                    </a:lnTo>
                    <a:lnTo>
                      <a:pt x="1516" y="10609"/>
                    </a:lnTo>
                    <a:lnTo>
                      <a:pt x="1557" y="10609"/>
                    </a:lnTo>
                    <a:lnTo>
                      <a:pt x="1707" y="10595"/>
                    </a:lnTo>
                    <a:lnTo>
                      <a:pt x="1857" y="10581"/>
                    </a:lnTo>
                    <a:lnTo>
                      <a:pt x="2007" y="10540"/>
                    </a:lnTo>
                    <a:lnTo>
                      <a:pt x="2144" y="10486"/>
                    </a:lnTo>
                    <a:lnTo>
                      <a:pt x="2280" y="10417"/>
                    </a:lnTo>
                    <a:lnTo>
                      <a:pt x="2403" y="10349"/>
                    </a:lnTo>
                    <a:lnTo>
                      <a:pt x="2526" y="10254"/>
                    </a:lnTo>
                    <a:lnTo>
                      <a:pt x="2635" y="10158"/>
                    </a:lnTo>
                    <a:lnTo>
                      <a:pt x="2731" y="10049"/>
                    </a:lnTo>
                    <a:lnTo>
                      <a:pt x="2813" y="9940"/>
                    </a:lnTo>
                    <a:lnTo>
                      <a:pt x="2895" y="9803"/>
                    </a:lnTo>
                    <a:lnTo>
                      <a:pt x="2963" y="9680"/>
                    </a:lnTo>
                    <a:lnTo>
                      <a:pt x="3004" y="9530"/>
                    </a:lnTo>
                    <a:lnTo>
                      <a:pt x="3045" y="9394"/>
                    </a:lnTo>
                    <a:lnTo>
                      <a:pt x="3072" y="9243"/>
                    </a:lnTo>
                    <a:lnTo>
                      <a:pt x="3072" y="9080"/>
                    </a:lnTo>
                    <a:lnTo>
                      <a:pt x="3072" y="1530"/>
                    </a:lnTo>
                    <a:lnTo>
                      <a:pt x="3072" y="1379"/>
                    </a:lnTo>
                    <a:lnTo>
                      <a:pt x="3045" y="1229"/>
                    </a:lnTo>
                    <a:lnTo>
                      <a:pt x="3004" y="1079"/>
                    </a:lnTo>
                    <a:lnTo>
                      <a:pt x="2963" y="943"/>
                    </a:lnTo>
                    <a:lnTo>
                      <a:pt x="2895" y="806"/>
                    </a:lnTo>
                    <a:lnTo>
                      <a:pt x="2813" y="683"/>
                    </a:lnTo>
                    <a:lnTo>
                      <a:pt x="2731" y="560"/>
                    </a:lnTo>
                    <a:lnTo>
                      <a:pt x="2635" y="451"/>
                    </a:lnTo>
                    <a:lnTo>
                      <a:pt x="2526" y="356"/>
                    </a:lnTo>
                    <a:lnTo>
                      <a:pt x="2403" y="260"/>
                    </a:lnTo>
                    <a:lnTo>
                      <a:pt x="2280" y="192"/>
                    </a:lnTo>
                    <a:lnTo>
                      <a:pt x="2144" y="123"/>
                    </a:lnTo>
                    <a:lnTo>
                      <a:pt x="2007" y="69"/>
                    </a:lnTo>
                    <a:lnTo>
                      <a:pt x="1857" y="41"/>
                    </a:lnTo>
                    <a:lnTo>
                      <a:pt x="1707" y="14"/>
                    </a:lnTo>
                    <a:lnTo>
                      <a:pt x="1557" y="1"/>
                    </a:lnTo>
                    <a:close/>
                  </a:path>
                </a:pathLst>
              </a:custGeom>
              <a:solidFill>
                <a:srgbClr val="8955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7">
                <a:extLst>
                  <a:ext uri="{FF2B5EF4-FFF2-40B4-BE49-F238E27FC236}">
                    <a16:creationId xmlns:a16="http://schemas.microsoft.com/office/drawing/2014/main" id="{C51089C5-0CF9-91EC-278D-A986E7CAAD18}"/>
                  </a:ext>
                </a:extLst>
              </p:cNvPr>
              <p:cNvSpPr/>
              <p:nvPr/>
            </p:nvSpPr>
            <p:spPr>
              <a:xfrm>
                <a:off x="2285275" y="1728500"/>
                <a:ext cx="88075" cy="213325"/>
              </a:xfrm>
              <a:custGeom>
                <a:avLst/>
                <a:gdLst/>
                <a:ahLst/>
                <a:cxnLst/>
                <a:rect l="l" t="t" r="r" b="b"/>
                <a:pathLst>
                  <a:path w="3523" h="8533" extrusionOk="0">
                    <a:moveTo>
                      <a:pt x="2977" y="0"/>
                    </a:moveTo>
                    <a:lnTo>
                      <a:pt x="2786" y="109"/>
                    </a:lnTo>
                    <a:lnTo>
                      <a:pt x="2581" y="218"/>
                    </a:lnTo>
                    <a:lnTo>
                      <a:pt x="2403" y="355"/>
                    </a:lnTo>
                    <a:lnTo>
                      <a:pt x="2226" y="505"/>
                    </a:lnTo>
                    <a:lnTo>
                      <a:pt x="2062" y="669"/>
                    </a:lnTo>
                    <a:lnTo>
                      <a:pt x="1898" y="847"/>
                    </a:lnTo>
                    <a:lnTo>
                      <a:pt x="1748" y="1038"/>
                    </a:lnTo>
                    <a:lnTo>
                      <a:pt x="1598" y="1229"/>
                    </a:lnTo>
                    <a:lnTo>
                      <a:pt x="1461" y="1434"/>
                    </a:lnTo>
                    <a:lnTo>
                      <a:pt x="1339" y="1652"/>
                    </a:lnTo>
                    <a:lnTo>
                      <a:pt x="1093" y="2062"/>
                    </a:lnTo>
                    <a:lnTo>
                      <a:pt x="874" y="2485"/>
                    </a:lnTo>
                    <a:lnTo>
                      <a:pt x="683" y="2881"/>
                    </a:lnTo>
                    <a:lnTo>
                      <a:pt x="519" y="3208"/>
                    </a:lnTo>
                    <a:lnTo>
                      <a:pt x="383" y="3550"/>
                    </a:lnTo>
                    <a:lnTo>
                      <a:pt x="274" y="3905"/>
                    </a:lnTo>
                    <a:lnTo>
                      <a:pt x="178" y="4246"/>
                    </a:lnTo>
                    <a:lnTo>
                      <a:pt x="96" y="4601"/>
                    </a:lnTo>
                    <a:lnTo>
                      <a:pt x="42" y="4956"/>
                    </a:lnTo>
                    <a:lnTo>
                      <a:pt x="14" y="5311"/>
                    </a:lnTo>
                    <a:lnTo>
                      <a:pt x="1" y="5652"/>
                    </a:lnTo>
                    <a:lnTo>
                      <a:pt x="14" y="6007"/>
                    </a:lnTo>
                    <a:lnTo>
                      <a:pt x="42" y="6362"/>
                    </a:lnTo>
                    <a:lnTo>
                      <a:pt x="96" y="6717"/>
                    </a:lnTo>
                    <a:lnTo>
                      <a:pt x="178" y="7058"/>
                    </a:lnTo>
                    <a:lnTo>
                      <a:pt x="287" y="7400"/>
                    </a:lnTo>
                    <a:lnTo>
                      <a:pt x="410" y="7741"/>
                    </a:lnTo>
                    <a:lnTo>
                      <a:pt x="574" y="8069"/>
                    </a:lnTo>
                    <a:lnTo>
                      <a:pt x="752" y="8396"/>
                    </a:lnTo>
                    <a:lnTo>
                      <a:pt x="779" y="8424"/>
                    </a:lnTo>
                    <a:lnTo>
                      <a:pt x="806" y="8451"/>
                    </a:lnTo>
                    <a:lnTo>
                      <a:pt x="902" y="8492"/>
                    </a:lnTo>
                    <a:lnTo>
                      <a:pt x="997" y="8519"/>
                    </a:lnTo>
                    <a:lnTo>
                      <a:pt x="1120" y="8533"/>
                    </a:lnTo>
                    <a:lnTo>
                      <a:pt x="1216" y="8533"/>
                    </a:lnTo>
                    <a:lnTo>
                      <a:pt x="1298" y="8519"/>
                    </a:lnTo>
                    <a:lnTo>
                      <a:pt x="1339" y="8492"/>
                    </a:lnTo>
                    <a:lnTo>
                      <a:pt x="1352" y="8465"/>
                    </a:lnTo>
                    <a:lnTo>
                      <a:pt x="1339" y="8451"/>
                    </a:lnTo>
                    <a:lnTo>
                      <a:pt x="1175" y="8137"/>
                    </a:lnTo>
                    <a:lnTo>
                      <a:pt x="1025" y="7837"/>
                    </a:lnTo>
                    <a:lnTo>
                      <a:pt x="902" y="7523"/>
                    </a:lnTo>
                    <a:lnTo>
                      <a:pt x="792" y="7209"/>
                    </a:lnTo>
                    <a:lnTo>
                      <a:pt x="724" y="6881"/>
                    </a:lnTo>
                    <a:lnTo>
                      <a:pt x="670" y="6567"/>
                    </a:lnTo>
                    <a:lnTo>
                      <a:pt x="629" y="6253"/>
                    </a:lnTo>
                    <a:lnTo>
                      <a:pt x="615" y="5925"/>
                    </a:lnTo>
                    <a:lnTo>
                      <a:pt x="615" y="5611"/>
                    </a:lnTo>
                    <a:lnTo>
                      <a:pt x="642" y="5284"/>
                    </a:lnTo>
                    <a:lnTo>
                      <a:pt x="683" y="4956"/>
                    </a:lnTo>
                    <a:lnTo>
                      <a:pt x="738" y="4628"/>
                    </a:lnTo>
                    <a:lnTo>
                      <a:pt x="820" y="4314"/>
                    </a:lnTo>
                    <a:lnTo>
                      <a:pt x="902" y="3987"/>
                    </a:lnTo>
                    <a:lnTo>
                      <a:pt x="1011" y="3659"/>
                    </a:lnTo>
                    <a:lnTo>
                      <a:pt x="1134" y="3331"/>
                    </a:lnTo>
                    <a:lnTo>
                      <a:pt x="1298" y="2922"/>
                    </a:lnTo>
                    <a:lnTo>
                      <a:pt x="1502" y="2485"/>
                    </a:lnTo>
                    <a:lnTo>
                      <a:pt x="1762" y="2034"/>
                    </a:lnTo>
                    <a:lnTo>
                      <a:pt x="1898" y="1802"/>
                    </a:lnTo>
                    <a:lnTo>
                      <a:pt x="2035" y="1570"/>
                    </a:lnTo>
                    <a:lnTo>
                      <a:pt x="2199" y="1352"/>
                    </a:lnTo>
                    <a:lnTo>
                      <a:pt x="2349" y="1147"/>
                    </a:lnTo>
                    <a:lnTo>
                      <a:pt x="2526" y="956"/>
                    </a:lnTo>
                    <a:lnTo>
                      <a:pt x="2704" y="765"/>
                    </a:lnTo>
                    <a:lnTo>
                      <a:pt x="2881" y="601"/>
                    </a:lnTo>
                    <a:lnTo>
                      <a:pt x="3072" y="464"/>
                    </a:lnTo>
                    <a:lnTo>
                      <a:pt x="3264" y="328"/>
                    </a:lnTo>
                    <a:lnTo>
                      <a:pt x="3468" y="232"/>
                    </a:lnTo>
                    <a:lnTo>
                      <a:pt x="3496" y="218"/>
                    </a:lnTo>
                    <a:lnTo>
                      <a:pt x="3523" y="191"/>
                    </a:lnTo>
                    <a:lnTo>
                      <a:pt x="3523" y="178"/>
                    </a:lnTo>
                    <a:lnTo>
                      <a:pt x="3509" y="150"/>
                    </a:lnTo>
                    <a:lnTo>
                      <a:pt x="3441" y="109"/>
                    </a:lnTo>
                    <a:lnTo>
                      <a:pt x="3359" y="68"/>
                    </a:lnTo>
                    <a:lnTo>
                      <a:pt x="3250" y="27"/>
                    </a:lnTo>
                    <a:lnTo>
                      <a:pt x="31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7">
                <a:extLst>
                  <a:ext uri="{FF2B5EF4-FFF2-40B4-BE49-F238E27FC236}">
                    <a16:creationId xmlns:a16="http://schemas.microsoft.com/office/drawing/2014/main" id="{646C6A03-25B0-867E-A259-3C35715C8868}"/>
                  </a:ext>
                </a:extLst>
              </p:cNvPr>
              <p:cNvSpPr/>
              <p:nvPr/>
            </p:nvSpPr>
            <p:spPr>
              <a:xfrm>
                <a:off x="2379825" y="1763975"/>
                <a:ext cx="76475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6869" extrusionOk="0">
                    <a:moveTo>
                      <a:pt x="2567" y="1"/>
                    </a:moveTo>
                    <a:lnTo>
                      <a:pt x="2335" y="83"/>
                    </a:lnTo>
                    <a:lnTo>
                      <a:pt x="2117" y="178"/>
                    </a:lnTo>
                    <a:lnTo>
                      <a:pt x="1898" y="288"/>
                    </a:lnTo>
                    <a:lnTo>
                      <a:pt x="1707" y="424"/>
                    </a:lnTo>
                    <a:lnTo>
                      <a:pt x="1529" y="561"/>
                    </a:lnTo>
                    <a:lnTo>
                      <a:pt x="1352" y="725"/>
                    </a:lnTo>
                    <a:lnTo>
                      <a:pt x="1188" y="888"/>
                    </a:lnTo>
                    <a:lnTo>
                      <a:pt x="1038" y="1079"/>
                    </a:lnTo>
                    <a:lnTo>
                      <a:pt x="901" y="1271"/>
                    </a:lnTo>
                    <a:lnTo>
                      <a:pt x="779" y="1475"/>
                    </a:lnTo>
                    <a:lnTo>
                      <a:pt x="656" y="1694"/>
                    </a:lnTo>
                    <a:lnTo>
                      <a:pt x="546" y="1912"/>
                    </a:lnTo>
                    <a:lnTo>
                      <a:pt x="451" y="2144"/>
                    </a:lnTo>
                    <a:lnTo>
                      <a:pt x="369" y="2376"/>
                    </a:lnTo>
                    <a:lnTo>
                      <a:pt x="287" y="2622"/>
                    </a:lnTo>
                    <a:lnTo>
                      <a:pt x="219" y="2868"/>
                    </a:lnTo>
                    <a:lnTo>
                      <a:pt x="164" y="3114"/>
                    </a:lnTo>
                    <a:lnTo>
                      <a:pt x="110" y="3373"/>
                    </a:lnTo>
                    <a:lnTo>
                      <a:pt x="69" y="3633"/>
                    </a:lnTo>
                    <a:lnTo>
                      <a:pt x="41" y="3892"/>
                    </a:lnTo>
                    <a:lnTo>
                      <a:pt x="0" y="4397"/>
                    </a:lnTo>
                    <a:lnTo>
                      <a:pt x="0" y="4902"/>
                    </a:lnTo>
                    <a:lnTo>
                      <a:pt x="14" y="5407"/>
                    </a:lnTo>
                    <a:lnTo>
                      <a:pt x="69" y="5872"/>
                    </a:lnTo>
                    <a:lnTo>
                      <a:pt x="151" y="6322"/>
                    </a:lnTo>
                    <a:lnTo>
                      <a:pt x="246" y="6732"/>
                    </a:lnTo>
                    <a:lnTo>
                      <a:pt x="260" y="6759"/>
                    </a:lnTo>
                    <a:lnTo>
                      <a:pt x="287" y="6786"/>
                    </a:lnTo>
                    <a:lnTo>
                      <a:pt x="369" y="6827"/>
                    </a:lnTo>
                    <a:lnTo>
                      <a:pt x="465" y="6855"/>
                    </a:lnTo>
                    <a:lnTo>
                      <a:pt x="574" y="6868"/>
                    </a:lnTo>
                    <a:lnTo>
                      <a:pt x="683" y="6868"/>
                    </a:lnTo>
                    <a:lnTo>
                      <a:pt x="779" y="6855"/>
                    </a:lnTo>
                    <a:lnTo>
                      <a:pt x="806" y="6841"/>
                    </a:lnTo>
                    <a:lnTo>
                      <a:pt x="833" y="6814"/>
                    </a:lnTo>
                    <a:lnTo>
                      <a:pt x="847" y="6786"/>
                    </a:lnTo>
                    <a:lnTo>
                      <a:pt x="833" y="6759"/>
                    </a:lnTo>
                    <a:lnTo>
                      <a:pt x="765" y="6500"/>
                    </a:lnTo>
                    <a:lnTo>
                      <a:pt x="710" y="6254"/>
                    </a:lnTo>
                    <a:lnTo>
                      <a:pt x="656" y="6008"/>
                    </a:lnTo>
                    <a:lnTo>
                      <a:pt x="628" y="5762"/>
                    </a:lnTo>
                    <a:lnTo>
                      <a:pt x="587" y="5517"/>
                    </a:lnTo>
                    <a:lnTo>
                      <a:pt x="574" y="5271"/>
                    </a:lnTo>
                    <a:lnTo>
                      <a:pt x="560" y="5025"/>
                    </a:lnTo>
                    <a:lnTo>
                      <a:pt x="560" y="4779"/>
                    </a:lnTo>
                    <a:lnTo>
                      <a:pt x="574" y="4534"/>
                    </a:lnTo>
                    <a:lnTo>
                      <a:pt x="587" y="4301"/>
                    </a:lnTo>
                    <a:lnTo>
                      <a:pt x="615" y="4056"/>
                    </a:lnTo>
                    <a:lnTo>
                      <a:pt x="656" y="3810"/>
                    </a:lnTo>
                    <a:lnTo>
                      <a:pt x="697" y="3564"/>
                    </a:lnTo>
                    <a:lnTo>
                      <a:pt x="751" y="3318"/>
                    </a:lnTo>
                    <a:lnTo>
                      <a:pt x="820" y="3073"/>
                    </a:lnTo>
                    <a:lnTo>
                      <a:pt x="901" y="2827"/>
                    </a:lnTo>
                    <a:lnTo>
                      <a:pt x="1024" y="2458"/>
                    </a:lnTo>
                    <a:lnTo>
                      <a:pt x="1202" y="2076"/>
                    </a:lnTo>
                    <a:lnTo>
                      <a:pt x="1297" y="1871"/>
                    </a:lnTo>
                    <a:lnTo>
                      <a:pt x="1407" y="1680"/>
                    </a:lnTo>
                    <a:lnTo>
                      <a:pt x="1529" y="1489"/>
                    </a:lnTo>
                    <a:lnTo>
                      <a:pt x="1652" y="1298"/>
                    </a:lnTo>
                    <a:lnTo>
                      <a:pt x="1789" y="1120"/>
                    </a:lnTo>
                    <a:lnTo>
                      <a:pt x="1939" y="943"/>
                    </a:lnTo>
                    <a:lnTo>
                      <a:pt x="2089" y="793"/>
                    </a:lnTo>
                    <a:lnTo>
                      <a:pt x="2253" y="643"/>
                    </a:lnTo>
                    <a:lnTo>
                      <a:pt x="2417" y="520"/>
                    </a:lnTo>
                    <a:lnTo>
                      <a:pt x="2594" y="410"/>
                    </a:lnTo>
                    <a:lnTo>
                      <a:pt x="2772" y="315"/>
                    </a:lnTo>
                    <a:lnTo>
                      <a:pt x="2963" y="247"/>
                    </a:lnTo>
                    <a:lnTo>
                      <a:pt x="3018" y="233"/>
                    </a:lnTo>
                    <a:lnTo>
                      <a:pt x="3045" y="206"/>
                    </a:lnTo>
                    <a:lnTo>
                      <a:pt x="3059" y="192"/>
                    </a:lnTo>
                    <a:lnTo>
                      <a:pt x="3059" y="165"/>
                    </a:lnTo>
                    <a:lnTo>
                      <a:pt x="3045" y="151"/>
                    </a:lnTo>
                    <a:lnTo>
                      <a:pt x="3018" y="124"/>
                    </a:lnTo>
                    <a:lnTo>
                      <a:pt x="2936" y="83"/>
                    </a:lnTo>
                    <a:lnTo>
                      <a:pt x="2840" y="42"/>
                    </a:lnTo>
                    <a:lnTo>
                      <a:pt x="2731" y="15"/>
                    </a:lnTo>
                    <a:lnTo>
                      <a:pt x="2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7">
                <a:extLst>
                  <a:ext uri="{FF2B5EF4-FFF2-40B4-BE49-F238E27FC236}">
                    <a16:creationId xmlns:a16="http://schemas.microsoft.com/office/drawing/2014/main" id="{72DAF54B-44D6-DA32-6663-A29B0F0185F0}"/>
                  </a:ext>
                </a:extLst>
              </p:cNvPr>
              <p:cNvSpPr/>
              <p:nvPr/>
            </p:nvSpPr>
            <p:spPr>
              <a:xfrm>
                <a:off x="2191075" y="1754775"/>
                <a:ext cx="20242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8097" h="3755" extrusionOk="0">
                    <a:moveTo>
                      <a:pt x="1857" y="0"/>
                    </a:moveTo>
                    <a:lnTo>
                      <a:pt x="1666" y="14"/>
                    </a:lnTo>
                    <a:lnTo>
                      <a:pt x="1489" y="41"/>
                    </a:lnTo>
                    <a:lnTo>
                      <a:pt x="1311" y="82"/>
                    </a:lnTo>
                    <a:lnTo>
                      <a:pt x="1134" y="150"/>
                    </a:lnTo>
                    <a:lnTo>
                      <a:pt x="970" y="219"/>
                    </a:lnTo>
                    <a:lnTo>
                      <a:pt x="820" y="314"/>
                    </a:lnTo>
                    <a:lnTo>
                      <a:pt x="669" y="424"/>
                    </a:lnTo>
                    <a:lnTo>
                      <a:pt x="547" y="546"/>
                    </a:lnTo>
                    <a:lnTo>
                      <a:pt x="424" y="669"/>
                    </a:lnTo>
                    <a:lnTo>
                      <a:pt x="314" y="819"/>
                    </a:lnTo>
                    <a:lnTo>
                      <a:pt x="219" y="970"/>
                    </a:lnTo>
                    <a:lnTo>
                      <a:pt x="137" y="1133"/>
                    </a:lnTo>
                    <a:lnTo>
                      <a:pt x="82" y="1311"/>
                    </a:lnTo>
                    <a:lnTo>
                      <a:pt x="28" y="1488"/>
                    </a:lnTo>
                    <a:lnTo>
                      <a:pt x="0" y="1666"/>
                    </a:lnTo>
                    <a:lnTo>
                      <a:pt x="0" y="1857"/>
                    </a:lnTo>
                    <a:lnTo>
                      <a:pt x="0" y="1898"/>
                    </a:lnTo>
                    <a:lnTo>
                      <a:pt x="0" y="2089"/>
                    </a:lnTo>
                    <a:lnTo>
                      <a:pt x="28" y="2280"/>
                    </a:lnTo>
                    <a:lnTo>
                      <a:pt x="82" y="2458"/>
                    </a:lnTo>
                    <a:lnTo>
                      <a:pt x="137" y="2622"/>
                    </a:lnTo>
                    <a:lnTo>
                      <a:pt x="219" y="2785"/>
                    </a:lnTo>
                    <a:lnTo>
                      <a:pt x="314" y="2936"/>
                    </a:lnTo>
                    <a:lnTo>
                      <a:pt x="424" y="3086"/>
                    </a:lnTo>
                    <a:lnTo>
                      <a:pt x="547" y="3209"/>
                    </a:lnTo>
                    <a:lnTo>
                      <a:pt x="669" y="3332"/>
                    </a:lnTo>
                    <a:lnTo>
                      <a:pt x="820" y="3441"/>
                    </a:lnTo>
                    <a:lnTo>
                      <a:pt x="970" y="3536"/>
                    </a:lnTo>
                    <a:lnTo>
                      <a:pt x="1134" y="3618"/>
                    </a:lnTo>
                    <a:lnTo>
                      <a:pt x="1311" y="3673"/>
                    </a:lnTo>
                    <a:lnTo>
                      <a:pt x="1489" y="3727"/>
                    </a:lnTo>
                    <a:lnTo>
                      <a:pt x="1666" y="3755"/>
                    </a:lnTo>
                    <a:lnTo>
                      <a:pt x="6417" y="3755"/>
                    </a:lnTo>
                    <a:lnTo>
                      <a:pt x="6608" y="3727"/>
                    </a:lnTo>
                    <a:lnTo>
                      <a:pt x="6786" y="3673"/>
                    </a:lnTo>
                    <a:lnTo>
                      <a:pt x="6950" y="3618"/>
                    </a:lnTo>
                    <a:lnTo>
                      <a:pt x="7114" y="3536"/>
                    </a:lnTo>
                    <a:lnTo>
                      <a:pt x="7277" y="3441"/>
                    </a:lnTo>
                    <a:lnTo>
                      <a:pt x="7414" y="3332"/>
                    </a:lnTo>
                    <a:lnTo>
                      <a:pt x="7550" y="3209"/>
                    </a:lnTo>
                    <a:lnTo>
                      <a:pt x="7673" y="3086"/>
                    </a:lnTo>
                    <a:lnTo>
                      <a:pt x="7769" y="2936"/>
                    </a:lnTo>
                    <a:lnTo>
                      <a:pt x="7864" y="2785"/>
                    </a:lnTo>
                    <a:lnTo>
                      <a:pt x="7946" y="2622"/>
                    </a:lnTo>
                    <a:lnTo>
                      <a:pt x="8015" y="2458"/>
                    </a:lnTo>
                    <a:lnTo>
                      <a:pt x="8056" y="2280"/>
                    </a:lnTo>
                    <a:lnTo>
                      <a:pt x="8083" y="2089"/>
                    </a:lnTo>
                    <a:lnTo>
                      <a:pt x="8096" y="1898"/>
                    </a:lnTo>
                    <a:lnTo>
                      <a:pt x="8096" y="1857"/>
                    </a:lnTo>
                    <a:lnTo>
                      <a:pt x="8083" y="1666"/>
                    </a:lnTo>
                    <a:lnTo>
                      <a:pt x="8056" y="1488"/>
                    </a:lnTo>
                    <a:lnTo>
                      <a:pt x="8015" y="1311"/>
                    </a:lnTo>
                    <a:lnTo>
                      <a:pt x="7946" y="1133"/>
                    </a:lnTo>
                    <a:lnTo>
                      <a:pt x="7864" y="970"/>
                    </a:lnTo>
                    <a:lnTo>
                      <a:pt x="7769" y="819"/>
                    </a:lnTo>
                    <a:lnTo>
                      <a:pt x="7673" y="669"/>
                    </a:lnTo>
                    <a:lnTo>
                      <a:pt x="7550" y="546"/>
                    </a:lnTo>
                    <a:lnTo>
                      <a:pt x="7414" y="424"/>
                    </a:lnTo>
                    <a:lnTo>
                      <a:pt x="7277" y="314"/>
                    </a:lnTo>
                    <a:lnTo>
                      <a:pt x="7114" y="219"/>
                    </a:lnTo>
                    <a:lnTo>
                      <a:pt x="6950" y="150"/>
                    </a:lnTo>
                    <a:lnTo>
                      <a:pt x="6786" y="82"/>
                    </a:lnTo>
                    <a:lnTo>
                      <a:pt x="6608" y="41"/>
                    </a:lnTo>
                    <a:lnTo>
                      <a:pt x="6417" y="14"/>
                    </a:lnTo>
                    <a:lnTo>
                      <a:pt x="6226" y="0"/>
                    </a:lnTo>
                    <a:close/>
                  </a:path>
                </a:pathLst>
              </a:custGeom>
              <a:solidFill>
                <a:srgbClr val="8955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7">
                <a:extLst>
                  <a:ext uri="{FF2B5EF4-FFF2-40B4-BE49-F238E27FC236}">
                    <a16:creationId xmlns:a16="http://schemas.microsoft.com/office/drawing/2014/main" id="{AE3AF90A-30D6-2588-4A27-62BDC1C63CFD}"/>
                  </a:ext>
                </a:extLst>
              </p:cNvPr>
              <p:cNvSpPr/>
              <p:nvPr/>
            </p:nvSpPr>
            <p:spPr>
              <a:xfrm>
                <a:off x="2319400" y="1779350"/>
                <a:ext cx="60100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2404" h="2240" extrusionOk="0">
                    <a:moveTo>
                      <a:pt x="1" y="0"/>
                    </a:moveTo>
                    <a:lnTo>
                      <a:pt x="1" y="2239"/>
                    </a:lnTo>
                    <a:lnTo>
                      <a:pt x="1298" y="2239"/>
                    </a:lnTo>
                    <a:lnTo>
                      <a:pt x="1421" y="2226"/>
                    </a:lnTo>
                    <a:lnTo>
                      <a:pt x="1530" y="2212"/>
                    </a:lnTo>
                    <a:lnTo>
                      <a:pt x="1626" y="2185"/>
                    </a:lnTo>
                    <a:lnTo>
                      <a:pt x="1735" y="2144"/>
                    </a:lnTo>
                    <a:lnTo>
                      <a:pt x="1830" y="2103"/>
                    </a:lnTo>
                    <a:lnTo>
                      <a:pt x="1926" y="2048"/>
                    </a:lnTo>
                    <a:lnTo>
                      <a:pt x="2008" y="1980"/>
                    </a:lnTo>
                    <a:lnTo>
                      <a:pt x="2090" y="1912"/>
                    </a:lnTo>
                    <a:lnTo>
                      <a:pt x="2158" y="1830"/>
                    </a:lnTo>
                    <a:lnTo>
                      <a:pt x="2226" y="1748"/>
                    </a:lnTo>
                    <a:lnTo>
                      <a:pt x="2281" y="1652"/>
                    </a:lnTo>
                    <a:lnTo>
                      <a:pt x="2322" y="1557"/>
                    </a:lnTo>
                    <a:lnTo>
                      <a:pt x="2363" y="1461"/>
                    </a:lnTo>
                    <a:lnTo>
                      <a:pt x="2390" y="1352"/>
                    </a:lnTo>
                    <a:lnTo>
                      <a:pt x="2404" y="1243"/>
                    </a:lnTo>
                    <a:lnTo>
                      <a:pt x="2404" y="1133"/>
                    </a:lnTo>
                    <a:lnTo>
                      <a:pt x="2404" y="1106"/>
                    </a:lnTo>
                    <a:lnTo>
                      <a:pt x="2404" y="997"/>
                    </a:lnTo>
                    <a:lnTo>
                      <a:pt x="2390" y="888"/>
                    </a:lnTo>
                    <a:lnTo>
                      <a:pt x="2363" y="778"/>
                    </a:lnTo>
                    <a:lnTo>
                      <a:pt x="2322" y="669"/>
                    </a:lnTo>
                    <a:lnTo>
                      <a:pt x="2281" y="574"/>
                    </a:lnTo>
                    <a:lnTo>
                      <a:pt x="2226" y="492"/>
                    </a:lnTo>
                    <a:lnTo>
                      <a:pt x="2158" y="396"/>
                    </a:lnTo>
                    <a:lnTo>
                      <a:pt x="2090" y="314"/>
                    </a:lnTo>
                    <a:lnTo>
                      <a:pt x="2008" y="246"/>
                    </a:lnTo>
                    <a:lnTo>
                      <a:pt x="1926" y="191"/>
                    </a:lnTo>
                    <a:lnTo>
                      <a:pt x="1830" y="137"/>
                    </a:lnTo>
                    <a:lnTo>
                      <a:pt x="1735" y="82"/>
                    </a:lnTo>
                    <a:lnTo>
                      <a:pt x="1626" y="41"/>
                    </a:lnTo>
                    <a:lnTo>
                      <a:pt x="1530" y="14"/>
                    </a:lnTo>
                    <a:lnTo>
                      <a:pt x="1421" y="0"/>
                    </a:lnTo>
                    <a:close/>
                  </a:path>
                </a:pathLst>
              </a:custGeom>
              <a:solidFill>
                <a:srgbClr val="A867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7">
                <a:extLst>
                  <a:ext uri="{FF2B5EF4-FFF2-40B4-BE49-F238E27FC236}">
                    <a16:creationId xmlns:a16="http://schemas.microsoft.com/office/drawing/2014/main" id="{E2A4F150-D743-5CB3-3070-050FDFC98A4D}"/>
                  </a:ext>
                </a:extLst>
              </p:cNvPr>
              <p:cNvSpPr/>
              <p:nvPr/>
            </p:nvSpPr>
            <p:spPr>
              <a:xfrm>
                <a:off x="1200575" y="1810075"/>
                <a:ext cx="18125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82" extrusionOk="0">
                    <a:moveTo>
                      <a:pt x="0" y="82"/>
                    </a:moveTo>
                    <a:lnTo>
                      <a:pt x="0" y="82"/>
                    </a:lnTo>
                    <a:lnTo>
                      <a:pt x="355" y="41"/>
                    </a:lnTo>
                    <a:lnTo>
                      <a:pt x="724" y="0"/>
                    </a:lnTo>
                    <a:lnTo>
                      <a:pt x="724" y="0"/>
                    </a:lnTo>
                    <a:lnTo>
                      <a:pt x="355" y="41"/>
                    </a:lnTo>
                    <a:lnTo>
                      <a:pt x="0" y="82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7">
                <a:extLst>
                  <a:ext uri="{FF2B5EF4-FFF2-40B4-BE49-F238E27FC236}">
                    <a16:creationId xmlns:a16="http://schemas.microsoft.com/office/drawing/2014/main" id="{032B3CE3-DA54-A09D-9F95-CC21B0DA47D8}"/>
                  </a:ext>
                </a:extLst>
              </p:cNvPr>
              <p:cNvSpPr/>
              <p:nvPr/>
            </p:nvSpPr>
            <p:spPr>
              <a:xfrm>
                <a:off x="897475" y="1826100"/>
                <a:ext cx="244075" cy="1742450"/>
              </a:xfrm>
              <a:custGeom>
                <a:avLst/>
                <a:gdLst/>
                <a:ahLst/>
                <a:cxnLst/>
                <a:rect l="l" t="t" r="r" b="b"/>
                <a:pathLst>
                  <a:path w="9763" h="69698" extrusionOk="0">
                    <a:moveTo>
                      <a:pt x="8698" y="124"/>
                    </a:moveTo>
                    <a:lnTo>
                      <a:pt x="8534" y="151"/>
                    </a:lnTo>
                    <a:lnTo>
                      <a:pt x="8522" y="163"/>
                    </a:lnTo>
                    <a:lnTo>
                      <a:pt x="8522" y="163"/>
                    </a:lnTo>
                    <a:lnTo>
                      <a:pt x="8526" y="162"/>
                    </a:lnTo>
                    <a:lnTo>
                      <a:pt x="8526" y="162"/>
                    </a:lnTo>
                    <a:lnTo>
                      <a:pt x="8547" y="151"/>
                    </a:lnTo>
                    <a:lnTo>
                      <a:pt x="8629" y="139"/>
                    </a:lnTo>
                    <a:lnTo>
                      <a:pt x="8629" y="139"/>
                    </a:lnTo>
                    <a:lnTo>
                      <a:pt x="8698" y="124"/>
                    </a:lnTo>
                    <a:close/>
                    <a:moveTo>
                      <a:pt x="9640" y="1"/>
                    </a:moveTo>
                    <a:lnTo>
                      <a:pt x="9435" y="28"/>
                    </a:lnTo>
                    <a:lnTo>
                      <a:pt x="8916" y="96"/>
                    </a:lnTo>
                    <a:lnTo>
                      <a:pt x="8629" y="139"/>
                    </a:lnTo>
                    <a:lnTo>
                      <a:pt x="8629" y="139"/>
                    </a:lnTo>
                    <a:lnTo>
                      <a:pt x="8526" y="162"/>
                    </a:lnTo>
                    <a:lnTo>
                      <a:pt x="8526" y="162"/>
                    </a:lnTo>
                    <a:lnTo>
                      <a:pt x="8520" y="165"/>
                    </a:lnTo>
                    <a:lnTo>
                      <a:pt x="8522" y="163"/>
                    </a:lnTo>
                    <a:lnTo>
                      <a:pt x="8522" y="163"/>
                    </a:lnTo>
                    <a:lnTo>
                      <a:pt x="8329" y="205"/>
                    </a:lnTo>
                    <a:lnTo>
                      <a:pt x="7974" y="315"/>
                    </a:lnTo>
                    <a:lnTo>
                      <a:pt x="7605" y="451"/>
                    </a:lnTo>
                    <a:lnTo>
                      <a:pt x="7250" y="601"/>
                    </a:lnTo>
                    <a:lnTo>
                      <a:pt x="6882" y="793"/>
                    </a:lnTo>
                    <a:lnTo>
                      <a:pt x="6513" y="997"/>
                    </a:lnTo>
                    <a:lnTo>
                      <a:pt x="6158" y="1216"/>
                    </a:lnTo>
                    <a:lnTo>
                      <a:pt x="5790" y="1462"/>
                    </a:lnTo>
                    <a:lnTo>
                      <a:pt x="5435" y="1721"/>
                    </a:lnTo>
                    <a:lnTo>
                      <a:pt x="5093" y="2021"/>
                    </a:lnTo>
                    <a:lnTo>
                      <a:pt x="4738" y="2322"/>
                    </a:lnTo>
                    <a:lnTo>
                      <a:pt x="4397" y="2649"/>
                    </a:lnTo>
                    <a:lnTo>
                      <a:pt x="4069" y="2991"/>
                    </a:lnTo>
                    <a:lnTo>
                      <a:pt x="3755" y="3359"/>
                    </a:lnTo>
                    <a:lnTo>
                      <a:pt x="3441" y="3742"/>
                    </a:lnTo>
                    <a:lnTo>
                      <a:pt x="3127" y="4137"/>
                    </a:lnTo>
                    <a:lnTo>
                      <a:pt x="2841" y="4561"/>
                    </a:lnTo>
                    <a:lnTo>
                      <a:pt x="2554" y="4984"/>
                    </a:lnTo>
                    <a:lnTo>
                      <a:pt x="2295" y="5434"/>
                    </a:lnTo>
                    <a:lnTo>
                      <a:pt x="2035" y="5899"/>
                    </a:lnTo>
                    <a:lnTo>
                      <a:pt x="1803" y="6390"/>
                    </a:lnTo>
                    <a:lnTo>
                      <a:pt x="1585" y="6882"/>
                    </a:lnTo>
                    <a:lnTo>
                      <a:pt x="1366" y="7387"/>
                    </a:lnTo>
                    <a:lnTo>
                      <a:pt x="1189" y="7906"/>
                    </a:lnTo>
                    <a:lnTo>
                      <a:pt x="1011" y="8452"/>
                    </a:lnTo>
                    <a:lnTo>
                      <a:pt x="861" y="8998"/>
                    </a:lnTo>
                    <a:lnTo>
                      <a:pt x="738" y="9558"/>
                    </a:lnTo>
                    <a:lnTo>
                      <a:pt x="629" y="10131"/>
                    </a:lnTo>
                    <a:lnTo>
                      <a:pt x="547" y="10718"/>
                    </a:lnTo>
                    <a:lnTo>
                      <a:pt x="479" y="11305"/>
                    </a:lnTo>
                    <a:lnTo>
                      <a:pt x="438" y="11919"/>
                    </a:lnTo>
                    <a:lnTo>
                      <a:pt x="424" y="12534"/>
                    </a:lnTo>
                    <a:lnTo>
                      <a:pt x="1" y="69697"/>
                    </a:lnTo>
                    <a:lnTo>
                      <a:pt x="9763" y="69697"/>
                    </a:lnTo>
                    <a:lnTo>
                      <a:pt x="97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7">
                <a:extLst>
                  <a:ext uri="{FF2B5EF4-FFF2-40B4-BE49-F238E27FC236}">
                    <a16:creationId xmlns:a16="http://schemas.microsoft.com/office/drawing/2014/main" id="{3F68C91E-35A4-067A-D2E5-01D48A25F021}"/>
                  </a:ext>
                </a:extLst>
              </p:cNvPr>
              <p:cNvSpPr/>
              <p:nvPr/>
            </p:nvSpPr>
            <p:spPr>
              <a:xfrm>
                <a:off x="1450425" y="1815525"/>
                <a:ext cx="251225" cy="1753350"/>
              </a:xfrm>
              <a:custGeom>
                <a:avLst/>
                <a:gdLst/>
                <a:ahLst/>
                <a:cxnLst/>
                <a:rect l="l" t="t" r="r" b="b"/>
                <a:pathLst>
                  <a:path w="10049" h="70134" extrusionOk="0">
                    <a:moveTo>
                      <a:pt x="0" y="0"/>
                    </a:moveTo>
                    <a:lnTo>
                      <a:pt x="0" y="70120"/>
                    </a:lnTo>
                    <a:lnTo>
                      <a:pt x="9625" y="70134"/>
                    </a:lnTo>
                    <a:lnTo>
                      <a:pt x="10049" y="12957"/>
                    </a:lnTo>
                    <a:lnTo>
                      <a:pt x="10035" y="12301"/>
                    </a:lnTo>
                    <a:lnTo>
                      <a:pt x="9980" y="11660"/>
                    </a:lnTo>
                    <a:lnTo>
                      <a:pt x="9898" y="11018"/>
                    </a:lnTo>
                    <a:lnTo>
                      <a:pt x="9803" y="10390"/>
                    </a:lnTo>
                    <a:lnTo>
                      <a:pt x="9666" y="9776"/>
                    </a:lnTo>
                    <a:lnTo>
                      <a:pt x="9502" y="9175"/>
                    </a:lnTo>
                    <a:lnTo>
                      <a:pt x="9311" y="8588"/>
                    </a:lnTo>
                    <a:lnTo>
                      <a:pt x="9107" y="8015"/>
                    </a:lnTo>
                    <a:lnTo>
                      <a:pt x="8874" y="7455"/>
                    </a:lnTo>
                    <a:lnTo>
                      <a:pt x="8615" y="6909"/>
                    </a:lnTo>
                    <a:lnTo>
                      <a:pt x="8342" y="6376"/>
                    </a:lnTo>
                    <a:lnTo>
                      <a:pt x="8055" y="5857"/>
                    </a:lnTo>
                    <a:lnTo>
                      <a:pt x="7741" y="5366"/>
                    </a:lnTo>
                    <a:lnTo>
                      <a:pt x="7414" y="4888"/>
                    </a:lnTo>
                    <a:lnTo>
                      <a:pt x="7072" y="4424"/>
                    </a:lnTo>
                    <a:lnTo>
                      <a:pt x="6704" y="3973"/>
                    </a:lnTo>
                    <a:lnTo>
                      <a:pt x="6335" y="3550"/>
                    </a:lnTo>
                    <a:lnTo>
                      <a:pt x="5953" y="3154"/>
                    </a:lnTo>
                    <a:lnTo>
                      <a:pt x="5557" y="2772"/>
                    </a:lnTo>
                    <a:lnTo>
                      <a:pt x="5147" y="2403"/>
                    </a:lnTo>
                    <a:lnTo>
                      <a:pt x="4738" y="2062"/>
                    </a:lnTo>
                    <a:lnTo>
                      <a:pt x="4314" y="1748"/>
                    </a:lnTo>
                    <a:lnTo>
                      <a:pt x="3891" y="1461"/>
                    </a:lnTo>
                    <a:lnTo>
                      <a:pt x="3468" y="1188"/>
                    </a:lnTo>
                    <a:lnTo>
                      <a:pt x="3031" y="942"/>
                    </a:lnTo>
                    <a:lnTo>
                      <a:pt x="2594" y="724"/>
                    </a:lnTo>
                    <a:lnTo>
                      <a:pt x="2157" y="533"/>
                    </a:lnTo>
                    <a:lnTo>
                      <a:pt x="1720" y="369"/>
                    </a:lnTo>
                    <a:lnTo>
                      <a:pt x="1284" y="233"/>
                    </a:lnTo>
                    <a:lnTo>
                      <a:pt x="860" y="123"/>
                    </a:lnTo>
                    <a:lnTo>
                      <a:pt x="423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7">
                <a:extLst>
                  <a:ext uri="{FF2B5EF4-FFF2-40B4-BE49-F238E27FC236}">
                    <a16:creationId xmlns:a16="http://schemas.microsoft.com/office/drawing/2014/main" id="{3C2D5437-2CBC-D21C-65D6-CE91BD656CDE}"/>
                  </a:ext>
                </a:extLst>
              </p:cNvPr>
              <p:cNvSpPr/>
              <p:nvPr/>
            </p:nvSpPr>
            <p:spPr>
              <a:xfrm>
                <a:off x="1101600" y="1802550"/>
                <a:ext cx="80900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10295" extrusionOk="0">
                    <a:moveTo>
                      <a:pt x="3236" y="1"/>
                    </a:moveTo>
                    <a:lnTo>
                      <a:pt x="2799" y="14"/>
                    </a:lnTo>
                    <a:lnTo>
                      <a:pt x="2389" y="55"/>
                    </a:lnTo>
                    <a:lnTo>
                      <a:pt x="2007" y="124"/>
                    </a:lnTo>
                    <a:lnTo>
                      <a:pt x="1830" y="178"/>
                    </a:lnTo>
                    <a:lnTo>
                      <a:pt x="1652" y="233"/>
                    </a:lnTo>
                    <a:lnTo>
                      <a:pt x="1488" y="287"/>
                    </a:lnTo>
                    <a:lnTo>
                      <a:pt x="1338" y="356"/>
                    </a:lnTo>
                    <a:lnTo>
                      <a:pt x="1188" y="424"/>
                    </a:lnTo>
                    <a:lnTo>
                      <a:pt x="1051" y="506"/>
                    </a:lnTo>
                    <a:lnTo>
                      <a:pt x="915" y="588"/>
                    </a:lnTo>
                    <a:lnTo>
                      <a:pt x="792" y="683"/>
                    </a:lnTo>
                    <a:lnTo>
                      <a:pt x="669" y="779"/>
                    </a:lnTo>
                    <a:lnTo>
                      <a:pt x="560" y="888"/>
                    </a:lnTo>
                    <a:lnTo>
                      <a:pt x="464" y="1011"/>
                    </a:lnTo>
                    <a:lnTo>
                      <a:pt x="369" y="1134"/>
                    </a:lnTo>
                    <a:lnTo>
                      <a:pt x="287" y="1243"/>
                    </a:lnTo>
                    <a:lnTo>
                      <a:pt x="232" y="1366"/>
                    </a:lnTo>
                    <a:lnTo>
                      <a:pt x="123" y="1598"/>
                    </a:lnTo>
                    <a:lnTo>
                      <a:pt x="68" y="1803"/>
                    </a:lnTo>
                    <a:lnTo>
                      <a:pt x="28" y="1980"/>
                    </a:lnTo>
                    <a:lnTo>
                      <a:pt x="14" y="2117"/>
                    </a:lnTo>
                    <a:lnTo>
                      <a:pt x="0" y="2253"/>
                    </a:lnTo>
                    <a:lnTo>
                      <a:pt x="0" y="10295"/>
                    </a:lnTo>
                    <a:lnTo>
                      <a:pt x="615" y="10295"/>
                    </a:lnTo>
                    <a:lnTo>
                      <a:pt x="615" y="2240"/>
                    </a:lnTo>
                    <a:lnTo>
                      <a:pt x="615" y="2144"/>
                    </a:lnTo>
                    <a:lnTo>
                      <a:pt x="628" y="2049"/>
                    </a:lnTo>
                    <a:lnTo>
                      <a:pt x="656" y="1926"/>
                    </a:lnTo>
                    <a:lnTo>
                      <a:pt x="710" y="1789"/>
                    </a:lnTo>
                    <a:lnTo>
                      <a:pt x="778" y="1639"/>
                    </a:lnTo>
                    <a:lnTo>
                      <a:pt x="874" y="1475"/>
                    </a:lnTo>
                    <a:lnTo>
                      <a:pt x="1011" y="1311"/>
                    </a:lnTo>
                    <a:lnTo>
                      <a:pt x="1092" y="1229"/>
                    </a:lnTo>
                    <a:lnTo>
                      <a:pt x="1188" y="1147"/>
                    </a:lnTo>
                    <a:lnTo>
                      <a:pt x="1284" y="1079"/>
                    </a:lnTo>
                    <a:lnTo>
                      <a:pt x="1393" y="1011"/>
                    </a:lnTo>
                    <a:lnTo>
                      <a:pt x="1625" y="888"/>
                    </a:lnTo>
                    <a:lnTo>
                      <a:pt x="1898" y="793"/>
                    </a:lnTo>
                    <a:lnTo>
                      <a:pt x="2185" y="711"/>
                    </a:lnTo>
                    <a:lnTo>
                      <a:pt x="2512" y="656"/>
                    </a:lnTo>
                    <a:lnTo>
                      <a:pt x="2854" y="629"/>
                    </a:lnTo>
                    <a:lnTo>
                      <a:pt x="3236" y="615"/>
                    </a:lnTo>
                    <a:lnTo>
                      <a:pt x="323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7">
                <a:extLst>
                  <a:ext uri="{FF2B5EF4-FFF2-40B4-BE49-F238E27FC236}">
                    <a16:creationId xmlns:a16="http://schemas.microsoft.com/office/drawing/2014/main" id="{BA5EF65C-ABA8-8E2B-86F6-2A9FBE63D64E}"/>
                  </a:ext>
                </a:extLst>
              </p:cNvPr>
              <p:cNvSpPr/>
              <p:nvPr/>
            </p:nvSpPr>
            <p:spPr>
              <a:xfrm>
                <a:off x="1422425" y="1802550"/>
                <a:ext cx="70675" cy="571400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22856" extrusionOk="0">
                    <a:moveTo>
                      <a:pt x="1" y="1"/>
                    </a:moveTo>
                    <a:lnTo>
                      <a:pt x="69" y="615"/>
                    </a:lnTo>
                    <a:lnTo>
                      <a:pt x="219" y="601"/>
                    </a:lnTo>
                    <a:lnTo>
                      <a:pt x="383" y="615"/>
                    </a:lnTo>
                    <a:lnTo>
                      <a:pt x="601" y="629"/>
                    </a:lnTo>
                    <a:lnTo>
                      <a:pt x="834" y="683"/>
                    </a:lnTo>
                    <a:lnTo>
                      <a:pt x="956" y="724"/>
                    </a:lnTo>
                    <a:lnTo>
                      <a:pt x="1093" y="765"/>
                    </a:lnTo>
                    <a:lnTo>
                      <a:pt x="1216" y="820"/>
                    </a:lnTo>
                    <a:lnTo>
                      <a:pt x="1339" y="888"/>
                    </a:lnTo>
                    <a:lnTo>
                      <a:pt x="1462" y="970"/>
                    </a:lnTo>
                    <a:lnTo>
                      <a:pt x="1584" y="1066"/>
                    </a:lnTo>
                    <a:lnTo>
                      <a:pt x="1735" y="1216"/>
                    </a:lnTo>
                    <a:lnTo>
                      <a:pt x="1857" y="1393"/>
                    </a:lnTo>
                    <a:lnTo>
                      <a:pt x="1967" y="1584"/>
                    </a:lnTo>
                    <a:lnTo>
                      <a:pt x="2049" y="1789"/>
                    </a:lnTo>
                    <a:lnTo>
                      <a:pt x="2117" y="2021"/>
                    </a:lnTo>
                    <a:lnTo>
                      <a:pt x="2171" y="2267"/>
                    </a:lnTo>
                    <a:lnTo>
                      <a:pt x="2199" y="2540"/>
                    </a:lnTo>
                    <a:lnTo>
                      <a:pt x="2212" y="2827"/>
                    </a:lnTo>
                    <a:lnTo>
                      <a:pt x="2212" y="22855"/>
                    </a:lnTo>
                    <a:lnTo>
                      <a:pt x="2827" y="22855"/>
                    </a:lnTo>
                    <a:lnTo>
                      <a:pt x="2827" y="2827"/>
                    </a:lnTo>
                    <a:lnTo>
                      <a:pt x="2813" y="2472"/>
                    </a:lnTo>
                    <a:lnTo>
                      <a:pt x="2772" y="2130"/>
                    </a:lnTo>
                    <a:lnTo>
                      <a:pt x="2704" y="1830"/>
                    </a:lnTo>
                    <a:lnTo>
                      <a:pt x="2608" y="1530"/>
                    </a:lnTo>
                    <a:lnTo>
                      <a:pt x="2554" y="1393"/>
                    </a:lnTo>
                    <a:lnTo>
                      <a:pt x="2499" y="1270"/>
                    </a:lnTo>
                    <a:lnTo>
                      <a:pt x="2431" y="1147"/>
                    </a:lnTo>
                    <a:lnTo>
                      <a:pt x="2349" y="1025"/>
                    </a:lnTo>
                    <a:lnTo>
                      <a:pt x="2267" y="915"/>
                    </a:lnTo>
                    <a:lnTo>
                      <a:pt x="2185" y="806"/>
                    </a:lnTo>
                    <a:lnTo>
                      <a:pt x="2090" y="711"/>
                    </a:lnTo>
                    <a:lnTo>
                      <a:pt x="1980" y="615"/>
                    </a:lnTo>
                    <a:lnTo>
                      <a:pt x="1830" y="479"/>
                    </a:lnTo>
                    <a:lnTo>
                      <a:pt x="1666" y="369"/>
                    </a:lnTo>
                    <a:lnTo>
                      <a:pt x="1502" y="287"/>
                    </a:lnTo>
                    <a:lnTo>
                      <a:pt x="1339" y="205"/>
                    </a:lnTo>
                    <a:lnTo>
                      <a:pt x="1161" y="137"/>
                    </a:lnTo>
                    <a:lnTo>
                      <a:pt x="1011" y="96"/>
                    </a:lnTo>
                    <a:lnTo>
                      <a:pt x="847" y="55"/>
                    </a:lnTo>
                    <a:lnTo>
                      <a:pt x="697" y="28"/>
                    </a:lnTo>
                    <a:lnTo>
                      <a:pt x="42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7">
                <a:extLst>
                  <a:ext uri="{FF2B5EF4-FFF2-40B4-BE49-F238E27FC236}">
                    <a16:creationId xmlns:a16="http://schemas.microsoft.com/office/drawing/2014/main" id="{692277C2-E230-ED56-BB2E-8154682C4E3A}"/>
                  </a:ext>
                </a:extLst>
              </p:cNvPr>
              <p:cNvSpPr/>
              <p:nvPr/>
            </p:nvSpPr>
            <p:spPr>
              <a:xfrm>
                <a:off x="1475675" y="2330900"/>
                <a:ext cx="41675" cy="9765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906" extrusionOk="0">
                    <a:moveTo>
                      <a:pt x="820" y="1"/>
                    </a:moveTo>
                    <a:lnTo>
                      <a:pt x="656" y="15"/>
                    </a:lnTo>
                    <a:lnTo>
                      <a:pt x="492" y="56"/>
                    </a:lnTo>
                    <a:lnTo>
                      <a:pt x="355" y="110"/>
                    </a:lnTo>
                    <a:lnTo>
                      <a:pt x="233" y="192"/>
                    </a:lnTo>
                    <a:lnTo>
                      <a:pt x="137" y="288"/>
                    </a:lnTo>
                    <a:lnTo>
                      <a:pt x="55" y="397"/>
                    </a:lnTo>
                    <a:lnTo>
                      <a:pt x="14" y="520"/>
                    </a:lnTo>
                    <a:lnTo>
                      <a:pt x="1" y="588"/>
                    </a:lnTo>
                    <a:lnTo>
                      <a:pt x="1" y="643"/>
                    </a:lnTo>
                    <a:lnTo>
                      <a:pt x="1" y="3264"/>
                    </a:lnTo>
                    <a:lnTo>
                      <a:pt x="1" y="3332"/>
                    </a:lnTo>
                    <a:lnTo>
                      <a:pt x="14" y="3400"/>
                    </a:lnTo>
                    <a:lnTo>
                      <a:pt x="55" y="3510"/>
                    </a:lnTo>
                    <a:lnTo>
                      <a:pt x="137" y="3619"/>
                    </a:lnTo>
                    <a:lnTo>
                      <a:pt x="233" y="3714"/>
                    </a:lnTo>
                    <a:lnTo>
                      <a:pt x="355" y="3796"/>
                    </a:lnTo>
                    <a:lnTo>
                      <a:pt x="492" y="3851"/>
                    </a:lnTo>
                    <a:lnTo>
                      <a:pt x="656" y="3892"/>
                    </a:lnTo>
                    <a:lnTo>
                      <a:pt x="820" y="3906"/>
                    </a:lnTo>
                    <a:lnTo>
                      <a:pt x="833" y="3906"/>
                    </a:lnTo>
                    <a:lnTo>
                      <a:pt x="997" y="3892"/>
                    </a:lnTo>
                    <a:lnTo>
                      <a:pt x="1161" y="3851"/>
                    </a:lnTo>
                    <a:lnTo>
                      <a:pt x="1298" y="3796"/>
                    </a:lnTo>
                    <a:lnTo>
                      <a:pt x="1420" y="3714"/>
                    </a:lnTo>
                    <a:lnTo>
                      <a:pt x="1516" y="3619"/>
                    </a:lnTo>
                    <a:lnTo>
                      <a:pt x="1598" y="3510"/>
                    </a:lnTo>
                    <a:lnTo>
                      <a:pt x="1652" y="3400"/>
                    </a:lnTo>
                    <a:lnTo>
                      <a:pt x="1652" y="3332"/>
                    </a:lnTo>
                    <a:lnTo>
                      <a:pt x="1666" y="3264"/>
                    </a:lnTo>
                    <a:lnTo>
                      <a:pt x="1666" y="643"/>
                    </a:lnTo>
                    <a:lnTo>
                      <a:pt x="1652" y="588"/>
                    </a:lnTo>
                    <a:lnTo>
                      <a:pt x="1652" y="520"/>
                    </a:lnTo>
                    <a:lnTo>
                      <a:pt x="1598" y="397"/>
                    </a:lnTo>
                    <a:lnTo>
                      <a:pt x="1516" y="288"/>
                    </a:lnTo>
                    <a:lnTo>
                      <a:pt x="1420" y="192"/>
                    </a:lnTo>
                    <a:lnTo>
                      <a:pt x="1298" y="110"/>
                    </a:lnTo>
                    <a:lnTo>
                      <a:pt x="1161" y="56"/>
                    </a:lnTo>
                    <a:lnTo>
                      <a:pt x="997" y="15"/>
                    </a:lnTo>
                    <a:lnTo>
                      <a:pt x="83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7">
                <a:extLst>
                  <a:ext uri="{FF2B5EF4-FFF2-40B4-BE49-F238E27FC236}">
                    <a16:creationId xmlns:a16="http://schemas.microsoft.com/office/drawing/2014/main" id="{A809765A-E35B-1119-F4B2-0C43DCDF5B32}"/>
                  </a:ext>
                </a:extLst>
              </p:cNvPr>
              <p:cNvSpPr/>
              <p:nvPr/>
            </p:nvSpPr>
            <p:spPr>
              <a:xfrm>
                <a:off x="1496500" y="2316925"/>
                <a:ext cx="41650" cy="125625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5025" extrusionOk="0">
                    <a:moveTo>
                      <a:pt x="819" y="0"/>
                    </a:moveTo>
                    <a:lnTo>
                      <a:pt x="738" y="14"/>
                    </a:lnTo>
                    <a:lnTo>
                      <a:pt x="656" y="27"/>
                    </a:lnTo>
                    <a:lnTo>
                      <a:pt x="505" y="68"/>
                    </a:lnTo>
                    <a:lnTo>
                      <a:pt x="355" y="150"/>
                    </a:lnTo>
                    <a:lnTo>
                      <a:pt x="232" y="246"/>
                    </a:lnTo>
                    <a:lnTo>
                      <a:pt x="137" y="369"/>
                    </a:lnTo>
                    <a:lnTo>
                      <a:pt x="55" y="505"/>
                    </a:lnTo>
                    <a:lnTo>
                      <a:pt x="14" y="669"/>
                    </a:lnTo>
                    <a:lnTo>
                      <a:pt x="0" y="751"/>
                    </a:lnTo>
                    <a:lnTo>
                      <a:pt x="0" y="833"/>
                    </a:lnTo>
                    <a:lnTo>
                      <a:pt x="0" y="4205"/>
                    </a:lnTo>
                    <a:lnTo>
                      <a:pt x="0" y="4287"/>
                    </a:lnTo>
                    <a:lnTo>
                      <a:pt x="14" y="4369"/>
                    </a:lnTo>
                    <a:lnTo>
                      <a:pt x="55" y="4519"/>
                    </a:lnTo>
                    <a:lnTo>
                      <a:pt x="137" y="4656"/>
                    </a:lnTo>
                    <a:lnTo>
                      <a:pt x="232" y="4779"/>
                    </a:lnTo>
                    <a:lnTo>
                      <a:pt x="355" y="4888"/>
                    </a:lnTo>
                    <a:lnTo>
                      <a:pt x="505" y="4956"/>
                    </a:lnTo>
                    <a:lnTo>
                      <a:pt x="656" y="5011"/>
                    </a:lnTo>
                    <a:lnTo>
                      <a:pt x="738" y="5024"/>
                    </a:lnTo>
                    <a:lnTo>
                      <a:pt x="929" y="5024"/>
                    </a:lnTo>
                    <a:lnTo>
                      <a:pt x="1011" y="5011"/>
                    </a:lnTo>
                    <a:lnTo>
                      <a:pt x="1161" y="4956"/>
                    </a:lnTo>
                    <a:lnTo>
                      <a:pt x="1297" y="4888"/>
                    </a:lnTo>
                    <a:lnTo>
                      <a:pt x="1420" y="4779"/>
                    </a:lnTo>
                    <a:lnTo>
                      <a:pt x="1516" y="4656"/>
                    </a:lnTo>
                    <a:lnTo>
                      <a:pt x="1598" y="4519"/>
                    </a:lnTo>
                    <a:lnTo>
                      <a:pt x="1652" y="4369"/>
                    </a:lnTo>
                    <a:lnTo>
                      <a:pt x="1666" y="4287"/>
                    </a:lnTo>
                    <a:lnTo>
                      <a:pt x="1666" y="4205"/>
                    </a:lnTo>
                    <a:lnTo>
                      <a:pt x="1666" y="833"/>
                    </a:lnTo>
                    <a:lnTo>
                      <a:pt x="1666" y="751"/>
                    </a:lnTo>
                    <a:lnTo>
                      <a:pt x="1652" y="669"/>
                    </a:lnTo>
                    <a:lnTo>
                      <a:pt x="1598" y="505"/>
                    </a:lnTo>
                    <a:lnTo>
                      <a:pt x="1516" y="369"/>
                    </a:lnTo>
                    <a:lnTo>
                      <a:pt x="1420" y="246"/>
                    </a:lnTo>
                    <a:lnTo>
                      <a:pt x="1297" y="150"/>
                    </a:lnTo>
                    <a:lnTo>
                      <a:pt x="1161" y="68"/>
                    </a:lnTo>
                    <a:lnTo>
                      <a:pt x="1011" y="27"/>
                    </a:lnTo>
                    <a:lnTo>
                      <a:pt x="929" y="14"/>
                    </a:lnTo>
                    <a:lnTo>
                      <a:pt x="83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7">
                <a:extLst>
                  <a:ext uri="{FF2B5EF4-FFF2-40B4-BE49-F238E27FC236}">
                    <a16:creationId xmlns:a16="http://schemas.microsoft.com/office/drawing/2014/main" id="{2012B938-F522-54E3-106F-FA50744C03B3}"/>
                  </a:ext>
                </a:extLst>
              </p:cNvPr>
              <p:cNvSpPr/>
              <p:nvPr/>
            </p:nvSpPr>
            <p:spPr>
              <a:xfrm>
                <a:off x="952100" y="2052400"/>
                <a:ext cx="308900" cy="440650"/>
              </a:xfrm>
              <a:custGeom>
                <a:avLst/>
                <a:gdLst/>
                <a:ahLst/>
                <a:cxnLst/>
                <a:rect l="l" t="t" r="r" b="b"/>
                <a:pathLst>
                  <a:path w="12356" h="17626" extrusionOk="0">
                    <a:moveTo>
                      <a:pt x="5448" y="0"/>
                    </a:moveTo>
                    <a:lnTo>
                      <a:pt x="5161" y="28"/>
                    </a:lnTo>
                    <a:lnTo>
                      <a:pt x="4874" y="69"/>
                    </a:lnTo>
                    <a:lnTo>
                      <a:pt x="4588" y="110"/>
                    </a:lnTo>
                    <a:lnTo>
                      <a:pt x="4315" y="178"/>
                    </a:lnTo>
                    <a:lnTo>
                      <a:pt x="4042" y="260"/>
                    </a:lnTo>
                    <a:lnTo>
                      <a:pt x="3768" y="342"/>
                    </a:lnTo>
                    <a:lnTo>
                      <a:pt x="3509" y="451"/>
                    </a:lnTo>
                    <a:lnTo>
                      <a:pt x="3263" y="560"/>
                    </a:lnTo>
                    <a:lnTo>
                      <a:pt x="3004" y="697"/>
                    </a:lnTo>
                    <a:lnTo>
                      <a:pt x="2772" y="833"/>
                    </a:lnTo>
                    <a:lnTo>
                      <a:pt x="2540" y="983"/>
                    </a:lnTo>
                    <a:lnTo>
                      <a:pt x="2308" y="1134"/>
                    </a:lnTo>
                    <a:lnTo>
                      <a:pt x="2089" y="1311"/>
                    </a:lnTo>
                    <a:lnTo>
                      <a:pt x="1884" y="1489"/>
                    </a:lnTo>
                    <a:lnTo>
                      <a:pt x="1680" y="1680"/>
                    </a:lnTo>
                    <a:lnTo>
                      <a:pt x="1502" y="1884"/>
                    </a:lnTo>
                    <a:lnTo>
                      <a:pt x="1311" y="2089"/>
                    </a:lnTo>
                    <a:lnTo>
                      <a:pt x="1147" y="2308"/>
                    </a:lnTo>
                    <a:lnTo>
                      <a:pt x="983" y="2526"/>
                    </a:lnTo>
                    <a:lnTo>
                      <a:pt x="833" y="2772"/>
                    </a:lnTo>
                    <a:lnTo>
                      <a:pt x="697" y="3004"/>
                    </a:lnTo>
                    <a:lnTo>
                      <a:pt x="574" y="3250"/>
                    </a:lnTo>
                    <a:lnTo>
                      <a:pt x="451" y="3509"/>
                    </a:lnTo>
                    <a:lnTo>
                      <a:pt x="355" y="3768"/>
                    </a:lnTo>
                    <a:lnTo>
                      <a:pt x="260" y="4042"/>
                    </a:lnTo>
                    <a:lnTo>
                      <a:pt x="178" y="4315"/>
                    </a:lnTo>
                    <a:lnTo>
                      <a:pt x="123" y="4588"/>
                    </a:lnTo>
                    <a:lnTo>
                      <a:pt x="69" y="4874"/>
                    </a:lnTo>
                    <a:lnTo>
                      <a:pt x="28" y="5161"/>
                    </a:lnTo>
                    <a:lnTo>
                      <a:pt x="14" y="5448"/>
                    </a:lnTo>
                    <a:lnTo>
                      <a:pt x="0" y="5748"/>
                    </a:lnTo>
                    <a:lnTo>
                      <a:pt x="0" y="13926"/>
                    </a:lnTo>
                    <a:lnTo>
                      <a:pt x="0" y="14172"/>
                    </a:lnTo>
                    <a:lnTo>
                      <a:pt x="14" y="14404"/>
                    </a:lnTo>
                    <a:lnTo>
                      <a:pt x="41" y="14650"/>
                    </a:lnTo>
                    <a:lnTo>
                      <a:pt x="82" y="14882"/>
                    </a:lnTo>
                    <a:lnTo>
                      <a:pt x="123" y="15127"/>
                    </a:lnTo>
                    <a:lnTo>
                      <a:pt x="178" y="15360"/>
                    </a:lnTo>
                    <a:lnTo>
                      <a:pt x="246" y="15592"/>
                    </a:lnTo>
                    <a:lnTo>
                      <a:pt x="314" y="15810"/>
                    </a:lnTo>
                    <a:lnTo>
                      <a:pt x="396" y="16029"/>
                    </a:lnTo>
                    <a:lnTo>
                      <a:pt x="492" y="16261"/>
                    </a:lnTo>
                    <a:lnTo>
                      <a:pt x="587" y="16465"/>
                    </a:lnTo>
                    <a:lnTo>
                      <a:pt x="697" y="16684"/>
                    </a:lnTo>
                    <a:lnTo>
                      <a:pt x="820" y="16889"/>
                    </a:lnTo>
                    <a:lnTo>
                      <a:pt x="956" y="17093"/>
                    </a:lnTo>
                    <a:lnTo>
                      <a:pt x="1093" y="17298"/>
                    </a:lnTo>
                    <a:lnTo>
                      <a:pt x="1243" y="17489"/>
                    </a:lnTo>
                    <a:lnTo>
                      <a:pt x="1721" y="17107"/>
                    </a:lnTo>
                    <a:lnTo>
                      <a:pt x="1584" y="16930"/>
                    </a:lnTo>
                    <a:lnTo>
                      <a:pt x="1461" y="16752"/>
                    </a:lnTo>
                    <a:lnTo>
                      <a:pt x="1352" y="16575"/>
                    </a:lnTo>
                    <a:lnTo>
                      <a:pt x="1243" y="16384"/>
                    </a:lnTo>
                    <a:lnTo>
                      <a:pt x="1147" y="16192"/>
                    </a:lnTo>
                    <a:lnTo>
                      <a:pt x="1052" y="16001"/>
                    </a:lnTo>
                    <a:lnTo>
                      <a:pt x="970" y="15810"/>
                    </a:lnTo>
                    <a:lnTo>
                      <a:pt x="888" y="15605"/>
                    </a:lnTo>
                    <a:lnTo>
                      <a:pt x="833" y="15414"/>
                    </a:lnTo>
                    <a:lnTo>
                      <a:pt x="779" y="15209"/>
                    </a:lnTo>
                    <a:lnTo>
                      <a:pt x="724" y="14991"/>
                    </a:lnTo>
                    <a:lnTo>
                      <a:pt x="683" y="14786"/>
                    </a:lnTo>
                    <a:lnTo>
                      <a:pt x="656" y="14568"/>
                    </a:lnTo>
                    <a:lnTo>
                      <a:pt x="628" y="14363"/>
                    </a:lnTo>
                    <a:lnTo>
                      <a:pt x="615" y="14144"/>
                    </a:lnTo>
                    <a:lnTo>
                      <a:pt x="615" y="13926"/>
                    </a:lnTo>
                    <a:lnTo>
                      <a:pt x="615" y="5748"/>
                    </a:lnTo>
                    <a:lnTo>
                      <a:pt x="615" y="5475"/>
                    </a:lnTo>
                    <a:lnTo>
                      <a:pt x="642" y="5216"/>
                    </a:lnTo>
                    <a:lnTo>
                      <a:pt x="669" y="4956"/>
                    </a:lnTo>
                    <a:lnTo>
                      <a:pt x="724" y="4711"/>
                    </a:lnTo>
                    <a:lnTo>
                      <a:pt x="779" y="4465"/>
                    </a:lnTo>
                    <a:lnTo>
                      <a:pt x="847" y="4219"/>
                    </a:lnTo>
                    <a:lnTo>
                      <a:pt x="929" y="3973"/>
                    </a:lnTo>
                    <a:lnTo>
                      <a:pt x="1011" y="3741"/>
                    </a:lnTo>
                    <a:lnTo>
                      <a:pt x="1120" y="3523"/>
                    </a:lnTo>
                    <a:lnTo>
                      <a:pt x="1229" y="3291"/>
                    </a:lnTo>
                    <a:lnTo>
                      <a:pt x="1352" y="3086"/>
                    </a:lnTo>
                    <a:lnTo>
                      <a:pt x="1488" y="2867"/>
                    </a:lnTo>
                    <a:lnTo>
                      <a:pt x="1639" y="2676"/>
                    </a:lnTo>
                    <a:lnTo>
                      <a:pt x="1789" y="2485"/>
                    </a:lnTo>
                    <a:lnTo>
                      <a:pt x="1953" y="2294"/>
                    </a:lnTo>
                    <a:lnTo>
                      <a:pt x="2117" y="2117"/>
                    </a:lnTo>
                    <a:lnTo>
                      <a:pt x="2294" y="1939"/>
                    </a:lnTo>
                    <a:lnTo>
                      <a:pt x="2485" y="1789"/>
                    </a:lnTo>
                    <a:lnTo>
                      <a:pt x="2676" y="1625"/>
                    </a:lnTo>
                    <a:lnTo>
                      <a:pt x="2881" y="1489"/>
                    </a:lnTo>
                    <a:lnTo>
                      <a:pt x="3086" y="1352"/>
                    </a:lnTo>
                    <a:lnTo>
                      <a:pt x="3304" y="1229"/>
                    </a:lnTo>
                    <a:lnTo>
                      <a:pt x="3523" y="1120"/>
                    </a:lnTo>
                    <a:lnTo>
                      <a:pt x="3755" y="1011"/>
                    </a:lnTo>
                    <a:lnTo>
                      <a:pt x="3987" y="915"/>
                    </a:lnTo>
                    <a:lnTo>
                      <a:pt x="4219" y="833"/>
                    </a:lnTo>
                    <a:lnTo>
                      <a:pt x="4465" y="765"/>
                    </a:lnTo>
                    <a:lnTo>
                      <a:pt x="4711" y="710"/>
                    </a:lnTo>
                    <a:lnTo>
                      <a:pt x="4970" y="669"/>
                    </a:lnTo>
                    <a:lnTo>
                      <a:pt x="5229" y="628"/>
                    </a:lnTo>
                    <a:lnTo>
                      <a:pt x="5489" y="615"/>
                    </a:lnTo>
                    <a:lnTo>
                      <a:pt x="6868" y="615"/>
                    </a:lnTo>
                    <a:lnTo>
                      <a:pt x="7141" y="628"/>
                    </a:lnTo>
                    <a:lnTo>
                      <a:pt x="7386" y="669"/>
                    </a:lnTo>
                    <a:lnTo>
                      <a:pt x="7646" y="710"/>
                    </a:lnTo>
                    <a:lnTo>
                      <a:pt x="7892" y="765"/>
                    </a:lnTo>
                    <a:lnTo>
                      <a:pt x="8137" y="833"/>
                    </a:lnTo>
                    <a:lnTo>
                      <a:pt x="8369" y="915"/>
                    </a:lnTo>
                    <a:lnTo>
                      <a:pt x="8602" y="1011"/>
                    </a:lnTo>
                    <a:lnTo>
                      <a:pt x="8834" y="1120"/>
                    </a:lnTo>
                    <a:lnTo>
                      <a:pt x="9052" y="1229"/>
                    </a:lnTo>
                    <a:lnTo>
                      <a:pt x="9270" y="1352"/>
                    </a:lnTo>
                    <a:lnTo>
                      <a:pt x="9475" y="1489"/>
                    </a:lnTo>
                    <a:lnTo>
                      <a:pt x="9680" y="1625"/>
                    </a:lnTo>
                    <a:lnTo>
                      <a:pt x="9871" y="1789"/>
                    </a:lnTo>
                    <a:lnTo>
                      <a:pt x="10062" y="1939"/>
                    </a:lnTo>
                    <a:lnTo>
                      <a:pt x="10240" y="2117"/>
                    </a:lnTo>
                    <a:lnTo>
                      <a:pt x="10404" y="2294"/>
                    </a:lnTo>
                    <a:lnTo>
                      <a:pt x="10567" y="2485"/>
                    </a:lnTo>
                    <a:lnTo>
                      <a:pt x="10718" y="2676"/>
                    </a:lnTo>
                    <a:lnTo>
                      <a:pt x="10868" y="2867"/>
                    </a:lnTo>
                    <a:lnTo>
                      <a:pt x="11004" y="3086"/>
                    </a:lnTo>
                    <a:lnTo>
                      <a:pt x="11127" y="3291"/>
                    </a:lnTo>
                    <a:lnTo>
                      <a:pt x="11236" y="3523"/>
                    </a:lnTo>
                    <a:lnTo>
                      <a:pt x="11346" y="3741"/>
                    </a:lnTo>
                    <a:lnTo>
                      <a:pt x="11428" y="3973"/>
                    </a:lnTo>
                    <a:lnTo>
                      <a:pt x="11510" y="4219"/>
                    </a:lnTo>
                    <a:lnTo>
                      <a:pt x="11578" y="4465"/>
                    </a:lnTo>
                    <a:lnTo>
                      <a:pt x="11646" y="4711"/>
                    </a:lnTo>
                    <a:lnTo>
                      <a:pt x="11687" y="4956"/>
                    </a:lnTo>
                    <a:lnTo>
                      <a:pt x="11714" y="5216"/>
                    </a:lnTo>
                    <a:lnTo>
                      <a:pt x="11742" y="5475"/>
                    </a:lnTo>
                    <a:lnTo>
                      <a:pt x="11742" y="5748"/>
                    </a:lnTo>
                    <a:lnTo>
                      <a:pt x="11742" y="13926"/>
                    </a:lnTo>
                    <a:lnTo>
                      <a:pt x="11742" y="14144"/>
                    </a:lnTo>
                    <a:lnTo>
                      <a:pt x="11728" y="14377"/>
                    </a:lnTo>
                    <a:lnTo>
                      <a:pt x="11701" y="14595"/>
                    </a:lnTo>
                    <a:lnTo>
                      <a:pt x="11660" y="14827"/>
                    </a:lnTo>
                    <a:lnTo>
                      <a:pt x="11619" y="15046"/>
                    </a:lnTo>
                    <a:lnTo>
                      <a:pt x="11564" y="15264"/>
                    </a:lnTo>
                    <a:lnTo>
                      <a:pt x="11510" y="15469"/>
                    </a:lnTo>
                    <a:lnTo>
                      <a:pt x="11428" y="15687"/>
                    </a:lnTo>
                    <a:lnTo>
                      <a:pt x="11346" y="15892"/>
                    </a:lnTo>
                    <a:lnTo>
                      <a:pt x="11264" y="16097"/>
                    </a:lnTo>
                    <a:lnTo>
                      <a:pt x="11168" y="16302"/>
                    </a:lnTo>
                    <a:lnTo>
                      <a:pt x="11059" y="16493"/>
                    </a:lnTo>
                    <a:lnTo>
                      <a:pt x="10936" y="16684"/>
                    </a:lnTo>
                    <a:lnTo>
                      <a:pt x="10813" y="16875"/>
                    </a:lnTo>
                    <a:lnTo>
                      <a:pt x="10677" y="17052"/>
                    </a:lnTo>
                    <a:lnTo>
                      <a:pt x="10540" y="17230"/>
                    </a:lnTo>
                    <a:lnTo>
                      <a:pt x="11004" y="17626"/>
                    </a:lnTo>
                    <a:lnTo>
                      <a:pt x="11168" y="17435"/>
                    </a:lnTo>
                    <a:lnTo>
                      <a:pt x="11318" y="17230"/>
                    </a:lnTo>
                    <a:lnTo>
                      <a:pt x="11455" y="17012"/>
                    </a:lnTo>
                    <a:lnTo>
                      <a:pt x="11578" y="16807"/>
                    </a:lnTo>
                    <a:lnTo>
                      <a:pt x="11701" y="16588"/>
                    </a:lnTo>
                    <a:lnTo>
                      <a:pt x="11810" y="16356"/>
                    </a:lnTo>
                    <a:lnTo>
                      <a:pt x="11919" y="16124"/>
                    </a:lnTo>
                    <a:lnTo>
                      <a:pt x="12001" y="15892"/>
                    </a:lnTo>
                    <a:lnTo>
                      <a:pt x="12083" y="15660"/>
                    </a:lnTo>
                    <a:lnTo>
                      <a:pt x="12165" y="15414"/>
                    </a:lnTo>
                    <a:lnTo>
                      <a:pt x="12219" y="15168"/>
                    </a:lnTo>
                    <a:lnTo>
                      <a:pt x="12274" y="14923"/>
                    </a:lnTo>
                    <a:lnTo>
                      <a:pt x="12301" y="14677"/>
                    </a:lnTo>
                    <a:lnTo>
                      <a:pt x="12329" y="14431"/>
                    </a:lnTo>
                    <a:lnTo>
                      <a:pt x="12356" y="14172"/>
                    </a:lnTo>
                    <a:lnTo>
                      <a:pt x="12356" y="13926"/>
                    </a:lnTo>
                    <a:lnTo>
                      <a:pt x="12356" y="5748"/>
                    </a:lnTo>
                    <a:lnTo>
                      <a:pt x="12342" y="5448"/>
                    </a:lnTo>
                    <a:lnTo>
                      <a:pt x="12329" y="5161"/>
                    </a:lnTo>
                    <a:lnTo>
                      <a:pt x="12288" y="4874"/>
                    </a:lnTo>
                    <a:lnTo>
                      <a:pt x="12233" y="4588"/>
                    </a:lnTo>
                    <a:lnTo>
                      <a:pt x="12179" y="4315"/>
                    </a:lnTo>
                    <a:lnTo>
                      <a:pt x="12097" y="4042"/>
                    </a:lnTo>
                    <a:lnTo>
                      <a:pt x="12001" y="3768"/>
                    </a:lnTo>
                    <a:lnTo>
                      <a:pt x="11905" y="3509"/>
                    </a:lnTo>
                    <a:lnTo>
                      <a:pt x="11783" y="3250"/>
                    </a:lnTo>
                    <a:lnTo>
                      <a:pt x="11660" y="3004"/>
                    </a:lnTo>
                    <a:lnTo>
                      <a:pt x="11523" y="2772"/>
                    </a:lnTo>
                    <a:lnTo>
                      <a:pt x="11373" y="2526"/>
                    </a:lnTo>
                    <a:lnTo>
                      <a:pt x="11209" y="2308"/>
                    </a:lnTo>
                    <a:lnTo>
                      <a:pt x="11045" y="2089"/>
                    </a:lnTo>
                    <a:lnTo>
                      <a:pt x="10868" y="1884"/>
                    </a:lnTo>
                    <a:lnTo>
                      <a:pt x="10677" y="1680"/>
                    </a:lnTo>
                    <a:lnTo>
                      <a:pt x="10472" y="1489"/>
                    </a:lnTo>
                    <a:lnTo>
                      <a:pt x="10267" y="1311"/>
                    </a:lnTo>
                    <a:lnTo>
                      <a:pt x="10049" y="1134"/>
                    </a:lnTo>
                    <a:lnTo>
                      <a:pt x="9817" y="983"/>
                    </a:lnTo>
                    <a:lnTo>
                      <a:pt x="9585" y="833"/>
                    </a:lnTo>
                    <a:lnTo>
                      <a:pt x="9352" y="697"/>
                    </a:lnTo>
                    <a:lnTo>
                      <a:pt x="9093" y="560"/>
                    </a:lnTo>
                    <a:lnTo>
                      <a:pt x="8847" y="451"/>
                    </a:lnTo>
                    <a:lnTo>
                      <a:pt x="8588" y="342"/>
                    </a:lnTo>
                    <a:lnTo>
                      <a:pt x="8315" y="260"/>
                    </a:lnTo>
                    <a:lnTo>
                      <a:pt x="8042" y="178"/>
                    </a:lnTo>
                    <a:lnTo>
                      <a:pt x="7769" y="110"/>
                    </a:lnTo>
                    <a:lnTo>
                      <a:pt x="7482" y="69"/>
                    </a:lnTo>
                    <a:lnTo>
                      <a:pt x="7195" y="28"/>
                    </a:lnTo>
                    <a:lnTo>
                      <a:pt x="690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7">
                <a:extLst>
                  <a:ext uri="{FF2B5EF4-FFF2-40B4-BE49-F238E27FC236}">
                    <a16:creationId xmlns:a16="http://schemas.microsoft.com/office/drawing/2014/main" id="{92645256-42CD-6ADC-3CDC-14F414C68B6A}"/>
                  </a:ext>
                </a:extLst>
              </p:cNvPr>
              <p:cNvSpPr/>
              <p:nvPr/>
            </p:nvSpPr>
            <p:spPr>
              <a:xfrm>
                <a:off x="973250" y="2460950"/>
                <a:ext cx="49525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694" extrusionOk="0">
                    <a:moveTo>
                      <a:pt x="1243" y="1"/>
                    </a:moveTo>
                    <a:lnTo>
                      <a:pt x="1107" y="28"/>
                    </a:lnTo>
                    <a:lnTo>
                      <a:pt x="984" y="82"/>
                    </a:lnTo>
                    <a:lnTo>
                      <a:pt x="328" y="465"/>
                    </a:lnTo>
                    <a:lnTo>
                      <a:pt x="219" y="533"/>
                    </a:lnTo>
                    <a:lnTo>
                      <a:pt x="137" y="629"/>
                    </a:lnTo>
                    <a:lnTo>
                      <a:pt x="69" y="738"/>
                    </a:lnTo>
                    <a:lnTo>
                      <a:pt x="28" y="861"/>
                    </a:lnTo>
                    <a:lnTo>
                      <a:pt x="1" y="984"/>
                    </a:lnTo>
                    <a:lnTo>
                      <a:pt x="14" y="1106"/>
                    </a:lnTo>
                    <a:lnTo>
                      <a:pt x="42" y="1229"/>
                    </a:lnTo>
                    <a:lnTo>
                      <a:pt x="96" y="1352"/>
                    </a:lnTo>
                    <a:lnTo>
                      <a:pt x="96" y="1366"/>
                    </a:lnTo>
                    <a:lnTo>
                      <a:pt x="178" y="1475"/>
                    </a:lnTo>
                    <a:lnTo>
                      <a:pt x="274" y="1557"/>
                    </a:lnTo>
                    <a:lnTo>
                      <a:pt x="369" y="1625"/>
                    </a:lnTo>
                    <a:lnTo>
                      <a:pt x="492" y="1666"/>
                    </a:lnTo>
                    <a:lnTo>
                      <a:pt x="615" y="1693"/>
                    </a:lnTo>
                    <a:lnTo>
                      <a:pt x="738" y="1693"/>
                    </a:lnTo>
                    <a:lnTo>
                      <a:pt x="875" y="1666"/>
                    </a:lnTo>
                    <a:lnTo>
                      <a:pt x="997" y="1612"/>
                    </a:lnTo>
                    <a:lnTo>
                      <a:pt x="1653" y="1229"/>
                    </a:lnTo>
                    <a:lnTo>
                      <a:pt x="1762" y="1147"/>
                    </a:lnTo>
                    <a:lnTo>
                      <a:pt x="1844" y="1065"/>
                    </a:lnTo>
                    <a:lnTo>
                      <a:pt x="1912" y="956"/>
                    </a:lnTo>
                    <a:lnTo>
                      <a:pt x="1953" y="833"/>
                    </a:lnTo>
                    <a:lnTo>
                      <a:pt x="1980" y="710"/>
                    </a:lnTo>
                    <a:lnTo>
                      <a:pt x="1967" y="588"/>
                    </a:lnTo>
                    <a:lnTo>
                      <a:pt x="1939" y="465"/>
                    </a:lnTo>
                    <a:lnTo>
                      <a:pt x="1885" y="342"/>
                    </a:lnTo>
                    <a:lnTo>
                      <a:pt x="1885" y="328"/>
                    </a:lnTo>
                    <a:lnTo>
                      <a:pt x="1803" y="219"/>
                    </a:lnTo>
                    <a:lnTo>
                      <a:pt x="1707" y="123"/>
                    </a:lnTo>
                    <a:lnTo>
                      <a:pt x="1612" y="69"/>
                    </a:lnTo>
                    <a:lnTo>
                      <a:pt x="1489" y="14"/>
                    </a:lnTo>
                    <a:lnTo>
                      <a:pt x="136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7">
                <a:extLst>
                  <a:ext uri="{FF2B5EF4-FFF2-40B4-BE49-F238E27FC236}">
                    <a16:creationId xmlns:a16="http://schemas.microsoft.com/office/drawing/2014/main" id="{B5198438-0227-3D49-79B2-57664FF52B81}"/>
                  </a:ext>
                </a:extLst>
              </p:cNvPr>
              <p:cNvSpPr/>
              <p:nvPr/>
            </p:nvSpPr>
            <p:spPr>
              <a:xfrm>
                <a:off x="1191025" y="2457550"/>
                <a:ext cx="42350" cy="49150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966" extrusionOk="0">
                    <a:moveTo>
                      <a:pt x="587" y="0"/>
                    </a:moveTo>
                    <a:lnTo>
                      <a:pt x="464" y="27"/>
                    </a:lnTo>
                    <a:lnTo>
                      <a:pt x="342" y="82"/>
                    </a:lnTo>
                    <a:lnTo>
                      <a:pt x="328" y="82"/>
                    </a:lnTo>
                    <a:lnTo>
                      <a:pt x="219" y="164"/>
                    </a:lnTo>
                    <a:lnTo>
                      <a:pt x="123" y="259"/>
                    </a:lnTo>
                    <a:lnTo>
                      <a:pt x="68" y="369"/>
                    </a:lnTo>
                    <a:lnTo>
                      <a:pt x="14" y="478"/>
                    </a:lnTo>
                    <a:lnTo>
                      <a:pt x="0" y="614"/>
                    </a:lnTo>
                    <a:lnTo>
                      <a:pt x="0" y="737"/>
                    </a:lnTo>
                    <a:lnTo>
                      <a:pt x="28" y="860"/>
                    </a:lnTo>
                    <a:lnTo>
                      <a:pt x="82" y="983"/>
                    </a:lnTo>
                    <a:lnTo>
                      <a:pt x="464" y="1638"/>
                    </a:lnTo>
                    <a:lnTo>
                      <a:pt x="533" y="1748"/>
                    </a:lnTo>
                    <a:lnTo>
                      <a:pt x="628" y="1829"/>
                    </a:lnTo>
                    <a:lnTo>
                      <a:pt x="737" y="1898"/>
                    </a:lnTo>
                    <a:lnTo>
                      <a:pt x="860" y="1939"/>
                    </a:lnTo>
                    <a:lnTo>
                      <a:pt x="983" y="1966"/>
                    </a:lnTo>
                    <a:lnTo>
                      <a:pt x="1106" y="1966"/>
                    </a:lnTo>
                    <a:lnTo>
                      <a:pt x="1229" y="1939"/>
                    </a:lnTo>
                    <a:lnTo>
                      <a:pt x="1352" y="1884"/>
                    </a:lnTo>
                    <a:lnTo>
                      <a:pt x="1365" y="1870"/>
                    </a:lnTo>
                    <a:lnTo>
                      <a:pt x="1475" y="1802"/>
                    </a:lnTo>
                    <a:lnTo>
                      <a:pt x="1557" y="1707"/>
                    </a:lnTo>
                    <a:lnTo>
                      <a:pt x="1625" y="1597"/>
                    </a:lnTo>
                    <a:lnTo>
                      <a:pt x="1666" y="1474"/>
                    </a:lnTo>
                    <a:lnTo>
                      <a:pt x="1693" y="1352"/>
                    </a:lnTo>
                    <a:lnTo>
                      <a:pt x="1693" y="1229"/>
                    </a:lnTo>
                    <a:lnTo>
                      <a:pt x="1666" y="1106"/>
                    </a:lnTo>
                    <a:lnTo>
                      <a:pt x="1611" y="983"/>
                    </a:lnTo>
                    <a:lnTo>
                      <a:pt x="1229" y="328"/>
                    </a:lnTo>
                    <a:lnTo>
                      <a:pt x="1147" y="218"/>
                    </a:lnTo>
                    <a:lnTo>
                      <a:pt x="1065" y="123"/>
                    </a:lnTo>
                    <a:lnTo>
                      <a:pt x="956" y="55"/>
                    </a:lnTo>
                    <a:lnTo>
                      <a:pt x="833" y="14"/>
                    </a:lnTo>
                    <a:lnTo>
                      <a:pt x="7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7">
                <a:extLst>
                  <a:ext uri="{FF2B5EF4-FFF2-40B4-BE49-F238E27FC236}">
                    <a16:creationId xmlns:a16="http://schemas.microsoft.com/office/drawing/2014/main" id="{3AD62775-56CA-9863-275E-7611BF59C232}"/>
                  </a:ext>
                </a:extLst>
              </p:cNvPr>
              <p:cNvSpPr/>
              <p:nvPr/>
            </p:nvSpPr>
            <p:spPr>
              <a:xfrm>
                <a:off x="1185900" y="1584100"/>
                <a:ext cx="219825" cy="369350"/>
              </a:xfrm>
              <a:custGeom>
                <a:avLst/>
                <a:gdLst/>
                <a:ahLst/>
                <a:cxnLst/>
                <a:rect l="l" t="t" r="r" b="b"/>
                <a:pathLst>
                  <a:path w="8793" h="14774" extrusionOk="0">
                    <a:moveTo>
                      <a:pt x="4124" y="1"/>
                    </a:moveTo>
                    <a:lnTo>
                      <a:pt x="3905" y="28"/>
                    </a:lnTo>
                    <a:lnTo>
                      <a:pt x="3687" y="56"/>
                    </a:lnTo>
                    <a:lnTo>
                      <a:pt x="3482" y="83"/>
                    </a:lnTo>
                    <a:lnTo>
                      <a:pt x="3263" y="138"/>
                    </a:lnTo>
                    <a:lnTo>
                      <a:pt x="3059" y="192"/>
                    </a:lnTo>
                    <a:lnTo>
                      <a:pt x="2854" y="260"/>
                    </a:lnTo>
                    <a:lnTo>
                      <a:pt x="2663" y="342"/>
                    </a:lnTo>
                    <a:lnTo>
                      <a:pt x="2472" y="424"/>
                    </a:lnTo>
                    <a:lnTo>
                      <a:pt x="2280" y="533"/>
                    </a:lnTo>
                    <a:lnTo>
                      <a:pt x="2089" y="629"/>
                    </a:lnTo>
                    <a:lnTo>
                      <a:pt x="1912" y="738"/>
                    </a:lnTo>
                    <a:lnTo>
                      <a:pt x="1748" y="861"/>
                    </a:lnTo>
                    <a:lnTo>
                      <a:pt x="1584" y="998"/>
                    </a:lnTo>
                    <a:lnTo>
                      <a:pt x="1420" y="1134"/>
                    </a:lnTo>
                    <a:lnTo>
                      <a:pt x="1270" y="1271"/>
                    </a:lnTo>
                    <a:lnTo>
                      <a:pt x="1134" y="1435"/>
                    </a:lnTo>
                    <a:lnTo>
                      <a:pt x="997" y="1585"/>
                    </a:lnTo>
                    <a:lnTo>
                      <a:pt x="861" y="1749"/>
                    </a:lnTo>
                    <a:lnTo>
                      <a:pt x="738" y="1926"/>
                    </a:lnTo>
                    <a:lnTo>
                      <a:pt x="628" y="2103"/>
                    </a:lnTo>
                    <a:lnTo>
                      <a:pt x="519" y="2281"/>
                    </a:lnTo>
                    <a:lnTo>
                      <a:pt x="424" y="2472"/>
                    </a:lnTo>
                    <a:lnTo>
                      <a:pt x="342" y="2663"/>
                    </a:lnTo>
                    <a:lnTo>
                      <a:pt x="260" y="2854"/>
                    </a:lnTo>
                    <a:lnTo>
                      <a:pt x="192" y="3059"/>
                    </a:lnTo>
                    <a:lnTo>
                      <a:pt x="137" y="3264"/>
                    </a:lnTo>
                    <a:lnTo>
                      <a:pt x="82" y="3482"/>
                    </a:lnTo>
                    <a:lnTo>
                      <a:pt x="41" y="3687"/>
                    </a:lnTo>
                    <a:lnTo>
                      <a:pt x="14" y="3906"/>
                    </a:lnTo>
                    <a:lnTo>
                      <a:pt x="0" y="4138"/>
                    </a:lnTo>
                    <a:lnTo>
                      <a:pt x="0" y="4356"/>
                    </a:lnTo>
                    <a:lnTo>
                      <a:pt x="0" y="9312"/>
                    </a:lnTo>
                    <a:lnTo>
                      <a:pt x="0" y="9626"/>
                    </a:lnTo>
                    <a:lnTo>
                      <a:pt x="28" y="9940"/>
                    </a:lnTo>
                    <a:lnTo>
                      <a:pt x="69" y="10254"/>
                    </a:lnTo>
                    <a:lnTo>
                      <a:pt x="110" y="10568"/>
                    </a:lnTo>
                    <a:lnTo>
                      <a:pt x="178" y="10868"/>
                    </a:lnTo>
                    <a:lnTo>
                      <a:pt x="260" y="11182"/>
                    </a:lnTo>
                    <a:lnTo>
                      <a:pt x="355" y="11483"/>
                    </a:lnTo>
                    <a:lnTo>
                      <a:pt x="451" y="11783"/>
                    </a:lnTo>
                    <a:lnTo>
                      <a:pt x="601" y="12138"/>
                    </a:lnTo>
                    <a:lnTo>
                      <a:pt x="738" y="12466"/>
                    </a:lnTo>
                    <a:lnTo>
                      <a:pt x="888" y="12766"/>
                    </a:lnTo>
                    <a:lnTo>
                      <a:pt x="1065" y="13053"/>
                    </a:lnTo>
                    <a:lnTo>
                      <a:pt x="1270" y="13312"/>
                    </a:lnTo>
                    <a:lnTo>
                      <a:pt x="1475" y="13544"/>
                    </a:lnTo>
                    <a:lnTo>
                      <a:pt x="1707" y="13763"/>
                    </a:lnTo>
                    <a:lnTo>
                      <a:pt x="1939" y="13968"/>
                    </a:lnTo>
                    <a:lnTo>
                      <a:pt x="2198" y="14131"/>
                    </a:lnTo>
                    <a:lnTo>
                      <a:pt x="2458" y="14295"/>
                    </a:lnTo>
                    <a:lnTo>
                      <a:pt x="2731" y="14418"/>
                    </a:lnTo>
                    <a:lnTo>
                      <a:pt x="3018" y="14527"/>
                    </a:lnTo>
                    <a:lnTo>
                      <a:pt x="3304" y="14623"/>
                    </a:lnTo>
                    <a:lnTo>
                      <a:pt x="3591" y="14691"/>
                    </a:lnTo>
                    <a:lnTo>
                      <a:pt x="3891" y="14746"/>
                    </a:lnTo>
                    <a:lnTo>
                      <a:pt x="4178" y="14773"/>
                    </a:lnTo>
                    <a:lnTo>
                      <a:pt x="4478" y="14773"/>
                    </a:lnTo>
                    <a:lnTo>
                      <a:pt x="4779" y="14759"/>
                    </a:lnTo>
                    <a:lnTo>
                      <a:pt x="5079" y="14719"/>
                    </a:lnTo>
                    <a:lnTo>
                      <a:pt x="5380" y="14664"/>
                    </a:lnTo>
                    <a:lnTo>
                      <a:pt x="5666" y="14596"/>
                    </a:lnTo>
                    <a:lnTo>
                      <a:pt x="5953" y="14486"/>
                    </a:lnTo>
                    <a:lnTo>
                      <a:pt x="6226" y="14377"/>
                    </a:lnTo>
                    <a:lnTo>
                      <a:pt x="6485" y="14227"/>
                    </a:lnTo>
                    <a:lnTo>
                      <a:pt x="6745" y="14063"/>
                    </a:lnTo>
                    <a:lnTo>
                      <a:pt x="6991" y="13886"/>
                    </a:lnTo>
                    <a:lnTo>
                      <a:pt x="7236" y="13681"/>
                    </a:lnTo>
                    <a:lnTo>
                      <a:pt x="7455" y="13462"/>
                    </a:lnTo>
                    <a:lnTo>
                      <a:pt x="7660" y="13217"/>
                    </a:lnTo>
                    <a:lnTo>
                      <a:pt x="7837" y="12944"/>
                    </a:lnTo>
                    <a:lnTo>
                      <a:pt x="8015" y="12671"/>
                    </a:lnTo>
                    <a:lnTo>
                      <a:pt x="8165" y="12357"/>
                    </a:lnTo>
                    <a:lnTo>
                      <a:pt x="8288" y="12029"/>
                    </a:lnTo>
                    <a:lnTo>
                      <a:pt x="8574" y="11223"/>
                    </a:lnTo>
                    <a:lnTo>
                      <a:pt x="8670" y="10896"/>
                    </a:lnTo>
                    <a:lnTo>
                      <a:pt x="8738" y="10582"/>
                    </a:lnTo>
                    <a:lnTo>
                      <a:pt x="8779" y="10254"/>
                    </a:lnTo>
                    <a:lnTo>
                      <a:pt x="8793" y="9913"/>
                    </a:lnTo>
                    <a:lnTo>
                      <a:pt x="8793" y="4356"/>
                    </a:lnTo>
                    <a:lnTo>
                      <a:pt x="8793" y="4138"/>
                    </a:lnTo>
                    <a:lnTo>
                      <a:pt x="8779" y="3906"/>
                    </a:lnTo>
                    <a:lnTo>
                      <a:pt x="8752" y="3687"/>
                    </a:lnTo>
                    <a:lnTo>
                      <a:pt x="8711" y="3482"/>
                    </a:lnTo>
                    <a:lnTo>
                      <a:pt x="8656" y="3264"/>
                    </a:lnTo>
                    <a:lnTo>
                      <a:pt x="8602" y="3059"/>
                    </a:lnTo>
                    <a:lnTo>
                      <a:pt x="8533" y="2854"/>
                    </a:lnTo>
                    <a:lnTo>
                      <a:pt x="8451" y="2663"/>
                    </a:lnTo>
                    <a:lnTo>
                      <a:pt x="8369" y="2472"/>
                    </a:lnTo>
                    <a:lnTo>
                      <a:pt x="8274" y="2281"/>
                    </a:lnTo>
                    <a:lnTo>
                      <a:pt x="8165" y="2103"/>
                    </a:lnTo>
                    <a:lnTo>
                      <a:pt x="8055" y="1926"/>
                    </a:lnTo>
                    <a:lnTo>
                      <a:pt x="7933" y="1749"/>
                    </a:lnTo>
                    <a:lnTo>
                      <a:pt x="7796" y="1585"/>
                    </a:lnTo>
                    <a:lnTo>
                      <a:pt x="7660" y="1435"/>
                    </a:lnTo>
                    <a:lnTo>
                      <a:pt x="7523" y="1271"/>
                    </a:lnTo>
                    <a:lnTo>
                      <a:pt x="7373" y="1134"/>
                    </a:lnTo>
                    <a:lnTo>
                      <a:pt x="7209" y="998"/>
                    </a:lnTo>
                    <a:lnTo>
                      <a:pt x="7045" y="861"/>
                    </a:lnTo>
                    <a:lnTo>
                      <a:pt x="6881" y="738"/>
                    </a:lnTo>
                    <a:lnTo>
                      <a:pt x="6704" y="629"/>
                    </a:lnTo>
                    <a:lnTo>
                      <a:pt x="6513" y="533"/>
                    </a:lnTo>
                    <a:lnTo>
                      <a:pt x="6335" y="424"/>
                    </a:lnTo>
                    <a:lnTo>
                      <a:pt x="6130" y="342"/>
                    </a:lnTo>
                    <a:lnTo>
                      <a:pt x="5939" y="260"/>
                    </a:lnTo>
                    <a:lnTo>
                      <a:pt x="5735" y="192"/>
                    </a:lnTo>
                    <a:lnTo>
                      <a:pt x="5530" y="138"/>
                    </a:lnTo>
                    <a:lnTo>
                      <a:pt x="5325" y="83"/>
                    </a:lnTo>
                    <a:lnTo>
                      <a:pt x="5107" y="56"/>
                    </a:lnTo>
                    <a:lnTo>
                      <a:pt x="4888" y="28"/>
                    </a:lnTo>
                    <a:lnTo>
                      <a:pt x="4670" y="1"/>
                    </a:lnTo>
                    <a:close/>
                  </a:path>
                </a:pathLst>
              </a:custGeom>
              <a:solidFill>
                <a:srgbClr val="8955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7">
                <a:extLst>
                  <a:ext uri="{FF2B5EF4-FFF2-40B4-BE49-F238E27FC236}">
                    <a16:creationId xmlns:a16="http://schemas.microsoft.com/office/drawing/2014/main" id="{A3B7B868-80A9-B74D-392A-A248349EC8DE}"/>
                  </a:ext>
                </a:extLst>
              </p:cNvPr>
              <p:cNvSpPr/>
              <p:nvPr/>
            </p:nvSpPr>
            <p:spPr>
              <a:xfrm>
                <a:off x="1185900" y="1584100"/>
                <a:ext cx="219825" cy="271725"/>
              </a:xfrm>
              <a:custGeom>
                <a:avLst/>
                <a:gdLst/>
                <a:ahLst/>
                <a:cxnLst/>
                <a:rect l="l" t="t" r="r" b="b"/>
                <a:pathLst>
                  <a:path w="8793" h="10869" extrusionOk="0">
                    <a:moveTo>
                      <a:pt x="4124" y="1"/>
                    </a:moveTo>
                    <a:lnTo>
                      <a:pt x="3905" y="28"/>
                    </a:lnTo>
                    <a:lnTo>
                      <a:pt x="3687" y="56"/>
                    </a:lnTo>
                    <a:lnTo>
                      <a:pt x="3482" y="83"/>
                    </a:lnTo>
                    <a:lnTo>
                      <a:pt x="3263" y="138"/>
                    </a:lnTo>
                    <a:lnTo>
                      <a:pt x="3059" y="192"/>
                    </a:lnTo>
                    <a:lnTo>
                      <a:pt x="2854" y="260"/>
                    </a:lnTo>
                    <a:lnTo>
                      <a:pt x="2663" y="342"/>
                    </a:lnTo>
                    <a:lnTo>
                      <a:pt x="2472" y="424"/>
                    </a:lnTo>
                    <a:lnTo>
                      <a:pt x="2280" y="533"/>
                    </a:lnTo>
                    <a:lnTo>
                      <a:pt x="2089" y="629"/>
                    </a:lnTo>
                    <a:lnTo>
                      <a:pt x="1912" y="738"/>
                    </a:lnTo>
                    <a:lnTo>
                      <a:pt x="1748" y="861"/>
                    </a:lnTo>
                    <a:lnTo>
                      <a:pt x="1584" y="998"/>
                    </a:lnTo>
                    <a:lnTo>
                      <a:pt x="1420" y="1134"/>
                    </a:lnTo>
                    <a:lnTo>
                      <a:pt x="1270" y="1271"/>
                    </a:lnTo>
                    <a:lnTo>
                      <a:pt x="1134" y="1435"/>
                    </a:lnTo>
                    <a:lnTo>
                      <a:pt x="997" y="1585"/>
                    </a:lnTo>
                    <a:lnTo>
                      <a:pt x="861" y="1749"/>
                    </a:lnTo>
                    <a:lnTo>
                      <a:pt x="738" y="1926"/>
                    </a:lnTo>
                    <a:lnTo>
                      <a:pt x="628" y="2103"/>
                    </a:lnTo>
                    <a:lnTo>
                      <a:pt x="519" y="2281"/>
                    </a:lnTo>
                    <a:lnTo>
                      <a:pt x="424" y="2472"/>
                    </a:lnTo>
                    <a:lnTo>
                      <a:pt x="342" y="2663"/>
                    </a:lnTo>
                    <a:lnTo>
                      <a:pt x="260" y="2854"/>
                    </a:lnTo>
                    <a:lnTo>
                      <a:pt x="192" y="3059"/>
                    </a:lnTo>
                    <a:lnTo>
                      <a:pt x="137" y="3264"/>
                    </a:lnTo>
                    <a:lnTo>
                      <a:pt x="82" y="3482"/>
                    </a:lnTo>
                    <a:lnTo>
                      <a:pt x="41" y="3687"/>
                    </a:lnTo>
                    <a:lnTo>
                      <a:pt x="14" y="3906"/>
                    </a:lnTo>
                    <a:lnTo>
                      <a:pt x="0" y="4138"/>
                    </a:lnTo>
                    <a:lnTo>
                      <a:pt x="0" y="4356"/>
                    </a:lnTo>
                    <a:lnTo>
                      <a:pt x="0" y="9435"/>
                    </a:lnTo>
                    <a:lnTo>
                      <a:pt x="28" y="9490"/>
                    </a:lnTo>
                    <a:lnTo>
                      <a:pt x="96" y="9558"/>
                    </a:lnTo>
                    <a:lnTo>
                      <a:pt x="205" y="9640"/>
                    </a:lnTo>
                    <a:lnTo>
                      <a:pt x="355" y="9735"/>
                    </a:lnTo>
                    <a:lnTo>
                      <a:pt x="751" y="9967"/>
                    </a:lnTo>
                    <a:lnTo>
                      <a:pt x="1243" y="10213"/>
                    </a:lnTo>
                    <a:lnTo>
                      <a:pt x="1502" y="10336"/>
                    </a:lnTo>
                    <a:lnTo>
                      <a:pt x="1789" y="10459"/>
                    </a:lnTo>
                    <a:lnTo>
                      <a:pt x="2062" y="10568"/>
                    </a:lnTo>
                    <a:lnTo>
                      <a:pt x="2349" y="10664"/>
                    </a:lnTo>
                    <a:lnTo>
                      <a:pt x="2622" y="10746"/>
                    </a:lnTo>
                    <a:lnTo>
                      <a:pt x="2895" y="10814"/>
                    </a:lnTo>
                    <a:lnTo>
                      <a:pt x="3154" y="10855"/>
                    </a:lnTo>
                    <a:lnTo>
                      <a:pt x="3400" y="10868"/>
                    </a:lnTo>
                    <a:lnTo>
                      <a:pt x="3810" y="10855"/>
                    </a:lnTo>
                    <a:lnTo>
                      <a:pt x="4205" y="10814"/>
                    </a:lnTo>
                    <a:lnTo>
                      <a:pt x="4601" y="10759"/>
                    </a:lnTo>
                    <a:lnTo>
                      <a:pt x="4997" y="10677"/>
                    </a:lnTo>
                    <a:lnTo>
                      <a:pt x="5380" y="10568"/>
                    </a:lnTo>
                    <a:lnTo>
                      <a:pt x="5748" y="10445"/>
                    </a:lnTo>
                    <a:lnTo>
                      <a:pt x="6103" y="10295"/>
                    </a:lnTo>
                    <a:lnTo>
                      <a:pt x="6458" y="10131"/>
                    </a:lnTo>
                    <a:lnTo>
                      <a:pt x="6799" y="9954"/>
                    </a:lnTo>
                    <a:lnTo>
                      <a:pt x="7127" y="9749"/>
                    </a:lnTo>
                    <a:lnTo>
                      <a:pt x="7441" y="9531"/>
                    </a:lnTo>
                    <a:lnTo>
                      <a:pt x="7741" y="9285"/>
                    </a:lnTo>
                    <a:lnTo>
                      <a:pt x="8028" y="9039"/>
                    </a:lnTo>
                    <a:lnTo>
                      <a:pt x="8301" y="8766"/>
                    </a:lnTo>
                    <a:lnTo>
                      <a:pt x="8561" y="8479"/>
                    </a:lnTo>
                    <a:lnTo>
                      <a:pt x="8793" y="8179"/>
                    </a:lnTo>
                    <a:lnTo>
                      <a:pt x="8793" y="4356"/>
                    </a:lnTo>
                    <a:lnTo>
                      <a:pt x="8793" y="4138"/>
                    </a:lnTo>
                    <a:lnTo>
                      <a:pt x="8779" y="3906"/>
                    </a:lnTo>
                    <a:lnTo>
                      <a:pt x="8752" y="3687"/>
                    </a:lnTo>
                    <a:lnTo>
                      <a:pt x="8711" y="3482"/>
                    </a:lnTo>
                    <a:lnTo>
                      <a:pt x="8656" y="3264"/>
                    </a:lnTo>
                    <a:lnTo>
                      <a:pt x="8602" y="3059"/>
                    </a:lnTo>
                    <a:lnTo>
                      <a:pt x="8533" y="2854"/>
                    </a:lnTo>
                    <a:lnTo>
                      <a:pt x="8451" y="2663"/>
                    </a:lnTo>
                    <a:lnTo>
                      <a:pt x="8369" y="2472"/>
                    </a:lnTo>
                    <a:lnTo>
                      <a:pt x="8274" y="2281"/>
                    </a:lnTo>
                    <a:lnTo>
                      <a:pt x="8165" y="2103"/>
                    </a:lnTo>
                    <a:lnTo>
                      <a:pt x="8055" y="1926"/>
                    </a:lnTo>
                    <a:lnTo>
                      <a:pt x="7933" y="1749"/>
                    </a:lnTo>
                    <a:lnTo>
                      <a:pt x="7796" y="1585"/>
                    </a:lnTo>
                    <a:lnTo>
                      <a:pt x="7660" y="1435"/>
                    </a:lnTo>
                    <a:lnTo>
                      <a:pt x="7523" y="1271"/>
                    </a:lnTo>
                    <a:lnTo>
                      <a:pt x="7373" y="1134"/>
                    </a:lnTo>
                    <a:lnTo>
                      <a:pt x="7209" y="998"/>
                    </a:lnTo>
                    <a:lnTo>
                      <a:pt x="7045" y="861"/>
                    </a:lnTo>
                    <a:lnTo>
                      <a:pt x="6881" y="738"/>
                    </a:lnTo>
                    <a:lnTo>
                      <a:pt x="6704" y="629"/>
                    </a:lnTo>
                    <a:lnTo>
                      <a:pt x="6513" y="533"/>
                    </a:lnTo>
                    <a:lnTo>
                      <a:pt x="6335" y="424"/>
                    </a:lnTo>
                    <a:lnTo>
                      <a:pt x="6130" y="342"/>
                    </a:lnTo>
                    <a:lnTo>
                      <a:pt x="5939" y="260"/>
                    </a:lnTo>
                    <a:lnTo>
                      <a:pt x="5735" y="192"/>
                    </a:lnTo>
                    <a:lnTo>
                      <a:pt x="5530" y="138"/>
                    </a:lnTo>
                    <a:lnTo>
                      <a:pt x="5325" y="83"/>
                    </a:lnTo>
                    <a:lnTo>
                      <a:pt x="5107" y="56"/>
                    </a:lnTo>
                    <a:lnTo>
                      <a:pt x="4888" y="28"/>
                    </a:lnTo>
                    <a:lnTo>
                      <a:pt x="4670" y="1"/>
                    </a:lnTo>
                    <a:close/>
                  </a:path>
                </a:pathLst>
              </a:custGeom>
              <a:solidFill>
                <a:srgbClr val="000000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7">
                <a:extLst>
                  <a:ext uri="{FF2B5EF4-FFF2-40B4-BE49-F238E27FC236}">
                    <a16:creationId xmlns:a16="http://schemas.microsoft.com/office/drawing/2014/main" id="{A75D79BB-2772-C8CF-5502-19059EF12959}"/>
                  </a:ext>
                </a:extLst>
              </p:cNvPr>
              <p:cNvSpPr/>
              <p:nvPr/>
            </p:nvSpPr>
            <p:spPr>
              <a:xfrm>
                <a:off x="986900" y="1002500"/>
                <a:ext cx="612700" cy="788125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31525" extrusionOk="0">
                    <a:moveTo>
                      <a:pt x="10841" y="1"/>
                    </a:moveTo>
                    <a:lnTo>
                      <a:pt x="10281" y="15"/>
                    </a:lnTo>
                    <a:lnTo>
                      <a:pt x="9735" y="56"/>
                    </a:lnTo>
                    <a:lnTo>
                      <a:pt x="9189" y="124"/>
                    </a:lnTo>
                    <a:lnTo>
                      <a:pt x="8657" y="219"/>
                    </a:lnTo>
                    <a:lnTo>
                      <a:pt x="8138" y="342"/>
                    </a:lnTo>
                    <a:lnTo>
                      <a:pt x="7619" y="492"/>
                    </a:lnTo>
                    <a:lnTo>
                      <a:pt x="7114" y="656"/>
                    </a:lnTo>
                    <a:lnTo>
                      <a:pt x="6622" y="861"/>
                    </a:lnTo>
                    <a:lnTo>
                      <a:pt x="6145" y="1066"/>
                    </a:lnTo>
                    <a:lnTo>
                      <a:pt x="5680" y="1312"/>
                    </a:lnTo>
                    <a:lnTo>
                      <a:pt x="5216" y="1571"/>
                    </a:lnTo>
                    <a:lnTo>
                      <a:pt x="4779" y="1858"/>
                    </a:lnTo>
                    <a:lnTo>
                      <a:pt x="4356" y="2158"/>
                    </a:lnTo>
                    <a:lnTo>
                      <a:pt x="3947" y="2486"/>
                    </a:lnTo>
                    <a:lnTo>
                      <a:pt x="3551" y="2827"/>
                    </a:lnTo>
                    <a:lnTo>
                      <a:pt x="3182" y="3182"/>
                    </a:lnTo>
                    <a:lnTo>
                      <a:pt x="2813" y="3551"/>
                    </a:lnTo>
                    <a:lnTo>
                      <a:pt x="2472" y="3947"/>
                    </a:lnTo>
                    <a:lnTo>
                      <a:pt x="2158" y="4356"/>
                    </a:lnTo>
                    <a:lnTo>
                      <a:pt x="1858" y="4779"/>
                    </a:lnTo>
                    <a:lnTo>
                      <a:pt x="1571" y="5230"/>
                    </a:lnTo>
                    <a:lnTo>
                      <a:pt x="1312" y="5680"/>
                    </a:lnTo>
                    <a:lnTo>
                      <a:pt x="1066" y="6145"/>
                    </a:lnTo>
                    <a:lnTo>
                      <a:pt x="861" y="6622"/>
                    </a:lnTo>
                    <a:lnTo>
                      <a:pt x="656" y="7128"/>
                    </a:lnTo>
                    <a:lnTo>
                      <a:pt x="492" y="7619"/>
                    </a:lnTo>
                    <a:lnTo>
                      <a:pt x="342" y="8138"/>
                    </a:lnTo>
                    <a:lnTo>
                      <a:pt x="219" y="8670"/>
                    </a:lnTo>
                    <a:lnTo>
                      <a:pt x="124" y="9203"/>
                    </a:lnTo>
                    <a:lnTo>
                      <a:pt x="56" y="9735"/>
                    </a:lnTo>
                    <a:lnTo>
                      <a:pt x="15" y="10295"/>
                    </a:lnTo>
                    <a:lnTo>
                      <a:pt x="1" y="10855"/>
                    </a:lnTo>
                    <a:lnTo>
                      <a:pt x="274" y="19538"/>
                    </a:lnTo>
                    <a:lnTo>
                      <a:pt x="301" y="20152"/>
                    </a:lnTo>
                    <a:lnTo>
                      <a:pt x="342" y="20767"/>
                    </a:lnTo>
                    <a:lnTo>
                      <a:pt x="424" y="21367"/>
                    </a:lnTo>
                    <a:lnTo>
                      <a:pt x="520" y="21954"/>
                    </a:lnTo>
                    <a:lnTo>
                      <a:pt x="656" y="22541"/>
                    </a:lnTo>
                    <a:lnTo>
                      <a:pt x="820" y="23101"/>
                    </a:lnTo>
                    <a:lnTo>
                      <a:pt x="1011" y="23661"/>
                    </a:lnTo>
                    <a:lnTo>
                      <a:pt x="1230" y="24207"/>
                    </a:lnTo>
                    <a:lnTo>
                      <a:pt x="1462" y="24739"/>
                    </a:lnTo>
                    <a:lnTo>
                      <a:pt x="1735" y="25258"/>
                    </a:lnTo>
                    <a:lnTo>
                      <a:pt x="2022" y="25763"/>
                    </a:lnTo>
                    <a:lnTo>
                      <a:pt x="2336" y="26241"/>
                    </a:lnTo>
                    <a:lnTo>
                      <a:pt x="2663" y="26719"/>
                    </a:lnTo>
                    <a:lnTo>
                      <a:pt x="3018" y="27170"/>
                    </a:lnTo>
                    <a:lnTo>
                      <a:pt x="3400" y="27607"/>
                    </a:lnTo>
                    <a:lnTo>
                      <a:pt x="3796" y="28016"/>
                    </a:lnTo>
                    <a:lnTo>
                      <a:pt x="4220" y="28412"/>
                    </a:lnTo>
                    <a:lnTo>
                      <a:pt x="4643" y="28794"/>
                    </a:lnTo>
                    <a:lnTo>
                      <a:pt x="5107" y="29149"/>
                    </a:lnTo>
                    <a:lnTo>
                      <a:pt x="5571" y="29477"/>
                    </a:lnTo>
                    <a:lnTo>
                      <a:pt x="6063" y="29791"/>
                    </a:lnTo>
                    <a:lnTo>
                      <a:pt x="6568" y="30078"/>
                    </a:lnTo>
                    <a:lnTo>
                      <a:pt x="7073" y="30351"/>
                    </a:lnTo>
                    <a:lnTo>
                      <a:pt x="7605" y="30583"/>
                    </a:lnTo>
                    <a:lnTo>
                      <a:pt x="8152" y="30801"/>
                    </a:lnTo>
                    <a:lnTo>
                      <a:pt x="8711" y="30992"/>
                    </a:lnTo>
                    <a:lnTo>
                      <a:pt x="9285" y="31156"/>
                    </a:lnTo>
                    <a:lnTo>
                      <a:pt x="9858" y="31279"/>
                    </a:lnTo>
                    <a:lnTo>
                      <a:pt x="10459" y="31388"/>
                    </a:lnTo>
                    <a:lnTo>
                      <a:pt x="11060" y="31470"/>
                    </a:lnTo>
                    <a:lnTo>
                      <a:pt x="11660" y="31511"/>
                    </a:lnTo>
                    <a:lnTo>
                      <a:pt x="12275" y="31525"/>
                    </a:lnTo>
                    <a:lnTo>
                      <a:pt x="12520" y="31525"/>
                    </a:lnTo>
                    <a:lnTo>
                      <a:pt x="13135" y="31511"/>
                    </a:lnTo>
                    <a:lnTo>
                      <a:pt x="13749" y="31457"/>
                    </a:lnTo>
                    <a:lnTo>
                      <a:pt x="14350" y="31388"/>
                    </a:lnTo>
                    <a:lnTo>
                      <a:pt x="14937" y="31279"/>
                    </a:lnTo>
                    <a:lnTo>
                      <a:pt x="15524" y="31143"/>
                    </a:lnTo>
                    <a:lnTo>
                      <a:pt x="16084" y="30979"/>
                    </a:lnTo>
                    <a:lnTo>
                      <a:pt x="16643" y="30801"/>
                    </a:lnTo>
                    <a:lnTo>
                      <a:pt x="17190" y="30583"/>
                    </a:lnTo>
                    <a:lnTo>
                      <a:pt x="17722" y="30337"/>
                    </a:lnTo>
                    <a:lnTo>
                      <a:pt x="18241" y="30078"/>
                    </a:lnTo>
                    <a:lnTo>
                      <a:pt x="18746" y="29791"/>
                    </a:lnTo>
                    <a:lnTo>
                      <a:pt x="19224" y="29477"/>
                    </a:lnTo>
                    <a:lnTo>
                      <a:pt x="19702" y="29136"/>
                    </a:lnTo>
                    <a:lnTo>
                      <a:pt x="20152" y="28781"/>
                    </a:lnTo>
                    <a:lnTo>
                      <a:pt x="20589" y="28412"/>
                    </a:lnTo>
                    <a:lnTo>
                      <a:pt x="20999" y="28002"/>
                    </a:lnTo>
                    <a:lnTo>
                      <a:pt x="21395" y="27593"/>
                    </a:lnTo>
                    <a:lnTo>
                      <a:pt x="21777" y="27156"/>
                    </a:lnTo>
                    <a:lnTo>
                      <a:pt x="22132" y="26705"/>
                    </a:lnTo>
                    <a:lnTo>
                      <a:pt x="22460" y="26228"/>
                    </a:lnTo>
                    <a:lnTo>
                      <a:pt x="22774" y="25750"/>
                    </a:lnTo>
                    <a:lnTo>
                      <a:pt x="23060" y="25245"/>
                    </a:lnTo>
                    <a:lnTo>
                      <a:pt x="23333" y="24726"/>
                    </a:lnTo>
                    <a:lnTo>
                      <a:pt x="23565" y="24193"/>
                    </a:lnTo>
                    <a:lnTo>
                      <a:pt x="23784" y="23647"/>
                    </a:lnTo>
                    <a:lnTo>
                      <a:pt x="23975" y="23088"/>
                    </a:lnTo>
                    <a:lnTo>
                      <a:pt x="24139" y="22528"/>
                    </a:lnTo>
                    <a:lnTo>
                      <a:pt x="24262" y="21941"/>
                    </a:lnTo>
                    <a:lnTo>
                      <a:pt x="24371" y="21354"/>
                    </a:lnTo>
                    <a:lnTo>
                      <a:pt x="24453" y="20753"/>
                    </a:lnTo>
                    <a:lnTo>
                      <a:pt x="24494" y="20139"/>
                    </a:lnTo>
                    <a:lnTo>
                      <a:pt x="24507" y="19524"/>
                    </a:lnTo>
                    <a:lnTo>
                      <a:pt x="24234" y="10841"/>
                    </a:lnTo>
                    <a:lnTo>
                      <a:pt x="24221" y="10281"/>
                    </a:lnTo>
                    <a:lnTo>
                      <a:pt x="24180" y="9722"/>
                    </a:lnTo>
                    <a:lnTo>
                      <a:pt x="24112" y="9189"/>
                    </a:lnTo>
                    <a:lnTo>
                      <a:pt x="24016" y="8657"/>
                    </a:lnTo>
                    <a:lnTo>
                      <a:pt x="23893" y="8124"/>
                    </a:lnTo>
                    <a:lnTo>
                      <a:pt x="23743" y="7605"/>
                    </a:lnTo>
                    <a:lnTo>
                      <a:pt x="23579" y="7114"/>
                    </a:lnTo>
                    <a:lnTo>
                      <a:pt x="23388" y="6609"/>
                    </a:lnTo>
                    <a:lnTo>
                      <a:pt x="23169" y="6131"/>
                    </a:lnTo>
                    <a:lnTo>
                      <a:pt x="22924" y="5667"/>
                    </a:lnTo>
                    <a:lnTo>
                      <a:pt x="22664" y="5216"/>
                    </a:lnTo>
                    <a:lnTo>
                      <a:pt x="22378" y="4779"/>
                    </a:lnTo>
                    <a:lnTo>
                      <a:pt x="22077" y="4342"/>
                    </a:lnTo>
                    <a:lnTo>
                      <a:pt x="21750" y="3933"/>
                    </a:lnTo>
                    <a:lnTo>
                      <a:pt x="21422" y="3551"/>
                    </a:lnTo>
                    <a:lnTo>
                      <a:pt x="21053" y="3168"/>
                    </a:lnTo>
                    <a:lnTo>
                      <a:pt x="20685" y="2813"/>
                    </a:lnTo>
                    <a:lnTo>
                      <a:pt x="20289" y="2472"/>
                    </a:lnTo>
                    <a:lnTo>
                      <a:pt x="19879" y="2144"/>
                    </a:lnTo>
                    <a:lnTo>
                      <a:pt x="19456" y="1844"/>
                    </a:lnTo>
                    <a:lnTo>
                      <a:pt x="19005" y="1571"/>
                    </a:lnTo>
                    <a:lnTo>
                      <a:pt x="18555" y="1298"/>
                    </a:lnTo>
                    <a:lnTo>
                      <a:pt x="18091" y="1066"/>
                    </a:lnTo>
                    <a:lnTo>
                      <a:pt x="17613" y="847"/>
                    </a:lnTo>
                    <a:lnTo>
                      <a:pt x="17121" y="656"/>
                    </a:lnTo>
                    <a:lnTo>
                      <a:pt x="16616" y="479"/>
                    </a:lnTo>
                    <a:lnTo>
                      <a:pt x="16097" y="342"/>
                    </a:lnTo>
                    <a:lnTo>
                      <a:pt x="15579" y="219"/>
                    </a:lnTo>
                    <a:lnTo>
                      <a:pt x="15032" y="124"/>
                    </a:lnTo>
                    <a:lnTo>
                      <a:pt x="14500" y="56"/>
                    </a:lnTo>
                    <a:lnTo>
                      <a:pt x="13940" y="15"/>
                    </a:lnTo>
                    <a:lnTo>
                      <a:pt x="13381" y="1"/>
                    </a:lnTo>
                    <a:close/>
                  </a:path>
                </a:pathLst>
              </a:custGeom>
              <a:solidFill>
                <a:srgbClr val="8955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7">
                <a:extLst>
                  <a:ext uri="{FF2B5EF4-FFF2-40B4-BE49-F238E27FC236}">
                    <a16:creationId xmlns:a16="http://schemas.microsoft.com/office/drawing/2014/main" id="{9765A3A0-43BF-9377-CF5A-73119DF31AD1}"/>
                  </a:ext>
                </a:extLst>
              </p:cNvPr>
              <p:cNvSpPr/>
              <p:nvPr/>
            </p:nvSpPr>
            <p:spPr>
              <a:xfrm>
                <a:off x="986900" y="1079300"/>
                <a:ext cx="86050" cy="324975"/>
              </a:xfrm>
              <a:custGeom>
                <a:avLst/>
                <a:gdLst/>
                <a:ahLst/>
                <a:cxnLst/>
                <a:rect l="l" t="t" r="r" b="b"/>
                <a:pathLst>
                  <a:path w="3442" h="12999" extrusionOk="0">
                    <a:moveTo>
                      <a:pt x="3305" y="1"/>
                    </a:moveTo>
                    <a:lnTo>
                      <a:pt x="2923" y="369"/>
                    </a:lnTo>
                    <a:lnTo>
                      <a:pt x="2581" y="765"/>
                    </a:lnTo>
                    <a:lnTo>
                      <a:pt x="2240" y="1189"/>
                    </a:lnTo>
                    <a:lnTo>
                      <a:pt x="1926" y="1612"/>
                    </a:lnTo>
                    <a:lnTo>
                      <a:pt x="1639" y="2062"/>
                    </a:lnTo>
                    <a:lnTo>
                      <a:pt x="1366" y="2513"/>
                    </a:lnTo>
                    <a:lnTo>
                      <a:pt x="1120" y="2991"/>
                    </a:lnTo>
                    <a:lnTo>
                      <a:pt x="888" y="3482"/>
                    </a:lnTo>
                    <a:lnTo>
                      <a:pt x="684" y="3987"/>
                    </a:lnTo>
                    <a:lnTo>
                      <a:pt x="506" y="4492"/>
                    </a:lnTo>
                    <a:lnTo>
                      <a:pt x="356" y="5011"/>
                    </a:lnTo>
                    <a:lnTo>
                      <a:pt x="233" y="5544"/>
                    </a:lnTo>
                    <a:lnTo>
                      <a:pt x="137" y="6090"/>
                    </a:lnTo>
                    <a:lnTo>
                      <a:pt x="69" y="6650"/>
                    </a:lnTo>
                    <a:lnTo>
                      <a:pt x="15" y="7209"/>
                    </a:lnTo>
                    <a:lnTo>
                      <a:pt x="1" y="7783"/>
                    </a:lnTo>
                    <a:lnTo>
                      <a:pt x="165" y="12998"/>
                    </a:lnTo>
                    <a:lnTo>
                      <a:pt x="1762" y="12998"/>
                    </a:lnTo>
                    <a:lnTo>
                      <a:pt x="1762" y="8015"/>
                    </a:lnTo>
                    <a:lnTo>
                      <a:pt x="1762" y="7851"/>
                    </a:lnTo>
                    <a:lnTo>
                      <a:pt x="1776" y="7701"/>
                    </a:lnTo>
                    <a:lnTo>
                      <a:pt x="1803" y="7551"/>
                    </a:lnTo>
                    <a:lnTo>
                      <a:pt x="1844" y="7400"/>
                    </a:lnTo>
                    <a:lnTo>
                      <a:pt x="1885" y="7264"/>
                    </a:lnTo>
                    <a:lnTo>
                      <a:pt x="1940" y="7127"/>
                    </a:lnTo>
                    <a:lnTo>
                      <a:pt x="1994" y="6991"/>
                    </a:lnTo>
                    <a:lnTo>
                      <a:pt x="2076" y="6868"/>
                    </a:lnTo>
                    <a:lnTo>
                      <a:pt x="2254" y="6540"/>
                    </a:lnTo>
                    <a:lnTo>
                      <a:pt x="2417" y="6213"/>
                    </a:lnTo>
                    <a:lnTo>
                      <a:pt x="2568" y="5871"/>
                    </a:lnTo>
                    <a:lnTo>
                      <a:pt x="2718" y="5530"/>
                    </a:lnTo>
                    <a:lnTo>
                      <a:pt x="2841" y="5189"/>
                    </a:lnTo>
                    <a:lnTo>
                      <a:pt x="2950" y="4834"/>
                    </a:lnTo>
                    <a:lnTo>
                      <a:pt x="3045" y="4479"/>
                    </a:lnTo>
                    <a:lnTo>
                      <a:pt x="3141" y="4110"/>
                    </a:lnTo>
                    <a:lnTo>
                      <a:pt x="3209" y="3755"/>
                    </a:lnTo>
                    <a:lnTo>
                      <a:pt x="3278" y="3387"/>
                    </a:lnTo>
                    <a:lnTo>
                      <a:pt x="3332" y="3018"/>
                    </a:lnTo>
                    <a:lnTo>
                      <a:pt x="3373" y="2649"/>
                    </a:lnTo>
                    <a:lnTo>
                      <a:pt x="3400" y="2267"/>
                    </a:lnTo>
                    <a:lnTo>
                      <a:pt x="3428" y="1898"/>
                    </a:lnTo>
                    <a:lnTo>
                      <a:pt x="3441" y="1530"/>
                    </a:lnTo>
                    <a:lnTo>
                      <a:pt x="3441" y="1161"/>
                    </a:lnTo>
                    <a:lnTo>
                      <a:pt x="3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7">
                <a:extLst>
                  <a:ext uri="{FF2B5EF4-FFF2-40B4-BE49-F238E27FC236}">
                    <a16:creationId xmlns:a16="http://schemas.microsoft.com/office/drawing/2014/main" id="{B192EDE6-0750-0508-B2B5-D19D808B0A65}"/>
                  </a:ext>
                </a:extLst>
              </p:cNvPr>
              <p:cNvSpPr/>
              <p:nvPr/>
            </p:nvSpPr>
            <p:spPr>
              <a:xfrm>
                <a:off x="1509800" y="1080675"/>
                <a:ext cx="90825" cy="323600"/>
              </a:xfrm>
              <a:custGeom>
                <a:avLst/>
                <a:gdLst/>
                <a:ahLst/>
                <a:cxnLst/>
                <a:rect l="l" t="t" r="r" b="b"/>
                <a:pathLst>
                  <a:path w="3633" h="12944" extrusionOk="0">
                    <a:moveTo>
                      <a:pt x="96" y="0"/>
                    </a:moveTo>
                    <a:lnTo>
                      <a:pt x="14" y="915"/>
                    </a:lnTo>
                    <a:lnTo>
                      <a:pt x="1" y="1161"/>
                    </a:lnTo>
                    <a:lnTo>
                      <a:pt x="1" y="1407"/>
                    </a:lnTo>
                    <a:lnTo>
                      <a:pt x="14" y="1762"/>
                    </a:lnTo>
                    <a:lnTo>
                      <a:pt x="42" y="2117"/>
                    </a:lnTo>
                    <a:lnTo>
                      <a:pt x="83" y="2472"/>
                    </a:lnTo>
                    <a:lnTo>
                      <a:pt x="137" y="2826"/>
                    </a:lnTo>
                    <a:lnTo>
                      <a:pt x="192" y="3181"/>
                    </a:lnTo>
                    <a:lnTo>
                      <a:pt x="260" y="3536"/>
                    </a:lnTo>
                    <a:lnTo>
                      <a:pt x="328" y="3878"/>
                    </a:lnTo>
                    <a:lnTo>
                      <a:pt x="424" y="4219"/>
                    </a:lnTo>
                    <a:lnTo>
                      <a:pt x="520" y="4560"/>
                    </a:lnTo>
                    <a:lnTo>
                      <a:pt x="629" y="4902"/>
                    </a:lnTo>
                    <a:lnTo>
                      <a:pt x="752" y="5229"/>
                    </a:lnTo>
                    <a:lnTo>
                      <a:pt x="875" y="5571"/>
                    </a:lnTo>
                    <a:lnTo>
                      <a:pt x="1025" y="5885"/>
                    </a:lnTo>
                    <a:lnTo>
                      <a:pt x="1189" y="6199"/>
                    </a:lnTo>
                    <a:lnTo>
                      <a:pt x="1352" y="6513"/>
                    </a:lnTo>
                    <a:lnTo>
                      <a:pt x="1544" y="6813"/>
                    </a:lnTo>
                    <a:lnTo>
                      <a:pt x="1612" y="6950"/>
                    </a:lnTo>
                    <a:lnTo>
                      <a:pt x="1680" y="7072"/>
                    </a:lnTo>
                    <a:lnTo>
                      <a:pt x="1735" y="7209"/>
                    </a:lnTo>
                    <a:lnTo>
                      <a:pt x="1789" y="7359"/>
                    </a:lnTo>
                    <a:lnTo>
                      <a:pt x="1830" y="7496"/>
                    </a:lnTo>
                    <a:lnTo>
                      <a:pt x="1858" y="7646"/>
                    </a:lnTo>
                    <a:lnTo>
                      <a:pt x="1885" y="7796"/>
                    </a:lnTo>
                    <a:lnTo>
                      <a:pt x="1885" y="7960"/>
                    </a:lnTo>
                    <a:lnTo>
                      <a:pt x="2049" y="12943"/>
                    </a:lnTo>
                    <a:lnTo>
                      <a:pt x="3632" y="12888"/>
                    </a:lnTo>
                    <a:lnTo>
                      <a:pt x="3632" y="7673"/>
                    </a:lnTo>
                    <a:lnTo>
                      <a:pt x="3605" y="7100"/>
                    </a:lnTo>
                    <a:lnTo>
                      <a:pt x="3537" y="6540"/>
                    </a:lnTo>
                    <a:lnTo>
                      <a:pt x="3455" y="5994"/>
                    </a:lnTo>
                    <a:lnTo>
                      <a:pt x="3332" y="5448"/>
                    </a:lnTo>
                    <a:lnTo>
                      <a:pt x="3196" y="4915"/>
                    </a:lnTo>
                    <a:lnTo>
                      <a:pt x="3018" y="4397"/>
                    </a:lnTo>
                    <a:lnTo>
                      <a:pt x="2827" y="3891"/>
                    </a:lnTo>
                    <a:lnTo>
                      <a:pt x="2608" y="3400"/>
                    </a:lnTo>
                    <a:lnTo>
                      <a:pt x="2376" y="2922"/>
                    </a:lnTo>
                    <a:lnTo>
                      <a:pt x="2103" y="2458"/>
                    </a:lnTo>
                    <a:lnTo>
                      <a:pt x="1817" y="2007"/>
                    </a:lnTo>
                    <a:lnTo>
                      <a:pt x="1516" y="1570"/>
                    </a:lnTo>
                    <a:lnTo>
                      <a:pt x="1189" y="1147"/>
                    </a:lnTo>
                    <a:lnTo>
                      <a:pt x="847" y="751"/>
                    </a:lnTo>
                    <a:lnTo>
                      <a:pt x="479" y="355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7">
                <a:extLst>
                  <a:ext uri="{FF2B5EF4-FFF2-40B4-BE49-F238E27FC236}">
                    <a16:creationId xmlns:a16="http://schemas.microsoft.com/office/drawing/2014/main" id="{2DCB572E-DB11-3CD1-1220-F033318E9D90}"/>
                  </a:ext>
                </a:extLst>
              </p:cNvPr>
              <p:cNvSpPr/>
              <p:nvPr/>
            </p:nvSpPr>
            <p:spPr>
              <a:xfrm>
                <a:off x="884850" y="1378650"/>
                <a:ext cx="145775" cy="145750"/>
              </a:xfrm>
              <a:custGeom>
                <a:avLst/>
                <a:gdLst/>
                <a:ahLst/>
                <a:cxnLst/>
                <a:rect l="l" t="t" r="r" b="b"/>
                <a:pathLst>
                  <a:path w="5831" h="5830" extrusionOk="0">
                    <a:moveTo>
                      <a:pt x="2759" y="0"/>
                    </a:moveTo>
                    <a:lnTo>
                      <a:pt x="2486" y="27"/>
                    </a:lnTo>
                    <a:lnTo>
                      <a:pt x="2213" y="82"/>
                    </a:lnTo>
                    <a:lnTo>
                      <a:pt x="1939" y="164"/>
                    </a:lnTo>
                    <a:lnTo>
                      <a:pt x="1680" y="273"/>
                    </a:lnTo>
                    <a:lnTo>
                      <a:pt x="1434" y="396"/>
                    </a:lnTo>
                    <a:lnTo>
                      <a:pt x="1189" y="560"/>
                    </a:lnTo>
                    <a:lnTo>
                      <a:pt x="970" y="737"/>
                    </a:lnTo>
                    <a:lnTo>
                      <a:pt x="752" y="942"/>
                    </a:lnTo>
                    <a:lnTo>
                      <a:pt x="574" y="1174"/>
                    </a:lnTo>
                    <a:lnTo>
                      <a:pt x="397" y="1434"/>
                    </a:lnTo>
                    <a:lnTo>
                      <a:pt x="260" y="1693"/>
                    </a:lnTo>
                    <a:lnTo>
                      <a:pt x="165" y="1952"/>
                    </a:lnTo>
                    <a:lnTo>
                      <a:pt x="83" y="2225"/>
                    </a:lnTo>
                    <a:lnTo>
                      <a:pt x="28" y="2512"/>
                    </a:lnTo>
                    <a:lnTo>
                      <a:pt x="1" y="2785"/>
                    </a:lnTo>
                    <a:lnTo>
                      <a:pt x="1" y="3072"/>
                    </a:lnTo>
                    <a:lnTo>
                      <a:pt x="28" y="3345"/>
                    </a:lnTo>
                    <a:lnTo>
                      <a:pt x="83" y="3618"/>
                    </a:lnTo>
                    <a:lnTo>
                      <a:pt x="165" y="3891"/>
                    </a:lnTo>
                    <a:lnTo>
                      <a:pt x="274" y="4151"/>
                    </a:lnTo>
                    <a:lnTo>
                      <a:pt x="410" y="4410"/>
                    </a:lnTo>
                    <a:lnTo>
                      <a:pt x="561" y="4642"/>
                    </a:lnTo>
                    <a:lnTo>
                      <a:pt x="752" y="4860"/>
                    </a:lnTo>
                    <a:lnTo>
                      <a:pt x="956" y="5079"/>
                    </a:lnTo>
                    <a:lnTo>
                      <a:pt x="1189" y="5270"/>
                    </a:lnTo>
                    <a:lnTo>
                      <a:pt x="1434" y="5434"/>
                    </a:lnTo>
                    <a:lnTo>
                      <a:pt x="1694" y="5570"/>
                    </a:lnTo>
                    <a:lnTo>
                      <a:pt x="1967" y="5680"/>
                    </a:lnTo>
                    <a:lnTo>
                      <a:pt x="2240" y="5762"/>
                    </a:lnTo>
                    <a:lnTo>
                      <a:pt x="2513" y="5802"/>
                    </a:lnTo>
                    <a:lnTo>
                      <a:pt x="2800" y="5830"/>
                    </a:lnTo>
                    <a:lnTo>
                      <a:pt x="3073" y="5830"/>
                    </a:lnTo>
                    <a:lnTo>
                      <a:pt x="3359" y="5802"/>
                    </a:lnTo>
                    <a:lnTo>
                      <a:pt x="3632" y="5748"/>
                    </a:lnTo>
                    <a:lnTo>
                      <a:pt x="3892" y="5666"/>
                    </a:lnTo>
                    <a:lnTo>
                      <a:pt x="4165" y="5557"/>
                    </a:lnTo>
                    <a:lnTo>
                      <a:pt x="4411" y="5434"/>
                    </a:lnTo>
                    <a:lnTo>
                      <a:pt x="4643" y="5270"/>
                    </a:lnTo>
                    <a:lnTo>
                      <a:pt x="4875" y="5093"/>
                    </a:lnTo>
                    <a:lnTo>
                      <a:pt x="5080" y="4874"/>
                    </a:lnTo>
                    <a:lnTo>
                      <a:pt x="5271" y="4642"/>
                    </a:lnTo>
                    <a:lnTo>
                      <a:pt x="5435" y="4396"/>
                    </a:lnTo>
                    <a:lnTo>
                      <a:pt x="5571" y="4137"/>
                    </a:lnTo>
                    <a:lnTo>
                      <a:pt x="5680" y="3877"/>
                    </a:lnTo>
                    <a:lnTo>
                      <a:pt x="5762" y="3604"/>
                    </a:lnTo>
                    <a:lnTo>
                      <a:pt x="5817" y="3318"/>
                    </a:lnTo>
                    <a:lnTo>
                      <a:pt x="5830" y="3045"/>
                    </a:lnTo>
                    <a:lnTo>
                      <a:pt x="5830" y="2758"/>
                    </a:lnTo>
                    <a:lnTo>
                      <a:pt x="5803" y="2485"/>
                    </a:lnTo>
                    <a:lnTo>
                      <a:pt x="5749" y="2198"/>
                    </a:lnTo>
                    <a:lnTo>
                      <a:pt x="5667" y="1939"/>
                    </a:lnTo>
                    <a:lnTo>
                      <a:pt x="5557" y="1679"/>
                    </a:lnTo>
                    <a:lnTo>
                      <a:pt x="5435" y="1420"/>
                    </a:lnTo>
                    <a:lnTo>
                      <a:pt x="5271" y="1188"/>
                    </a:lnTo>
                    <a:lnTo>
                      <a:pt x="5093" y="956"/>
                    </a:lnTo>
                    <a:lnTo>
                      <a:pt x="4888" y="751"/>
                    </a:lnTo>
                    <a:lnTo>
                      <a:pt x="4656" y="560"/>
                    </a:lnTo>
                    <a:lnTo>
                      <a:pt x="4411" y="396"/>
                    </a:lnTo>
                    <a:lnTo>
                      <a:pt x="4138" y="260"/>
                    </a:lnTo>
                    <a:lnTo>
                      <a:pt x="3878" y="150"/>
                    </a:lnTo>
                    <a:lnTo>
                      <a:pt x="3605" y="68"/>
                    </a:lnTo>
                    <a:lnTo>
                      <a:pt x="3318" y="27"/>
                    </a:lnTo>
                    <a:lnTo>
                      <a:pt x="3045" y="0"/>
                    </a:lnTo>
                    <a:close/>
                  </a:path>
                </a:pathLst>
              </a:custGeom>
              <a:solidFill>
                <a:srgbClr val="8955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7">
                <a:extLst>
                  <a:ext uri="{FF2B5EF4-FFF2-40B4-BE49-F238E27FC236}">
                    <a16:creationId xmlns:a16="http://schemas.microsoft.com/office/drawing/2014/main" id="{3222C346-3D1D-5457-70DD-D273899AA9AB}"/>
                  </a:ext>
                </a:extLst>
              </p:cNvPr>
              <p:cNvSpPr/>
              <p:nvPr/>
            </p:nvSpPr>
            <p:spPr>
              <a:xfrm>
                <a:off x="954825" y="1404250"/>
                <a:ext cx="52250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3823" extrusionOk="0">
                    <a:moveTo>
                      <a:pt x="123" y="0"/>
                    </a:moveTo>
                    <a:lnTo>
                      <a:pt x="69" y="14"/>
                    </a:lnTo>
                    <a:lnTo>
                      <a:pt x="28" y="41"/>
                    </a:lnTo>
                    <a:lnTo>
                      <a:pt x="14" y="82"/>
                    </a:lnTo>
                    <a:lnTo>
                      <a:pt x="1" y="123"/>
                    </a:lnTo>
                    <a:lnTo>
                      <a:pt x="14" y="178"/>
                    </a:lnTo>
                    <a:lnTo>
                      <a:pt x="42" y="219"/>
                    </a:lnTo>
                    <a:lnTo>
                      <a:pt x="82" y="232"/>
                    </a:lnTo>
                    <a:lnTo>
                      <a:pt x="123" y="246"/>
                    </a:lnTo>
                    <a:lnTo>
                      <a:pt x="287" y="246"/>
                    </a:lnTo>
                    <a:lnTo>
                      <a:pt x="451" y="273"/>
                    </a:lnTo>
                    <a:lnTo>
                      <a:pt x="615" y="300"/>
                    </a:lnTo>
                    <a:lnTo>
                      <a:pt x="765" y="355"/>
                    </a:lnTo>
                    <a:lnTo>
                      <a:pt x="915" y="423"/>
                    </a:lnTo>
                    <a:lnTo>
                      <a:pt x="1065" y="505"/>
                    </a:lnTo>
                    <a:lnTo>
                      <a:pt x="1188" y="587"/>
                    </a:lnTo>
                    <a:lnTo>
                      <a:pt x="1325" y="696"/>
                    </a:lnTo>
                    <a:lnTo>
                      <a:pt x="1434" y="819"/>
                    </a:lnTo>
                    <a:lnTo>
                      <a:pt x="1530" y="956"/>
                    </a:lnTo>
                    <a:lnTo>
                      <a:pt x="1625" y="1092"/>
                    </a:lnTo>
                    <a:lnTo>
                      <a:pt x="1693" y="1229"/>
                    </a:lnTo>
                    <a:lnTo>
                      <a:pt x="1762" y="1379"/>
                    </a:lnTo>
                    <a:lnTo>
                      <a:pt x="1803" y="1543"/>
                    </a:lnTo>
                    <a:lnTo>
                      <a:pt x="1830" y="1707"/>
                    </a:lnTo>
                    <a:lnTo>
                      <a:pt x="1844" y="1870"/>
                    </a:lnTo>
                    <a:lnTo>
                      <a:pt x="1844" y="2034"/>
                    </a:lnTo>
                    <a:lnTo>
                      <a:pt x="1816" y="2198"/>
                    </a:lnTo>
                    <a:lnTo>
                      <a:pt x="1775" y="2362"/>
                    </a:lnTo>
                    <a:lnTo>
                      <a:pt x="1721" y="2526"/>
                    </a:lnTo>
                    <a:lnTo>
                      <a:pt x="1666" y="2662"/>
                    </a:lnTo>
                    <a:lnTo>
                      <a:pt x="1584" y="2812"/>
                    </a:lnTo>
                    <a:lnTo>
                      <a:pt x="1489" y="2935"/>
                    </a:lnTo>
                    <a:lnTo>
                      <a:pt x="1379" y="3058"/>
                    </a:lnTo>
                    <a:lnTo>
                      <a:pt x="1270" y="3167"/>
                    </a:lnTo>
                    <a:lnTo>
                      <a:pt x="1147" y="3277"/>
                    </a:lnTo>
                    <a:lnTo>
                      <a:pt x="1011" y="3359"/>
                    </a:lnTo>
                    <a:lnTo>
                      <a:pt x="861" y="3441"/>
                    </a:lnTo>
                    <a:lnTo>
                      <a:pt x="711" y="3495"/>
                    </a:lnTo>
                    <a:lnTo>
                      <a:pt x="547" y="3536"/>
                    </a:lnTo>
                    <a:lnTo>
                      <a:pt x="383" y="3563"/>
                    </a:lnTo>
                    <a:lnTo>
                      <a:pt x="219" y="3577"/>
                    </a:lnTo>
                    <a:lnTo>
                      <a:pt x="164" y="3591"/>
                    </a:lnTo>
                    <a:lnTo>
                      <a:pt x="137" y="3618"/>
                    </a:lnTo>
                    <a:lnTo>
                      <a:pt x="110" y="3659"/>
                    </a:lnTo>
                    <a:lnTo>
                      <a:pt x="96" y="3714"/>
                    </a:lnTo>
                    <a:lnTo>
                      <a:pt x="110" y="3741"/>
                    </a:lnTo>
                    <a:lnTo>
                      <a:pt x="123" y="3782"/>
                    </a:lnTo>
                    <a:lnTo>
                      <a:pt x="151" y="3809"/>
                    </a:lnTo>
                    <a:lnTo>
                      <a:pt x="178" y="3823"/>
                    </a:lnTo>
                    <a:lnTo>
                      <a:pt x="219" y="3823"/>
                    </a:lnTo>
                    <a:lnTo>
                      <a:pt x="424" y="3809"/>
                    </a:lnTo>
                    <a:lnTo>
                      <a:pt x="615" y="3782"/>
                    </a:lnTo>
                    <a:lnTo>
                      <a:pt x="792" y="3727"/>
                    </a:lnTo>
                    <a:lnTo>
                      <a:pt x="970" y="3659"/>
                    </a:lnTo>
                    <a:lnTo>
                      <a:pt x="1134" y="3563"/>
                    </a:lnTo>
                    <a:lnTo>
                      <a:pt x="1284" y="3468"/>
                    </a:lnTo>
                    <a:lnTo>
                      <a:pt x="1434" y="3359"/>
                    </a:lnTo>
                    <a:lnTo>
                      <a:pt x="1557" y="3222"/>
                    </a:lnTo>
                    <a:lnTo>
                      <a:pt x="1680" y="3086"/>
                    </a:lnTo>
                    <a:lnTo>
                      <a:pt x="1789" y="2935"/>
                    </a:lnTo>
                    <a:lnTo>
                      <a:pt x="1885" y="2772"/>
                    </a:lnTo>
                    <a:lnTo>
                      <a:pt x="1953" y="2608"/>
                    </a:lnTo>
                    <a:lnTo>
                      <a:pt x="2008" y="2430"/>
                    </a:lnTo>
                    <a:lnTo>
                      <a:pt x="2062" y="2253"/>
                    </a:lnTo>
                    <a:lnTo>
                      <a:pt x="2076" y="2062"/>
                    </a:lnTo>
                    <a:lnTo>
                      <a:pt x="2089" y="1857"/>
                    </a:lnTo>
                    <a:lnTo>
                      <a:pt x="2076" y="1666"/>
                    </a:lnTo>
                    <a:lnTo>
                      <a:pt x="2035" y="1488"/>
                    </a:lnTo>
                    <a:lnTo>
                      <a:pt x="1980" y="1311"/>
                    </a:lnTo>
                    <a:lnTo>
                      <a:pt x="1926" y="1133"/>
                    </a:lnTo>
                    <a:lnTo>
                      <a:pt x="1830" y="969"/>
                    </a:lnTo>
                    <a:lnTo>
                      <a:pt x="1734" y="806"/>
                    </a:lnTo>
                    <a:lnTo>
                      <a:pt x="1612" y="655"/>
                    </a:lnTo>
                    <a:lnTo>
                      <a:pt x="1489" y="519"/>
                    </a:lnTo>
                    <a:lnTo>
                      <a:pt x="1339" y="396"/>
                    </a:lnTo>
                    <a:lnTo>
                      <a:pt x="1188" y="287"/>
                    </a:lnTo>
                    <a:lnTo>
                      <a:pt x="1025" y="205"/>
                    </a:lnTo>
                    <a:lnTo>
                      <a:pt x="861" y="123"/>
                    </a:lnTo>
                    <a:lnTo>
                      <a:pt x="683" y="68"/>
                    </a:lnTo>
                    <a:lnTo>
                      <a:pt x="492" y="27"/>
                    </a:lnTo>
                    <a:lnTo>
                      <a:pt x="3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7">
                <a:extLst>
                  <a:ext uri="{FF2B5EF4-FFF2-40B4-BE49-F238E27FC236}">
                    <a16:creationId xmlns:a16="http://schemas.microsoft.com/office/drawing/2014/main" id="{C0E64D2C-5F43-D342-E487-B87F71D1DAB8}"/>
                  </a:ext>
                </a:extLst>
              </p:cNvPr>
              <p:cNvSpPr/>
              <p:nvPr/>
            </p:nvSpPr>
            <p:spPr>
              <a:xfrm>
                <a:off x="955850" y="1446225"/>
                <a:ext cx="47800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506" extrusionOk="0">
                    <a:moveTo>
                      <a:pt x="751" y="0"/>
                    </a:moveTo>
                    <a:lnTo>
                      <a:pt x="519" y="28"/>
                    </a:lnTo>
                    <a:lnTo>
                      <a:pt x="287" y="69"/>
                    </a:lnTo>
                    <a:lnTo>
                      <a:pt x="69" y="151"/>
                    </a:lnTo>
                    <a:lnTo>
                      <a:pt x="28" y="178"/>
                    </a:lnTo>
                    <a:lnTo>
                      <a:pt x="1" y="219"/>
                    </a:lnTo>
                    <a:lnTo>
                      <a:pt x="1" y="273"/>
                    </a:lnTo>
                    <a:lnTo>
                      <a:pt x="1" y="314"/>
                    </a:lnTo>
                    <a:lnTo>
                      <a:pt x="28" y="355"/>
                    </a:lnTo>
                    <a:lnTo>
                      <a:pt x="82" y="383"/>
                    </a:lnTo>
                    <a:lnTo>
                      <a:pt x="123" y="396"/>
                    </a:lnTo>
                    <a:lnTo>
                      <a:pt x="164" y="383"/>
                    </a:lnTo>
                    <a:lnTo>
                      <a:pt x="355" y="314"/>
                    </a:lnTo>
                    <a:lnTo>
                      <a:pt x="560" y="260"/>
                    </a:lnTo>
                    <a:lnTo>
                      <a:pt x="765" y="232"/>
                    </a:lnTo>
                    <a:lnTo>
                      <a:pt x="956" y="246"/>
                    </a:lnTo>
                    <a:lnTo>
                      <a:pt x="1161" y="273"/>
                    </a:lnTo>
                    <a:lnTo>
                      <a:pt x="1352" y="314"/>
                    </a:lnTo>
                    <a:lnTo>
                      <a:pt x="1543" y="396"/>
                    </a:lnTo>
                    <a:lnTo>
                      <a:pt x="1734" y="492"/>
                    </a:lnTo>
                    <a:lnTo>
                      <a:pt x="1775" y="505"/>
                    </a:lnTo>
                    <a:lnTo>
                      <a:pt x="1816" y="505"/>
                    </a:lnTo>
                    <a:lnTo>
                      <a:pt x="1871" y="492"/>
                    </a:lnTo>
                    <a:lnTo>
                      <a:pt x="1898" y="451"/>
                    </a:lnTo>
                    <a:lnTo>
                      <a:pt x="1912" y="410"/>
                    </a:lnTo>
                    <a:lnTo>
                      <a:pt x="1912" y="369"/>
                    </a:lnTo>
                    <a:lnTo>
                      <a:pt x="1898" y="328"/>
                    </a:lnTo>
                    <a:lnTo>
                      <a:pt x="1857" y="287"/>
                    </a:lnTo>
                    <a:lnTo>
                      <a:pt x="1652" y="178"/>
                    </a:lnTo>
                    <a:lnTo>
                      <a:pt x="1434" y="82"/>
                    </a:lnTo>
                    <a:lnTo>
                      <a:pt x="1216" y="28"/>
                    </a:lnTo>
                    <a:lnTo>
                      <a:pt x="9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7">
                <a:extLst>
                  <a:ext uri="{FF2B5EF4-FFF2-40B4-BE49-F238E27FC236}">
                    <a16:creationId xmlns:a16="http://schemas.microsoft.com/office/drawing/2014/main" id="{874A034C-212E-4BDB-2D39-CA9E15BCF7CF}"/>
                  </a:ext>
                </a:extLst>
              </p:cNvPr>
              <p:cNvSpPr/>
              <p:nvPr/>
            </p:nvSpPr>
            <p:spPr>
              <a:xfrm>
                <a:off x="1546675" y="1378650"/>
                <a:ext cx="145750" cy="1457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5830" extrusionOk="0">
                    <a:moveTo>
                      <a:pt x="2758" y="0"/>
                    </a:moveTo>
                    <a:lnTo>
                      <a:pt x="2485" y="27"/>
                    </a:lnTo>
                    <a:lnTo>
                      <a:pt x="2212" y="82"/>
                    </a:lnTo>
                    <a:lnTo>
                      <a:pt x="1939" y="164"/>
                    </a:lnTo>
                    <a:lnTo>
                      <a:pt x="1680" y="273"/>
                    </a:lnTo>
                    <a:lnTo>
                      <a:pt x="1420" y="396"/>
                    </a:lnTo>
                    <a:lnTo>
                      <a:pt x="1188" y="560"/>
                    </a:lnTo>
                    <a:lnTo>
                      <a:pt x="970" y="737"/>
                    </a:lnTo>
                    <a:lnTo>
                      <a:pt x="751" y="942"/>
                    </a:lnTo>
                    <a:lnTo>
                      <a:pt x="560" y="1174"/>
                    </a:lnTo>
                    <a:lnTo>
                      <a:pt x="396" y="1434"/>
                    </a:lnTo>
                    <a:lnTo>
                      <a:pt x="260" y="1693"/>
                    </a:lnTo>
                    <a:lnTo>
                      <a:pt x="150" y="1952"/>
                    </a:lnTo>
                    <a:lnTo>
                      <a:pt x="69" y="2225"/>
                    </a:lnTo>
                    <a:lnTo>
                      <a:pt x="28" y="2512"/>
                    </a:lnTo>
                    <a:lnTo>
                      <a:pt x="0" y="2785"/>
                    </a:lnTo>
                    <a:lnTo>
                      <a:pt x="0" y="3072"/>
                    </a:lnTo>
                    <a:lnTo>
                      <a:pt x="28" y="3345"/>
                    </a:lnTo>
                    <a:lnTo>
                      <a:pt x="82" y="3618"/>
                    </a:lnTo>
                    <a:lnTo>
                      <a:pt x="164" y="3891"/>
                    </a:lnTo>
                    <a:lnTo>
                      <a:pt x="273" y="4151"/>
                    </a:lnTo>
                    <a:lnTo>
                      <a:pt x="396" y="4410"/>
                    </a:lnTo>
                    <a:lnTo>
                      <a:pt x="560" y="4642"/>
                    </a:lnTo>
                    <a:lnTo>
                      <a:pt x="738" y="4860"/>
                    </a:lnTo>
                    <a:lnTo>
                      <a:pt x="956" y="5079"/>
                    </a:lnTo>
                    <a:lnTo>
                      <a:pt x="1174" y="5270"/>
                    </a:lnTo>
                    <a:lnTo>
                      <a:pt x="1434" y="5434"/>
                    </a:lnTo>
                    <a:lnTo>
                      <a:pt x="1693" y="5570"/>
                    </a:lnTo>
                    <a:lnTo>
                      <a:pt x="1953" y="5680"/>
                    </a:lnTo>
                    <a:lnTo>
                      <a:pt x="2226" y="5762"/>
                    </a:lnTo>
                    <a:lnTo>
                      <a:pt x="2512" y="5802"/>
                    </a:lnTo>
                    <a:lnTo>
                      <a:pt x="2785" y="5830"/>
                    </a:lnTo>
                    <a:lnTo>
                      <a:pt x="3072" y="5830"/>
                    </a:lnTo>
                    <a:lnTo>
                      <a:pt x="3345" y="5802"/>
                    </a:lnTo>
                    <a:lnTo>
                      <a:pt x="3632" y="5748"/>
                    </a:lnTo>
                    <a:lnTo>
                      <a:pt x="3891" y="5666"/>
                    </a:lnTo>
                    <a:lnTo>
                      <a:pt x="4151" y="5557"/>
                    </a:lnTo>
                    <a:lnTo>
                      <a:pt x="4410" y="5434"/>
                    </a:lnTo>
                    <a:lnTo>
                      <a:pt x="4642" y="5270"/>
                    </a:lnTo>
                    <a:lnTo>
                      <a:pt x="4874" y="5093"/>
                    </a:lnTo>
                    <a:lnTo>
                      <a:pt x="5079" y="4874"/>
                    </a:lnTo>
                    <a:lnTo>
                      <a:pt x="5270" y="4642"/>
                    </a:lnTo>
                    <a:lnTo>
                      <a:pt x="5434" y="4396"/>
                    </a:lnTo>
                    <a:lnTo>
                      <a:pt x="5571" y="4137"/>
                    </a:lnTo>
                    <a:lnTo>
                      <a:pt x="5680" y="3877"/>
                    </a:lnTo>
                    <a:lnTo>
                      <a:pt x="5762" y="3604"/>
                    </a:lnTo>
                    <a:lnTo>
                      <a:pt x="5803" y="3318"/>
                    </a:lnTo>
                    <a:lnTo>
                      <a:pt x="5830" y="3045"/>
                    </a:lnTo>
                    <a:lnTo>
                      <a:pt x="5830" y="2758"/>
                    </a:lnTo>
                    <a:lnTo>
                      <a:pt x="5803" y="2485"/>
                    </a:lnTo>
                    <a:lnTo>
                      <a:pt x="5748" y="2198"/>
                    </a:lnTo>
                    <a:lnTo>
                      <a:pt x="5666" y="1939"/>
                    </a:lnTo>
                    <a:lnTo>
                      <a:pt x="5557" y="1679"/>
                    </a:lnTo>
                    <a:lnTo>
                      <a:pt x="5434" y="1420"/>
                    </a:lnTo>
                    <a:lnTo>
                      <a:pt x="5270" y="1188"/>
                    </a:lnTo>
                    <a:lnTo>
                      <a:pt x="5093" y="956"/>
                    </a:lnTo>
                    <a:lnTo>
                      <a:pt x="4888" y="751"/>
                    </a:lnTo>
                    <a:lnTo>
                      <a:pt x="4656" y="560"/>
                    </a:lnTo>
                    <a:lnTo>
                      <a:pt x="4396" y="396"/>
                    </a:lnTo>
                    <a:lnTo>
                      <a:pt x="4137" y="260"/>
                    </a:lnTo>
                    <a:lnTo>
                      <a:pt x="3878" y="150"/>
                    </a:lnTo>
                    <a:lnTo>
                      <a:pt x="3605" y="68"/>
                    </a:lnTo>
                    <a:lnTo>
                      <a:pt x="3318" y="27"/>
                    </a:lnTo>
                    <a:lnTo>
                      <a:pt x="3045" y="0"/>
                    </a:lnTo>
                    <a:close/>
                  </a:path>
                </a:pathLst>
              </a:custGeom>
              <a:solidFill>
                <a:srgbClr val="8955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7">
                <a:extLst>
                  <a:ext uri="{FF2B5EF4-FFF2-40B4-BE49-F238E27FC236}">
                    <a16:creationId xmlns:a16="http://schemas.microsoft.com/office/drawing/2014/main" id="{62E427BD-238F-10A7-E30A-E5DF3036CF07}"/>
                  </a:ext>
                </a:extLst>
              </p:cNvPr>
              <p:cNvSpPr/>
              <p:nvPr/>
            </p:nvSpPr>
            <p:spPr>
              <a:xfrm>
                <a:off x="1570550" y="1403225"/>
                <a:ext cx="51925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2077" h="3823" extrusionOk="0">
                    <a:moveTo>
                      <a:pt x="1858" y="0"/>
                    </a:moveTo>
                    <a:lnTo>
                      <a:pt x="1667" y="14"/>
                    </a:lnTo>
                    <a:lnTo>
                      <a:pt x="1475" y="41"/>
                    </a:lnTo>
                    <a:lnTo>
                      <a:pt x="1284" y="96"/>
                    </a:lnTo>
                    <a:lnTo>
                      <a:pt x="1120" y="164"/>
                    </a:lnTo>
                    <a:lnTo>
                      <a:pt x="957" y="246"/>
                    </a:lnTo>
                    <a:lnTo>
                      <a:pt x="793" y="355"/>
                    </a:lnTo>
                    <a:lnTo>
                      <a:pt x="656" y="464"/>
                    </a:lnTo>
                    <a:lnTo>
                      <a:pt x="520" y="587"/>
                    </a:lnTo>
                    <a:lnTo>
                      <a:pt x="397" y="737"/>
                    </a:lnTo>
                    <a:lnTo>
                      <a:pt x="288" y="888"/>
                    </a:lnTo>
                    <a:lnTo>
                      <a:pt x="206" y="1038"/>
                    </a:lnTo>
                    <a:lnTo>
                      <a:pt x="124" y="1215"/>
                    </a:lnTo>
                    <a:lnTo>
                      <a:pt x="69" y="1393"/>
                    </a:lnTo>
                    <a:lnTo>
                      <a:pt x="28" y="1570"/>
                    </a:lnTo>
                    <a:lnTo>
                      <a:pt x="1" y="1761"/>
                    </a:lnTo>
                    <a:lnTo>
                      <a:pt x="1" y="1966"/>
                    </a:lnTo>
                    <a:lnTo>
                      <a:pt x="15" y="2144"/>
                    </a:lnTo>
                    <a:lnTo>
                      <a:pt x="42" y="2335"/>
                    </a:lnTo>
                    <a:lnTo>
                      <a:pt x="97" y="2512"/>
                    </a:lnTo>
                    <a:lnTo>
                      <a:pt x="165" y="2690"/>
                    </a:lnTo>
                    <a:lnTo>
                      <a:pt x="247" y="2853"/>
                    </a:lnTo>
                    <a:lnTo>
                      <a:pt x="342" y="3017"/>
                    </a:lnTo>
                    <a:lnTo>
                      <a:pt x="465" y="3154"/>
                    </a:lnTo>
                    <a:lnTo>
                      <a:pt x="588" y="3290"/>
                    </a:lnTo>
                    <a:lnTo>
                      <a:pt x="738" y="3427"/>
                    </a:lnTo>
                    <a:lnTo>
                      <a:pt x="888" y="3522"/>
                    </a:lnTo>
                    <a:lnTo>
                      <a:pt x="1052" y="3618"/>
                    </a:lnTo>
                    <a:lnTo>
                      <a:pt x="1230" y="3700"/>
                    </a:lnTo>
                    <a:lnTo>
                      <a:pt x="1407" y="3755"/>
                    </a:lnTo>
                    <a:lnTo>
                      <a:pt x="1585" y="3796"/>
                    </a:lnTo>
                    <a:lnTo>
                      <a:pt x="1776" y="3809"/>
                    </a:lnTo>
                    <a:lnTo>
                      <a:pt x="1967" y="3823"/>
                    </a:lnTo>
                    <a:lnTo>
                      <a:pt x="2008" y="3809"/>
                    </a:lnTo>
                    <a:lnTo>
                      <a:pt x="2049" y="3782"/>
                    </a:lnTo>
                    <a:lnTo>
                      <a:pt x="2076" y="3741"/>
                    </a:lnTo>
                    <a:lnTo>
                      <a:pt x="2076" y="3700"/>
                    </a:lnTo>
                    <a:lnTo>
                      <a:pt x="2063" y="3645"/>
                    </a:lnTo>
                    <a:lnTo>
                      <a:pt x="2035" y="3604"/>
                    </a:lnTo>
                    <a:lnTo>
                      <a:pt x="2008" y="3591"/>
                    </a:lnTo>
                    <a:lnTo>
                      <a:pt x="1953" y="3577"/>
                    </a:lnTo>
                    <a:lnTo>
                      <a:pt x="1789" y="3577"/>
                    </a:lnTo>
                    <a:lnTo>
                      <a:pt x="1626" y="3550"/>
                    </a:lnTo>
                    <a:lnTo>
                      <a:pt x="1462" y="3522"/>
                    </a:lnTo>
                    <a:lnTo>
                      <a:pt x="1312" y="3468"/>
                    </a:lnTo>
                    <a:lnTo>
                      <a:pt x="1161" y="3400"/>
                    </a:lnTo>
                    <a:lnTo>
                      <a:pt x="1025" y="3318"/>
                    </a:lnTo>
                    <a:lnTo>
                      <a:pt x="888" y="3222"/>
                    </a:lnTo>
                    <a:lnTo>
                      <a:pt x="766" y="3127"/>
                    </a:lnTo>
                    <a:lnTo>
                      <a:pt x="643" y="3004"/>
                    </a:lnTo>
                    <a:lnTo>
                      <a:pt x="547" y="2867"/>
                    </a:lnTo>
                    <a:lnTo>
                      <a:pt x="451" y="2731"/>
                    </a:lnTo>
                    <a:lnTo>
                      <a:pt x="383" y="2594"/>
                    </a:lnTo>
                    <a:lnTo>
                      <a:pt x="329" y="2444"/>
                    </a:lnTo>
                    <a:lnTo>
                      <a:pt x="274" y="2280"/>
                    </a:lnTo>
                    <a:lnTo>
                      <a:pt x="247" y="2116"/>
                    </a:lnTo>
                    <a:lnTo>
                      <a:pt x="233" y="1952"/>
                    </a:lnTo>
                    <a:lnTo>
                      <a:pt x="247" y="1789"/>
                    </a:lnTo>
                    <a:lnTo>
                      <a:pt x="260" y="1611"/>
                    </a:lnTo>
                    <a:lnTo>
                      <a:pt x="301" y="1461"/>
                    </a:lnTo>
                    <a:lnTo>
                      <a:pt x="356" y="1297"/>
                    </a:lnTo>
                    <a:lnTo>
                      <a:pt x="424" y="1147"/>
                    </a:lnTo>
                    <a:lnTo>
                      <a:pt x="492" y="1010"/>
                    </a:lnTo>
                    <a:lnTo>
                      <a:pt x="588" y="888"/>
                    </a:lnTo>
                    <a:lnTo>
                      <a:pt x="697" y="765"/>
                    </a:lnTo>
                    <a:lnTo>
                      <a:pt x="806" y="655"/>
                    </a:lnTo>
                    <a:lnTo>
                      <a:pt x="943" y="546"/>
                    </a:lnTo>
                    <a:lnTo>
                      <a:pt x="1080" y="464"/>
                    </a:lnTo>
                    <a:lnTo>
                      <a:pt x="1216" y="382"/>
                    </a:lnTo>
                    <a:lnTo>
                      <a:pt x="1366" y="328"/>
                    </a:lnTo>
                    <a:lnTo>
                      <a:pt x="1530" y="287"/>
                    </a:lnTo>
                    <a:lnTo>
                      <a:pt x="1694" y="246"/>
                    </a:lnTo>
                    <a:lnTo>
                      <a:pt x="1858" y="232"/>
                    </a:lnTo>
                    <a:lnTo>
                      <a:pt x="1912" y="232"/>
                    </a:lnTo>
                    <a:lnTo>
                      <a:pt x="1953" y="205"/>
                    </a:lnTo>
                    <a:lnTo>
                      <a:pt x="1967" y="164"/>
                    </a:lnTo>
                    <a:lnTo>
                      <a:pt x="1981" y="109"/>
                    </a:lnTo>
                    <a:lnTo>
                      <a:pt x="1967" y="82"/>
                    </a:lnTo>
                    <a:lnTo>
                      <a:pt x="1953" y="41"/>
                    </a:lnTo>
                    <a:lnTo>
                      <a:pt x="1926" y="14"/>
                    </a:lnTo>
                    <a:lnTo>
                      <a:pt x="18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7">
                <a:extLst>
                  <a:ext uri="{FF2B5EF4-FFF2-40B4-BE49-F238E27FC236}">
                    <a16:creationId xmlns:a16="http://schemas.microsoft.com/office/drawing/2014/main" id="{A7B67B7A-D87E-1EDF-011D-025BA02949CA}"/>
                  </a:ext>
                </a:extLst>
              </p:cNvPr>
              <p:cNvSpPr/>
              <p:nvPr/>
            </p:nvSpPr>
            <p:spPr>
              <a:xfrm>
                <a:off x="1573625" y="1443825"/>
                <a:ext cx="48150" cy="13000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520" extrusionOk="0">
                    <a:moveTo>
                      <a:pt x="1161" y="1"/>
                    </a:moveTo>
                    <a:lnTo>
                      <a:pt x="929" y="14"/>
                    </a:lnTo>
                    <a:lnTo>
                      <a:pt x="711" y="42"/>
                    </a:lnTo>
                    <a:lnTo>
                      <a:pt x="479" y="96"/>
                    </a:lnTo>
                    <a:lnTo>
                      <a:pt x="260" y="192"/>
                    </a:lnTo>
                    <a:lnTo>
                      <a:pt x="55" y="301"/>
                    </a:lnTo>
                    <a:lnTo>
                      <a:pt x="28" y="328"/>
                    </a:lnTo>
                    <a:lnTo>
                      <a:pt x="1" y="369"/>
                    </a:lnTo>
                    <a:lnTo>
                      <a:pt x="1" y="424"/>
                    </a:lnTo>
                    <a:lnTo>
                      <a:pt x="14" y="465"/>
                    </a:lnTo>
                    <a:lnTo>
                      <a:pt x="55" y="506"/>
                    </a:lnTo>
                    <a:lnTo>
                      <a:pt x="96" y="520"/>
                    </a:lnTo>
                    <a:lnTo>
                      <a:pt x="137" y="520"/>
                    </a:lnTo>
                    <a:lnTo>
                      <a:pt x="192" y="506"/>
                    </a:lnTo>
                    <a:lnTo>
                      <a:pt x="369" y="410"/>
                    </a:lnTo>
                    <a:lnTo>
                      <a:pt x="561" y="328"/>
                    </a:lnTo>
                    <a:lnTo>
                      <a:pt x="752" y="274"/>
                    </a:lnTo>
                    <a:lnTo>
                      <a:pt x="957" y="247"/>
                    </a:lnTo>
                    <a:lnTo>
                      <a:pt x="1161" y="247"/>
                    </a:lnTo>
                    <a:lnTo>
                      <a:pt x="1352" y="274"/>
                    </a:lnTo>
                    <a:lnTo>
                      <a:pt x="1557" y="315"/>
                    </a:lnTo>
                    <a:lnTo>
                      <a:pt x="1748" y="397"/>
                    </a:lnTo>
                    <a:lnTo>
                      <a:pt x="1844" y="397"/>
                    </a:lnTo>
                    <a:lnTo>
                      <a:pt x="1885" y="369"/>
                    </a:lnTo>
                    <a:lnTo>
                      <a:pt x="1912" y="328"/>
                    </a:lnTo>
                    <a:lnTo>
                      <a:pt x="1926" y="287"/>
                    </a:lnTo>
                    <a:lnTo>
                      <a:pt x="1912" y="233"/>
                    </a:lnTo>
                    <a:lnTo>
                      <a:pt x="1885" y="192"/>
                    </a:lnTo>
                    <a:lnTo>
                      <a:pt x="1844" y="165"/>
                    </a:lnTo>
                    <a:lnTo>
                      <a:pt x="1625" y="83"/>
                    </a:lnTo>
                    <a:lnTo>
                      <a:pt x="1393" y="28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7">
                <a:extLst>
                  <a:ext uri="{FF2B5EF4-FFF2-40B4-BE49-F238E27FC236}">
                    <a16:creationId xmlns:a16="http://schemas.microsoft.com/office/drawing/2014/main" id="{5C3AB5DD-2DA8-12CD-3C59-747B84D2B62E}"/>
                  </a:ext>
                </a:extLst>
              </p:cNvPr>
              <p:cNvSpPr/>
              <p:nvPr/>
            </p:nvSpPr>
            <p:spPr>
              <a:xfrm>
                <a:off x="1197850" y="1355775"/>
                <a:ext cx="45425" cy="45425"/>
              </a:xfrm>
              <a:custGeom>
                <a:avLst/>
                <a:gdLst/>
                <a:ahLst/>
                <a:cxnLst/>
                <a:rect l="l" t="t" r="r" b="b"/>
                <a:pathLst>
                  <a:path w="1817" h="1817" extrusionOk="0">
                    <a:moveTo>
                      <a:pt x="819" y="0"/>
                    </a:moveTo>
                    <a:lnTo>
                      <a:pt x="724" y="14"/>
                    </a:lnTo>
                    <a:lnTo>
                      <a:pt x="642" y="41"/>
                    </a:lnTo>
                    <a:lnTo>
                      <a:pt x="560" y="69"/>
                    </a:lnTo>
                    <a:lnTo>
                      <a:pt x="478" y="110"/>
                    </a:lnTo>
                    <a:lnTo>
                      <a:pt x="410" y="151"/>
                    </a:lnTo>
                    <a:lnTo>
                      <a:pt x="328" y="205"/>
                    </a:lnTo>
                    <a:lnTo>
                      <a:pt x="273" y="260"/>
                    </a:lnTo>
                    <a:lnTo>
                      <a:pt x="205" y="328"/>
                    </a:lnTo>
                    <a:lnTo>
                      <a:pt x="164" y="396"/>
                    </a:lnTo>
                    <a:lnTo>
                      <a:pt x="109" y="478"/>
                    </a:lnTo>
                    <a:lnTo>
                      <a:pt x="69" y="560"/>
                    </a:lnTo>
                    <a:lnTo>
                      <a:pt x="41" y="642"/>
                    </a:lnTo>
                    <a:lnTo>
                      <a:pt x="28" y="724"/>
                    </a:lnTo>
                    <a:lnTo>
                      <a:pt x="14" y="820"/>
                    </a:lnTo>
                    <a:lnTo>
                      <a:pt x="0" y="901"/>
                    </a:lnTo>
                    <a:lnTo>
                      <a:pt x="14" y="997"/>
                    </a:lnTo>
                    <a:lnTo>
                      <a:pt x="28" y="1093"/>
                    </a:lnTo>
                    <a:lnTo>
                      <a:pt x="41" y="1175"/>
                    </a:lnTo>
                    <a:lnTo>
                      <a:pt x="69" y="1256"/>
                    </a:lnTo>
                    <a:lnTo>
                      <a:pt x="109" y="1338"/>
                    </a:lnTo>
                    <a:lnTo>
                      <a:pt x="164" y="1420"/>
                    </a:lnTo>
                    <a:lnTo>
                      <a:pt x="205" y="1489"/>
                    </a:lnTo>
                    <a:lnTo>
                      <a:pt x="273" y="1557"/>
                    </a:lnTo>
                    <a:lnTo>
                      <a:pt x="328" y="1611"/>
                    </a:lnTo>
                    <a:lnTo>
                      <a:pt x="410" y="1666"/>
                    </a:lnTo>
                    <a:lnTo>
                      <a:pt x="478" y="1707"/>
                    </a:lnTo>
                    <a:lnTo>
                      <a:pt x="560" y="1748"/>
                    </a:lnTo>
                    <a:lnTo>
                      <a:pt x="642" y="1775"/>
                    </a:lnTo>
                    <a:lnTo>
                      <a:pt x="724" y="1803"/>
                    </a:lnTo>
                    <a:lnTo>
                      <a:pt x="819" y="1816"/>
                    </a:lnTo>
                    <a:lnTo>
                      <a:pt x="1011" y="1816"/>
                    </a:lnTo>
                    <a:lnTo>
                      <a:pt x="1092" y="1803"/>
                    </a:lnTo>
                    <a:lnTo>
                      <a:pt x="1188" y="1775"/>
                    </a:lnTo>
                    <a:lnTo>
                      <a:pt x="1270" y="1748"/>
                    </a:lnTo>
                    <a:lnTo>
                      <a:pt x="1352" y="1707"/>
                    </a:lnTo>
                    <a:lnTo>
                      <a:pt x="1420" y="1666"/>
                    </a:lnTo>
                    <a:lnTo>
                      <a:pt x="1488" y="1611"/>
                    </a:lnTo>
                    <a:lnTo>
                      <a:pt x="1557" y="1557"/>
                    </a:lnTo>
                    <a:lnTo>
                      <a:pt x="1611" y="1489"/>
                    </a:lnTo>
                    <a:lnTo>
                      <a:pt x="1666" y="1420"/>
                    </a:lnTo>
                    <a:lnTo>
                      <a:pt x="1707" y="1338"/>
                    </a:lnTo>
                    <a:lnTo>
                      <a:pt x="1748" y="1256"/>
                    </a:lnTo>
                    <a:lnTo>
                      <a:pt x="1775" y="1175"/>
                    </a:lnTo>
                    <a:lnTo>
                      <a:pt x="1802" y="1093"/>
                    </a:lnTo>
                    <a:lnTo>
                      <a:pt x="1816" y="997"/>
                    </a:lnTo>
                    <a:lnTo>
                      <a:pt x="1816" y="901"/>
                    </a:lnTo>
                    <a:lnTo>
                      <a:pt x="1816" y="820"/>
                    </a:lnTo>
                    <a:lnTo>
                      <a:pt x="1802" y="724"/>
                    </a:lnTo>
                    <a:lnTo>
                      <a:pt x="1775" y="642"/>
                    </a:lnTo>
                    <a:lnTo>
                      <a:pt x="1748" y="560"/>
                    </a:lnTo>
                    <a:lnTo>
                      <a:pt x="1707" y="478"/>
                    </a:lnTo>
                    <a:lnTo>
                      <a:pt x="1666" y="396"/>
                    </a:lnTo>
                    <a:lnTo>
                      <a:pt x="1611" y="328"/>
                    </a:lnTo>
                    <a:lnTo>
                      <a:pt x="1557" y="260"/>
                    </a:lnTo>
                    <a:lnTo>
                      <a:pt x="1488" y="205"/>
                    </a:lnTo>
                    <a:lnTo>
                      <a:pt x="1420" y="151"/>
                    </a:lnTo>
                    <a:lnTo>
                      <a:pt x="1352" y="110"/>
                    </a:lnTo>
                    <a:lnTo>
                      <a:pt x="1270" y="69"/>
                    </a:lnTo>
                    <a:lnTo>
                      <a:pt x="1188" y="41"/>
                    </a:lnTo>
                    <a:lnTo>
                      <a:pt x="1092" y="14"/>
                    </a:lnTo>
                    <a:lnTo>
                      <a:pt x="10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7">
                <a:extLst>
                  <a:ext uri="{FF2B5EF4-FFF2-40B4-BE49-F238E27FC236}">
                    <a16:creationId xmlns:a16="http://schemas.microsoft.com/office/drawing/2014/main" id="{A581D37D-1E74-CF55-E434-D78AE601FAB5}"/>
                  </a:ext>
                </a:extLst>
              </p:cNvPr>
              <p:cNvSpPr/>
              <p:nvPr/>
            </p:nvSpPr>
            <p:spPr>
              <a:xfrm>
                <a:off x="1358950" y="1355775"/>
                <a:ext cx="45425" cy="45425"/>
              </a:xfrm>
              <a:custGeom>
                <a:avLst/>
                <a:gdLst/>
                <a:ahLst/>
                <a:cxnLst/>
                <a:rect l="l" t="t" r="r" b="b"/>
                <a:pathLst>
                  <a:path w="1817" h="1817" extrusionOk="0">
                    <a:moveTo>
                      <a:pt x="819" y="0"/>
                    </a:moveTo>
                    <a:lnTo>
                      <a:pt x="724" y="14"/>
                    </a:lnTo>
                    <a:lnTo>
                      <a:pt x="642" y="41"/>
                    </a:lnTo>
                    <a:lnTo>
                      <a:pt x="560" y="69"/>
                    </a:lnTo>
                    <a:lnTo>
                      <a:pt x="478" y="110"/>
                    </a:lnTo>
                    <a:lnTo>
                      <a:pt x="396" y="151"/>
                    </a:lnTo>
                    <a:lnTo>
                      <a:pt x="328" y="205"/>
                    </a:lnTo>
                    <a:lnTo>
                      <a:pt x="273" y="260"/>
                    </a:lnTo>
                    <a:lnTo>
                      <a:pt x="205" y="328"/>
                    </a:lnTo>
                    <a:lnTo>
                      <a:pt x="150" y="396"/>
                    </a:lnTo>
                    <a:lnTo>
                      <a:pt x="110" y="478"/>
                    </a:lnTo>
                    <a:lnTo>
                      <a:pt x="69" y="560"/>
                    </a:lnTo>
                    <a:lnTo>
                      <a:pt x="41" y="642"/>
                    </a:lnTo>
                    <a:lnTo>
                      <a:pt x="14" y="724"/>
                    </a:lnTo>
                    <a:lnTo>
                      <a:pt x="0" y="820"/>
                    </a:lnTo>
                    <a:lnTo>
                      <a:pt x="0" y="901"/>
                    </a:lnTo>
                    <a:lnTo>
                      <a:pt x="0" y="997"/>
                    </a:lnTo>
                    <a:lnTo>
                      <a:pt x="14" y="1093"/>
                    </a:lnTo>
                    <a:lnTo>
                      <a:pt x="41" y="1175"/>
                    </a:lnTo>
                    <a:lnTo>
                      <a:pt x="69" y="1256"/>
                    </a:lnTo>
                    <a:lnTo>
                      <a:pt x="110" y="1338"/>
                    </a:lnTo>
                    <a:lnTo>
                      <a:pt x="150" y="1420"/>
                    </a:lnTo>
                    <a:lnTo>
                      <a:pt x="205" y="1489"/>
                    </a:lnTo>
                    <a:lnTo>
                      <a:pt x="273" y="1557"/>
                    </a:lnTo>
                    <a:lnTo>
                      <a:pt x="328" y="1611"/>
                    </a:lnTo>
                    <a:lnTo>
                      <a:pt x="396" y="1666"/>
                    </a:lnTo>
                    <a:lnTo>
                      <a:pt x="478" y="1707"/>
                    </a:lnTo>
                    <a:lnTo>
                      <a:pt x="560" y="1748"/>
                    </a:lnTo>
                    <a:lnTo>
                      <a:pt x="642" y="1775"/>
                    </a:lnTo>
                    <a:lnTo>
                      <a:pt x="724" y="1803"/>
                    </a:lnTo>
                    <a:lnTo>
                      <a:pt x="819" y="1816"/>
                    </a:lnTo>
                    <a:lnTo>
                      <a:pt x="997" y="1816"/>
                    </a:lnTo>
                    <a:lnTo>
                      <a:pt x="1093" y="1803"/>
                    </a:lnTo>
                    <a:lnTo>
                      <a:pt x="1174" y="1775"/>
                    </a:lnTo>
                    <a:lnTo>
                      <a:pt x="1270" y="1748"/>
                    </a:lnTo>
                    <a:lnTo>
                      <a:pt x="1338" y="1707"/>
                    </a:lnTo>
                    <a:lnTo>
                      <a:pt x="1420" y="1666"/>
                    </a:lnTo>
                    <a:lnTo>
                      <a:pt x="1488" y="1611"/>
                    </a:lnTo>
                    <a:lnTo>
                      <a:pt x="1557" y="1557"/>
                    </a:lnTo>
                    <a:lnTo>
                      <a:pt x="1611" y="1489"/>
                    </a:lnTo>
                    <a:lnTo>
                      <a:pt x="1666" y="1420"/>
                    </a:lnTo>
                    <a:lnTo>
                      <a:pt x="1707" y="1338"/>
                    </a:lnTo>
                    <a:lnTo>
                      <a:pt x="1748" y="1256"/>
                    </a:lnTo>
                    <a:lnTo>
                      <a:pt x="1775" y="1175"/>
                    </a:lnTo>
                    <a:lnTo>
                      <a:pt x="1802" y="1093"/>
                    </a:lnTo>
                    <a:lnTo>
                      <a:pt x="1816" y="997"/>
                    </a:lnTo>
                    <a:lnTo>
                      <a:pt x="1816" y="901"/>
                    </a:lnTo>
                    <a:lnTo>
                      <a:pt x="1816" y="820"/>
                    </a:lnTo>
                    <a:lnTo>
                      <a:pt x="1802" y="724"/>
                    </a:lnTo>
                    <a:lnTo>
                      <a:pt x="1775" y="642"/>
                    </a:lnTo>
                    <a:lnTo>
                      <a:pt x="1748" y="560"/>
                    </a:lnTo>
                    <a:lnTo>
                      <a:pt x="1707" y="478"/>
                    </a:lnTo>
                    <a:lnTo>
                      <a:pt x="1666" y="396"/>
                    </a:lnTo>
                    <a:lnTo>
                      <a:pt x="1611" y="328"/>
                    </a:lnTo>
                    <a:lnTo>
                      <a:pt x="1557" y="260"/>
                    </a:lnTo>
                    <a:lnTo>
                      <a:pt x="1488" y="205"/>
                    </a:lnTo>
                    <a:lnTo>
                      <a:pt x="1420" y="151"/>
                    </a:lnTo>
                    <a:lnTo>
                      <a:pt x="1338" y="110"/>
                    </a:lnTo>
                    <a:lnTo>
                      <a:pt x="1270" y="69"/>
                    </a:lnTo>
                    <a:lnTo>
                      <a:pt x="1174" y="41"/>
                    </a:lnTo>
                    <a:lnTo>
                      <a:pt x="1093" y="14"/>
                    </a:lnTo>
                    <a:lnTo>
                      <a:pt x="9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7">
                <a:extLst>
                  <a:ext uri="{FF2B5EF4-FFF2-40B4-BE49-F238E27FC236}">
                    <a16:creationId xmlns:a16="http://schemas.microsoft.com/office/drawing/2014/main" id="{F42B55EE-A86B-B42A-208D-BF71F2C33960}"/>
                  </a:ext>
                </a:extLst>
              </p:cNvPr>
              <p:cNvSpPr/>
              <p:nvPr/>
            </p:nvSpPr>
            <p:spPr>
              <a:xfrm>
                <a:off x="1196125" y="1524375"/>
                <a:ext cx="209600" cy="89450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3578" extrusionOk="0">
                    <a:moveTo>
                      <a:pt x="1" y="1"/>
                    </a:moveTo>
                    <a:lnTo>
                      <a:pt x="1" y="42"/>
                    </a:lnTo>
                    <a:lnTo>
                      <a:pt x="15" y="219"/>
                    </a:lnTo>
                    <a:lnTo>
                      <a:pt x="28" y="410"/>
                    </a:lnTo>
                    <a:lnTo>
                      <a:pt x="42" y="588"/>
                    </a:lnTo>
                    <a:lnTo>
                      <a:pt x="83" y="752"/>
                    </a:lnTo>
                    <a:lnTo>
                      <a:pt x="110" y="929"/>
                    </a:lnTo>
                    <a:lnTo>
                      <a:pt x="165" y="1093"/>
                    </a:lnTo>
                    <a:lnTo>
                      <a:pt x="219" y="1257"/>
                    </a:lnTo>
                    <a:lnTo>
                      <a:pt x="288" y="1421"/>
                    </a:lnTo>
                    <a:lnTo>
                      <a:pt x="356" y="1571"/>
                    </a:lnTo>
                    <a:lnTo>
                      <a:pt x="438" y="1735"/>
                    </a:lnTo>
                    <a:lnTo>
                      <a:pt x="520" y="1885"/>
                    </a:lnTo>
                    <a:lnTo>
                      <a:pt x="615" y="2021"/>
                    </a:lnTo>
                    <a:lnTo>
                      <a:pt x="820" y="2294"/>
                    </a:lnTo>
                    <a:lnTo>
                      <a:pt x="1039" y="2540"/>
                    </a:lnTo>
                    <a:lnTo>
                      <a:pt x="1298" y="2772"/>
                    </a:lnTo>
                    <a:lnTo>
                      <a:pt x="1571" y="2977"/>
                    </a:lnTo>
                    <a:lnTo>
                      <a:pt x="1708" y="3073"/>
                    </a:lnTo>
                    <a:lnTo>
                      <a:pt x="1858" y="3155"/>
                    </a:lnTo>
                    <a:lnTo>
                      <a:pt x="2008" y="3236"/>
                    </a:lnTo>
                    <a:lnTo>
                      <a:pt x="2172" y="3305"/>
                    </a:lnTo>
                    <a:lnTo>
                      <a:pt x="2336" y="3373"/>
                    </a:lnTo>
                    <a:lnTo>
                      <a:pt x="2499" y="3428"/>
                    </a:lnTo>
                    <a:lnTo>
                      <a:pt x="2663" y="3469"/>
                    </a:lnTo>
                    <a:lnTo>
                      <a:pt x="2827" y="3510"/>
                    </a:lnTo>
                    <a:lnTo>
                      <a:pt x="3005" y="3537"/>
                    </a:lnTo>
                    <a:lnTo>
                      <a:pt x="3182" y="3564"/>
                    </a:lnTo>
                    <a:lnTo>
                      <a:pt x="3360" y="3578"/>
                    </a:lnTo>
                    <a:lnTo>
                      <a:pt x="5025" y="3578"/>
                    </a:lnTo>
                    <a:lnTo>
                      <a:pt x="5203" y="3564"/>
                    </a:lnTo>
                    <a:lnTo>
                      <a:pt x="5380" y="3537"/>
                    </a:lnTo>
                    <a:lnTo>
                      <a:pt x="5558" y="3510"/>
                    </a:lnTo>
                    <a:lnTo>
                      <a:pt x="5735" y="3469"/>
                    </a:lnTo>
                    <a:lnTo>
                      <a:pt x="5899" y="3428"/>
                    </a:lnTo>
                    <a:lnTo>
                      <a:pt x="6063" y="3373"/>
                    </a:lnTo>
                    <a:lnTo>
                      <a:pt x="6227" y="3305"/>
                    </a:lnTo>
                    <a:lnTo>
                      <a:pt x="6377" y="3236"/>
                    </a:lnTo>
                    <a:lnTo>
                      <a:pt x="6541" y="3155"/>
                    </a:lnTo>
                    <a:lnTo>
                      <a:pt x="6677" y="3073"/>
                    </a:lnTo>
                    <a:lnTo>
                      <a:pt x="6827" y="2977"/>
                    </a:lnTo>
                    <a:lnTo>
                      <a:pt x="7100" y="2772"/>
                    </a:lnTo>
                    <a:lnTo>
                      <a:pt x="7346" y="2540"/>
                    </a:lnTo>
                    <a:lnTo>
                      <a:pt x="7578" y="2294"/>
                    </a:lnTo>
                    <a:lnTo>
                      <a:pt x="7783" y="2021"/>
                    </a:lnTo>
                    <a:lnTo>
                      <a:pt x="7879" y="1885"/>
                    </a:lnTo>
                    <a:lnTo>
                      <a:pt x="7960" y="1735"/>
                    </a:lnTo>
                    <a:lnTo>
                      <a:pt x="8042" y="1571"/>
                    </a:lnTo>
                    <a:lnTo>
                      <a:pt x="8111" y="1421"/>
                    </a:lnTo>
                    <a:lnTo>
                      <a:pt x="8179" y="1257"/>
                    </a:lnTo>
                    <a:lnTo>
                      <a:pt x="8234" y="1093"/>
                    </a:lnTo>
                    <a:lnTo>
                      <a:pt x="8274" y="929"/>
                    </a:lnTo>
                    <a:lnTo>
                      <a:pt x="8315" y="752"/>
                    </a:lnTo>
                    <a:lnTo>
                      <a:pt x="8343" y="588"/>
                    </a:lnTo>
                    <a:lnTo>
                      <a:pt x="8370" y="410"/>
                    </a:lnTo>
                    <a:lnTo>
                      <a:pt x="8384" y="219"/>
                    </a:lnTo>
                    <a:lnTo>
                      <a:pt x="8384" y="42"/>
                    </a:lnTo>
                    <a:lnTo>
                      <a:pt x="83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7">
                <a:extLst>
                  <a:ext uri="{FF2B5EF4-FFF2-40B4-BE49-F238E27FC236}">
                    <a16:creationId xmlns:a16="http://schemas.microsoft.com/office/drawing/2014/main" id="{F31CB511-AC7F-F855-EBA0-C6DE7ACAC184}"/>
                  </a:ext>
                </a:extLst>
              </p:cNvPr>
              <p:cNvSpPr/>
              <p:nvPr/>
            </p:nvSpPr>
            <p:spPr>
              <a:xfrm>
                <a:off x="1106700" y="1002500"/>
                <a:ext cx="366600" cy="112325"/>
              </a:xfrm>
              <a:custGeom>
                <a:avLst/>
                <a:gdLst/>
                <a:ahLst/>
                <a:cxnLst/>
                <a:rect l="l" t="t" r="r" b="b"/>
                <a:pathLst>
                  <a:path w="14664" h="4493" extrusionOk="0">
                    <a:moveTo>
                      <a:pt x="6049" y="1"/>
                    </a:moveTo>
                    <a:lnTo>
                      <a:pt x="5626" y="15"/>
                    </a:lnTo>
                    <a:lnTo>
                      <a:pt x="5216" y="28"/>
                    </a:lnTo>
                    <a:lnTo>
                      <a:pt x="4807" y="69"/>
                    </a:lnTo>
                    <a:lnTo>
                      <a:pt x="4397" y="124"/>
                    </a:lnTo>
                    <a:lnTo>
                      <a:pt x="4001" y="192"/>
                    </a:lnTo>
                    <a:lnTo>
                      <a:pt x="3605" y="274"/>
                    </a:lnTo>
                    <a:lnTo>
                      <a:pt x="3223" y="370"/>
                    </a:lnTo>
                    <a:lnTo>
                      <a:pt x="2841" y="492"/>
                    </a:lnTo>
                    <a:lnTo>
                      <a:pt x="2458" y="615"/>
                    </a:lnTo>
                    <a:lnTo>
                      <a:pt x="2090" y="752"/>
                    </a:lnTo>
                    <a:lnTo>
                      <a:pt x="1721" y="902"/>
                    </a:lnTo>
                    <a:lnTo>
                      <a:pt x="1366" y="1066"/>
                    </a:lnTo>
                    <a:lnTo>
                      <a:pt x="1011" y="1243"/>
                    </a:lnTo>
                    <a:lnTo>
                      <a:pt x="670" y="1434"/>
                    </a:lnTo>
                    <a:lnTo>
                      <a:pt x="329" y="1639"/>
                    </a:lnTo>
                    <a:lnTo>
                      <a:pt x="1" y="1844"/>
                    </a:lnTo>
                    <a:lnTo>
                      <a:pt x="138" y="2131"/>
                    </a:lnTo>
                    <a:lnTo>
                      <a:pt x="301" y="2404"/>
                    </a:lnTo>
                    <a:lnTo>
                      <a:pt x="479" y="2663"/>
                    </a:lnTo>
                    <a:lnTo>
                      <a:pt x="670" y="2909"/>
                    </a:lnTo>
                    <a:lnTo>
                      <a:pt x="875" y="3155"/>
                    </a:lnTo>
                    <a:lnTo>
                      <a:pt x="1107" y="3359"/>
                    </a:lnTo>
                    <a:lnTo>
                      <a:pt x="1353" y="3564"/>
                    </a:lnTo>
                    <a:lnTo>
                      <a:pt x="1598" y="3755"/>
                    </a:lnTo>
                    <a:lnTo>
                      <a:pt x="1871" y="3919"/>
                    </a:lnTo>
                    <a:lnTo>
                      <a:pt x="2158" y="4069"/>
                    </a:lnTo>
                    <a:lnTo>
                      <a:pt x="2445" y="4192"/>
                    </a:lnTo>
                    <a:lnTo>
                      <a:pt x="2745" y="4302"/>
                    </a:lnTo>
                    <a:lnTo>
                      <a:pt x="3059" y="4383"/>
                    </a:lnTo>
                    <a:lnTo>
                      <a:pt x="3373" y="4438"/>
                    </a:lnTo>
                    <a:lnTo>
                      <a:pt x="3715" y="4479"/>
                    </a:lnTo>
                    <a:lnTo>
                      <a:pt x="4042" y="4493"/>
                    </a:lnTo>
                    <a:lnTo>
                      <a:pt x="10623" y="4493"/>
                    </a:lnTo>
                    <a:lnTo>
                      <a:pt x="10950" y="4479"/>
                    </a:lnTo>
                    <a:lnTo>
                      <a:pt x="11278" y="4438"/>
                    </a:lnTo>
                    <a:lnTo>
                      <a:pt x="11606" y="4383"/>
                    </a:lnTo>
                    <a:lnTo>
                      <a:pt x="11920" y="4302"/>
                    </a:lnTo>
                    <a:lnTo>
                      <a:pt x="12220" y="4192"/>
                    </a:lnTo>
                    <a:lnTo>
                      <a:pt x="12507" y="4069"/>
                    </a:lnTo>
                    <a:lnTo>
                      <a:pt x="12794" y="3919"/>
                    </a:lnTo>
                    <a:lnTo>
                      <a:pt x="13067" y="3755"/>
                    </a:lnTo>
                    <a:lnTo>
                      <a:pt x="13312" y="3564"/>
                    </a:lnTo>
                    <a:lnTo>
                      <a:pt x="13558" y="3373"/>
                    </a:lnTo>
                    <a:lnTo>
                      <a:pt x="13790" y="3155"/>
                    </a:lnTo>
                    <a:lnTo>
                      <a:pt x="13995" y="2923"/>
                    </a:lnTo>
                    <a:lnTo>
                      <a:pt x="14186" y="2663"/>
                    </a:lnTo>
                    <a:lnTo>
                      <a:pt x="14364" y="2404"/>
                    </a:lnTo>
                    <a:lnTo>
                      <a:pt x="14514" y="2131"/>
                    </a:lnTo>
                    <a:lnTo>
                      <a:pt x="14664" y="1844"/>
                    </a:lnTo>
                    <a:lnTo>
                      <a:pt x="14323" y="1639"/>
                    </a:lnTo>
                    <a:lnTo>
                      <a:pt x="13995" y="1434"/>
                    </a:lnTo>
                    <a:lnTo>
                      <a:pt x="13654" y="1243"/>
                    </a:lnTo>
                    <a:lnTo>
                      <a:pt x="13299" y="1066"/>
                    </a:lnTo>
                    <a:lnTo>
                      <a:pt x="12944" y="902"/>
                    </a:lnTo>
                    <a:lnTo>
                      <a:pt x="12575" y="752"/>
                    </a:lnTo>
                    <a:lnTo>
                      <a:pt x="12193" y="615"/>
                    </a:lnTo>
                    <a:lnTo>
                      <a:pt x="11824" y="479"/>
                    </a:lnTo>
                    <a:lnTo>
                      <a:pt x="11428" y="370"/>
                    </a:lnTo>
                    <a:lnTo>
                      <a:pt x="11046" y="274"/>
                    </a:lnTo>
                    <a:lnTo>
                      <a:pt x="10650" y="192"/>
                    </a:lnTo>
                    <a:lnTo>
                      <a:pt x="10240" y="124"/>
                    </a:lnTo>
                    <a:lnTo>
                      <a:pt x="9845" y="69"/>
                    </a:lnTo>
                    <a:lnTo>
                      <a:pt x="9435" y="28"/>
                    </a:lnTo>
                    <a:lnTo>
                      <a:pt x="90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7">
                <a:extLst>
                  <a:ext uri="{FF2B5EF4-FFF2-40B4-BE49-F238E27FC236}">
                    <a16:creationId xmlns:a16="http://schemas.microsoft.com/office/drawing/2014/main" id="{943B918C-384E-26A0-DC31-A7A91F255985}"/>
                  </a:ext>
                </a:extLst>
              </p:cNvPr>
              <p:cNvSpPr/>
              <p:nvPr/>
            </p:nvSpPr>
            <p:spPr>
              <a:xfrm>
                <a:off x="1168500" y="1782425"/>
                <a:ext cx="102400" cy="208900"/>
              </a:xfrm>
              <a:custGeom>
                <a:avLst/>
                <a:gdLst/>
                <a:ahLst/>
                <a:cxnLst/>
                <a:rect l="l" t="t" r="r" b="b"/>
                <a:pathLst>
                  <a:path w="4096" h="8356" extrusionOk="0">
                    <a:moveTo>
                      <a:pt x="164" y="0"/>
                    </a:moveTo>
                    <a:lnTo>
                      <a:pt x="109" y="14"/>
                    </a:lnTo>
                    <a:lnTo>
                      <a:pt x="68" y="41"/>
                    </a:lnTo>
                    <a:lnTo>
                      <a:pt x="27" y="82"/>
                    </a:lnTo>
                    <a:lnTo>
                      <a:pt x="0" y="123"/>
                    </a:lnTo>
                    <a:lnTo>
                      <a:pt x="0" y="178"/>
                    </a:lnTo>
                    <a:lnTo>
                      <a:pt x="0" y="3482"/>
                    </a:lnTo>
                    <a:lnTo>
                      <a:pt x="4096" y="8356"/>
                    </a:lnTo>
                    <a:lnTo>
                      <a:pt x="4096" y="4028"/>
                    </a:lnTo>
                    <a:lnTo>
                      <a:pt x="314" y="55"/>
                    </a:lnTo>
                    <a:lnTo>
                      <a:pt x="260" y="27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7">
                <a:extLst>
                  <a:ext uri="{FF2B5EF4-FFF2-40B4-BE49-F238E27FC236}">
                    <a16:creationId xmlns:a16="http://schemas.microsoft.com/office/drawing/2014/main" id="{210E9E75-83AE-FA1D-F8A3-FDD4BE5C802A}"/>
                  </a:ext>
                </a:extLst>
              </p:cNvPr>
              <p:cNvSpPr/>
              <p:nvPr/>
            </p:nvSpPr>
            <p:spPr>
              <a:xfrm>
                <a:off x="1325150" y="1782425"/>
                <a:ext cx="102425" cy="208900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8356" extrusionOk="0">
                    <a:moveTo>
                      <a:pt x="3878" y="0"/>
                    </a:moveTo>
                    <a:lnTo>
                      <a:pt x="3823" y="27"/>
                    </a:lnTo>
                    <a:lnTo>
                      <a:pt x="3782" y="55"/>
                    </a:lnTo>
                    <a:lnTo>
                      <a:pt x="1" y="4028"/>
                    </a:lnTo>
                    <a:lnTo>
                      <a:pt x="1" y="8356"/>
                    </a:lnTo>
                    <a:lnTo>
                      <a:pt x="4096" y="3482"/>
                    </a:lnTo>
                    <a:lnTo>
                      <a:pt x="4096" y="178"/>
                    </a:lnTo>
                    <a:lnTo>
                      <a:pt x="4083" y="123"/>
                    </a:lnTo>
                    <a:lnTo>
                      <a:pt x="4069" y="82"/>
                    </a:lnTo>
                    <a:lnTo>
                      <a:pt x="4028" y="41"/>
                    </a:lnTo>
                    <a:lnTo>
                      <a:pt x="3987" y="14"/>
                    </a:lnTo>
                    <a:lnTo>
                      <a:pt x="393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7">
                <a:extLst>
                  <a:ext uri="{FF2B5EF4-FFF2-40B4-BE49-F238E27FC236}">
                    <a16:creationId xmlns:a16="http://schemas.microsoft.com/office/drawing/2014/main" id="{929CFC04-E478-503A-D22F-810965E9A914}"/>
                  </a:ext>
                </a:extLst>
              </p:cNvPr>
              <p:cNvSpPr/>
              <p:nvPr/>
            </p:nvSpPr>
            <p:spPr>
              <a:xfrm>
                <a:off x="1244950" y="1920650"/>
                <a:ext cx="112325" cy="94575"/>
              </a:xfrm>
              <a:custGeom>
                <a:avLst/>
                <a:gdLst/>
                <a:ahLst/>
                <a:cxnLst/>
                <a:rect l="l" t="t" r="r" b="b"/>
                <a:pathLst>
                  <a:path w="4493" h="3783" extrusionOk="0">
                    <a:moveTo>
                      <a:pt x="560" y="0"/>
                    </a:moveTo>
                    <a:lnTo>
                      <a:pt x="424" y="14"/>
                    </a:lnTo>
                    <a:lnTo>
                      <a:pt x="301" y="55"/>
                    </a:lnTo>
                    <a:lnTo>
                      <a:pt x="205" y="123"/>
                    </a:lnTo>
                    <a:lnTo>
                      <a:pt x="123" y="205"/>
                    </a:lnTo>
                    <a:lnTo>
                      <a:pt x="55" y="314"/>
                    </a:lnTo>
                    <a:lnTo>
                      <a:pt x="14" y="437"/>
                    </a:lnTo>
                    <a:lnTo>
                      <a:pt x="0" y="560"/>
                    </a:lnTo>
                    <a:lnTo>
                      <a:pt x="14" y="683"/>
                    </a:lnTo>
                    <a:lnTo>
                      <a:pt x="642" y="3345"/>
                    </a:lnTo>
                    <a:lnTo>
                      <a:pt x="669" y="3441"/>
                    </a:lnTo>
                    <a:lnTo>
                      <a:pt x="710" y="3523"/>
                    </a:lnTo>
                    <a:lnTo>
                      <a:pt x="765" y="3591"/>
                    </a:lnTo>
                    <a:lnTo>
                      <a:pt x="833" y="3659"/>
                    </a:lnTo>
                    <a:lnTo>
                      <a:pt x="915" y="3714"/>
                    </a:lnTo>
                    <a:lnTo>
                      <a:pt x="997" y="3755"/>
                    </a:lnTo>
                    <a:lnTo>
                      <a:pt x="1093" y="3769"/>
                    </a:lnTo>
                    <a:lnTo>
                      <a:pt x="1188" y="3782"/>
                    </a:lnTo>
                    <a:lnTo>
                      <a:pt x="3304" y="3782"/>
                    </a:lnTo>
                    <a:lnTo>
                      <a:pt x="3400" y="3769"/>
                    </a:lnTo>
                    <a:lnTo>
                      <a:pt x="3495" y="3755"/>
                    </a:lnTo>
                    <a:lnTo>
                      <a:pt x="3577" y="3714"/>
                    </a:lnTo>
                    <a:lnTo>
                      <a:pt x="3646" y="3659"/>
                    </a:lnTo>
                    <a:lnTo>
                      <a:pt x="3714" y="3591"/>
                    </a:lnTo>
                    <a:lnTo>
                      <a:pt x="3768" y="3523"/>
                    </a:lnTo>
                    <a:lnTo>
                      <a:pt x="3809" y="3441"/>
                    </a:lnTo>
                    <a:lnTo>
                      <a:pt x="3850" y="3345"/>
                    </a:lnTo>
                    <a:lnTo>
                      <a:pt x="4478" y="683"/>
                    </a:lnTo>
                    <a:lnTo>
                      <a:pt x="4492" y="560"/>
                    </a:lnTo>
                    <a:lnTo>
                      <a:pt x="4478" y="437"/>
                    </a:lnTo>
                    <a:lnTo>
                      <a:pt x="4437" y="314"/>
                    </a:lnTo>
                    <a:lnTo>
                      <a:pt x="4369" y="205"/>
                    </a:lnTo>
                    <a:lnTo>
                      <a:pt x="4287" y="123"/>
                    </a:lnTo>
                    <a:lnTo>
                      <a:pt x="4178" y="55"/>
                    </a:lnTo>
                    <a:lnTo>
                      <a:pt x="4069" y="14"/>
                    </a:lnTo>
                    <a:lnTo>
                      <a:pt x="393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7">
                <a:extLst>
                  <a:ext uri="{FF2B5EF4-FFF2-40B4-BE49-F238E27FC236}">
                    <a16:creationId xmlns:a16="http://schemas.microsoft.com/office/drawing/2014/main" id="{76A7D47D-2E1A-A9F5-1FFC-57068B99CF8B}"/>
                  </a:ext>
                </a:extLst>
              </p:cNvPr>
              <p:cNvSpPr/>
              <p:nvPr/>
            </p:nvSpPr>
            <p:spPr>
              <a:xfrm>
                <a:off x="1250750" y="1994725"/>
                <a:ext cx="100375" cy="690150"/>
              </a:xfrm>
              <a:custGeom>
                <a:avLst/>
                <a:gdLst/>
                <a:ahLst/>
                <a:cxnLst/>
                <a:rect l="l" t="t" r="r" b="b"/>
                <a:pathLst>
                  <a:path w="4015" h="27606" extrusionOk="0">
                    <a:moveTo>
                      <a:pt x="697" y="0"/>
                    </a:moveTo>
                    <a:lnTo>
                      <a:pt x="0" y="25517"/>
                    </a:lnTo>
                    <a:lnTo>
                      <a:pt x="2048" y="27606"/>
                    </a:lnTo>
                    <a:lnTo>
                      <a:pt x="4014" y="25517"/>
                    </a:lnTo>
                    <a:lnTo>
                      <a:pt x="33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5" name="Google Shape;285;p17">
              <a:extLst>
                <a:ext uri="{FF2B5EF4-FFF2-40B4-BE49-F238E27FC236}">
                  <a16:creationId xmlns:a16="http://schemas.microsoft.com/office/drawing/2014/main" id="{CD1C6E20-9CFD-C828-0ED8-56289C65EF3D}"/>
                </a:ext>
              </a:extLst>
            </p:cNvPr>
            <p:cNvSpPr/>
            <p:nvPr/>
          </p:nvSpPr>
          <p:spPr>
            <a:xfrm>
              <a:off x="1914725" y="3957209"/>
              <a:ext cx="1131099" cy="774877"/>
            </a:xfrm>
            <a:custGeom>
              <a:avLst/>
              <a:gdLst/>
              <a:ahLst/>
              <a:cxnLst/>
              <a:rect l="l" t="t" r="r" b="b"/>
              <a:pathLst>
                <a:path w="61995" h="44285" extrusionOk="0">
                  <a:moveTo>
                    <a:pt x="12456" y="1"/>
                  </a:moveTo>
                  <a:lnTo>
                    <a:pt x="12133" y="10"/>
                  </a:lnTo>
                  <a:lnTo>
                    <a:pt x="11820" y="20"/>
                  </a:lnTo>
                  <a:lnTo>
                    <a:pt x="11498" y="39"/>
                  </a:lnTo>
                  <a:lnTo>
                    <a:pt x="11185" y="67"/>
                  </a:lnTo>
                  <a:lnTo>
                    <a:pt x="10872" y="105"/>
                  </a:lnTo>
                  <a:lnTo>
                    <a:pt x="10568" y="143"/>
                  </a:lnTo>
                  <a:lnTo>
                    <a:pt x="10255" y="200"/>
                  </a:lnTo>
                  <a:lnTo>
                    <a:pt x="9951" y="257"/>
                  </a:lnTo>
                  <a:lnTo>
                    <a:pt x="9648" y="323"/>
                  </a:lnTo>
                  <a:lnTo>
                    <a:pt x="9354" y="399"/>
                  </a:lnTo>
                  <a:lnTo>
                    <a:pt x="9060" y="475"/>
                  </a:lnTo>
                  <a:lnTo>
                    <a:pt x="8766" y="570"/>
                  </a:lnTo>
                  <a:lnTo>
                    <a:pt x="8472" y="665"/>
                  </a:lnTo>
                  <a:lnTo>
                    <a:pt x="8187" y="760"/>
                  </a:lnTo>
                  <a:lnTo>
                    <a:pt x="7902" y="873"/>
                  </a:lnTo>
                  <a:lnTo>
                    <a:pt x="7618" y="987"/>
                  </a:lnTo>
                  <a:lnTo>
                    <a:pt x="7343" y="1111"/>
                  </a:lnTo>
                  <a:lnTo>
                    <a:pt x="7068" y="1234"/>
                  </a:lnTo>
                  <a:lnTo>
                    <a:pt x="6802" y="1367"/>
                  </a:lnTo>
                  <a:lnTo>
                    <a:pt x="6527" y="1509"/>
                  </a:lnTo>
                  <a:lnTo>
                    <a:pt x="6271" y="1661"/>
                  </a:lnTo>
                  <a:lnTo>
                    <a:pt x="6005" y="1813"/>
                  </a:lnTo>
                  <a:lnTo>
                    <a:pt x="5758" y="1974"/>
                  </a:lnTo>
                  <a:lnTo>
                    <a:pt x="5502" y="2135"/>
                  </a:lnTo>
                  <a:lnTo>
                    <a:pt x="5256" y="2306"/>
                  </a:lnTo>
                  <a:lnTo>
                    <a:pt x="5018" y="2486"/>
                  </a:lnTo>
                  <a:lnTo>
                    <a:pt x="4781" y="2666"/>
                  </a:lnTo>
                  <a:lnTo>
                    <a:pt x="4544" y="2856"/>
                  </a:lnTo>
                  <a:lnTo>
                    <a:pt x="4316" y="3055"/>
                  </a:lnTo>
                  <a:lnTo>
                    <a:pt x="4089" y="3245"/>
                  </a:lnTo>
                  <a:lnTo>
                    <a:pt x="3871" y="3454"/>
                  </a:lnTo>
                  <a:lnTo>
                    <a:pt x="3662" y="3662"/>
                  </a:lnTo>
                  <a:lnTo>
                    <a:pt x="3453" y="3881"/>
                  </a:lnTo>
                  <a:lnTo>
                    <a:pt x="3244" y="4099"/>
                  </a:lnTo>
                  <a:lnTo>
                    <a:pt x="3045" y="4317"/>
                  </a:lnTo>
                  <a:lnTo>
                    <a:pt x="2855" y="4545"/>
                  </a:lnTo>
                  <a:lnTo>
                    <a:pt x="2666" y="4782"/>
                  </a:lnTo>
                  <a:lnTo>
                    <a:pt x="2485" y="5019"/>
                  </a:lnTo>
                  <a:lnTo>
                    <a:pt x="2305" y="5266"/>
                  </a:lnTo>
                  <a:lnTo>
                    <a:pt x="2134" y="5512"/>
                  </a:lnTo>
                  <a:lnTo>
                    <a:pt x="1964" y="5759"/>
                  </a:lnTo>
                  <a:lnTo>
                    <a:pt x="1812" y="6015"/>
                  </a:lnTo>
                  <a:lnTo>
                    <a:pt x="1660" y="6271"/>
                  </a:lnTo>
                  <a:lnTo>
                    <a:pt x="1508" y="6537"/>
                  </a:lnTo>
                  <a:lnTo>
                    <a:pt x="1366" y="6802"/>
                  </a:lnTo>
                  <a:lnTo>
                    <a:pt x="1233" y="7068"/>
                  </a:lnTo>
                  <a:lnTo>
                    <a:pt x="1100" y="7343"/>
                  </a:lnTo>
                  <a:lnTo>
                    <a:pt x="977" y="7628"/>
                  </a:lnTo>
                  <a:lnTo>
                    <a:pt x="863" y="7903"/>
                  </a:lnTo>
                  <a:lnTo>
                    <a:pt x="759" y="8188"/>
                  </a:lnTo>
                  <a:lnTo>
                    <a:pt x="655" y="8472"/>
                  </a:lnTo>
                  <a:lnTo>
                    <a:pt x="560" y="8766"/>
                  </a:lnTo>
                  <a:lnTo>
                    <a:pt x="474" y="9060"/>
                  </a:lnTo>
                  <a:lnTo>
                    <a:pt x="389" y="9354"/>
                  </a:lnTo>
                  <a:lnTo>
                    <a:pt x="323" y="9658"/>
                  </a:lnTo>
                  <a:lnTo>
                    <a:pt x="256" y="9962"/>
                  </a:lnTo>
                  <a:lnTo>
                    <a:pt x="190" y="10265"/>
                  </a:lnTo>
                  <a:lnTo>
                    <a:pt x="142" y="10569"/>
                  </a:lnTo>
                  <a:lnTo>
                    <a:pt x="95" y="10882"/>
                  </a:lnTo>
                  <a:lnTo>
                    <a:pt x="66" y="11195"/>
                  </a:lnTo>
                  <a:lnTo>
                    <a:pt x="38" y="11508"/>
                  </a:lnTo>
                  <a:lnTo>
                    <a:pt x="19" y="11821"/>
                  </a:lnTo>
                  <a:lnTo>
                    <a:pt x="0" y="12143"/>
                  </a:lnTo>
                  <a:lnTo>
                    <a:pt x="0" y="12457"/>
                  </a:lnTo>
                  <a:lnTo>
                    <a:pt x="0" y="31828"/>
                  </a:lnTo>
                  <a:lnTo>
                    <a:pt x="0" y="32151"/>
                  </a:lnTo>
                  <a:lnTo>
                    <a:pt x="19" y="32464"/>
                  </a:lnTo>
                  <a:lnTo>
                    <a:pt x="38" y="32786"/>
                  </a:lnTo>
                  <a:lnTo>
                    <a:pt x="66" y="33099"/>
                  </a:lnTo>
                  <a:lnTo>
                    <a:pt x="95" y="33412"/>
                  </a:lnTo>
                  <a:lnTo>
                    <a:pt x="142" y="33716"/>
                  </a:lnTo>
                  <a:lnTo>
                    <a:pt x="190" y="34029"/>
                  </a:lnTo>
                  <a:lnTo>
                    <a:pt x="256" y="34333"/>
                  </a:lnTo>
                  <a:lnTo>
                    <a:pt x="323" y="34636"/>
                  </a:lnTo>
                  <a:lnTo>
                    <a:pt x="389" y="34930"/>
                  </a:lnTo>
                  <a:lnTo>
                    <a:pt x="474" y="35224"/>
                  </a:lnTo>
                  <a:lnTo>
                    <a:pt x="560" y="35518"/>
                  </a:lnTo>
                  <a:lnTo>
                    <a:pt x="655" y="35813"/>
                  </a:lnTo>
                  <a:lnTo>
                    <a:pt x="759" y="36097"/>
                  </a:lnTo>
                  <a:lnTo>
                    <a:pt x="863" y="36382"/>
                  </a:lnTo>
                  <a:lnTo>
                    <a:pt x="977" y="36666"/>
                  </a:lnTo>
                  <a:lnTo>
                    <a:pt x="1100" y="36941"/>
                  </a:lnTo>
                  <a:lnTo>
                    <a:pt x="1233" y="37217"/>
                  </a:lnTo>
                  <a:lnTo>
                    <a:pt x="1366" y="37492"/>
                  </a:lnTo>
                  <a:lnTo>
                    <a:pt x="1508" y="37757"/>
                  </a:lnTo>
                  <a:lnTo>
                    <a:pt x="1660" y="38013"/>
                  </a:lnTo>
                  <a:lnTo>
                    <a:pt x="1812" y="38279"/>
                  </a:lnTo>
                  <a:lnTo>
                    <a:pt x="1964" y="38535"/>
                  </a:lnTo>
                  <a:lnTo>
                    <a:pt x="2134" y="38782"/>
                  </a:lnTo>
                  <a:lnTo>
                    <a:pt x="2305" y="39029"/>
                  </a:lnTo>
                  <a:lnTo>
                    <a:pt x="2485" y="39266"/>
                  </a:lnTo>
                  <a:lnTo>
                    <a:pt x="2666" y="39512"/>
                  </a:lnTo>
                  <a:lnTo>
                    <a:pt x="2855" y="39740"/>
                  </a:lnTo>
                  <a:lnTo>
                    <a:pt x="3045" y="39968"/>
                  </a:lnTo>
                  <a:lnTo>
                    <a:pt x="3244" y="40195"/>
                  </a:lnTo>
                  <a:lnTo>
                    <a:pt x="3453" y="40414"/>
                  </a:lnTo>
                  <a:lnTo>
                    <a:pt x="3662" y="40622"/>
                  </a:lnTo>
                  <a:lnTo>
                    <a:pt x="3871" y="40840"/>
                  </a:lnTo>
                  <a:lnTo>
                    <a:pt x="4089" y="41040"/>
                  </a:lnTo>
                  <a:lnTo>
                    <a:pt x="4316" y="41239"/>
                  </a:lnTo>
                  <a:lnTo>
                    <a:pt x="4544" y="41429"/>
                  </a:lnTo>
                  <a:lnTo>
                    <a:pt x="4781" y="41618"/>
                  </a:lnTo>
                  <a:lnTo>
                    <a:pt x="5018" y="41799"/>
                  </a:lnTo>
                  <a:lnTo>
                    <a:pt x="5256" y="41979"/>
                  </a:lnTo>
                  <a:lnTo>
                    <a:pt x="5502" y="42150"/>
                  </a:lnTo>
                  <a:lnTo>
                    <a:pt x="5758" y="42320"/>
                  </a:lnTo>
                  <a:lnTo>
                    <a:pt x="6005" y="42472"/>
                  </a:lnTo>
                  <a:lnTo>
                    <a:pt x="6271" y="42633"/>
                  </a:lnTo>
                  <a:lnTo>
                    <a:pt x="6527" y="42776"/>
                  </a:lnTo>
                  <a:lnTo>
                    <a:pt x="6802" y="42918"/>
                  </a:lnTo>
                  <a:lnTo>
                    <a:pt x="7068" y="43051"/>
                  </a:lnTo>
                  <a:lnTo>
                    <a:pt x="7343" y="43184"/>
                  </a:lnTo>
                  <a:lnTo>
                    <a:pt x="7618" y="43307"/>
                  </a:lnTo>
                  <a:lnTo>
                    <a:pt x="7902" y="43421"/>
                  </a:lnTo>
                  <a:lnTo>
                    <a:pt x="8187" y="43525"/>
                  </a:lnTo>
                  <a:lnTo>
                    <a:pt x="8472" y="43630"/>
                  </a:lnTo>
                  <a:lnTo>
                    <a:pt x="8766" y="43724"/>
                  </a:lnTo>
                  <a:lnTo>
                    <a:pt x="9060" y="43810"/>
                  </a:lnTo>
                  <a:lnTo>
                    <a:pt x="9354" y="43895"/>
                  </a:lnTo>
                  <a:lnTo>
                    <a:pt x="9648" y="43962"/>
                  </a:lnTo>
                  <a:lnTo>
                    <a:pt x="9951" y="44028"/>
                  </a:lnTo>
                  <a:lnTo>
                    <a:pt x="10255" y="44094"/>
                  </a:lnTo>
                  <a:lnTo>
                    <a:pt x="10568" y="44142"/>
                  </a:lnTo>
                  <a:lnTo>
                    <a:pt x="10872" y="44189"/>
                  </a:lnTo>
                  <a:lnTo>
                    <a:pt x="11185" y="44218"/>
                  </a:lnTo>
                  <a:lnTo>
                    <a:pt x="11498" y="44246"/>
                  </a:lnTo>
                  <a:lnTo>
                    <a:pt x="11820" y="44275"/>
                  </a:lnTo>
                  <a:lnTo>
                    <a:pt x="12133" y="44284"/>
                  </a:lnTo>
                  <a:lnTo>
                    <a:pt x="49862" y="44284"/>
                  </a:lnTo>
                  <a:lnTo>
                    <a:pt x="50175" y="44275"/>
                  </a:lnTo>
                  <a:lnTo>
                    <a:pt x="50488" y="44246"/>
                  </a:lnTo>
                  <a:lnTo>
                    <a:pt x="50810" y="44218"/>
                  </a:lnTo>
                  <a:lnTo>
                    <a:pt x="51114" y="44189"/>
                  </a:lnTo>
                  <a:lnTo>
                    <a:pt x="51427" y="44142"/>
                  </a:lnTo>
                  <a:lnTo>
                    <a:pt x="51740" y="44094"/>
                  </a:lnTo>
                  <a:lnTo>
                    <a:pt x="52044" y="44028"/>
                  </a:lnTo>
                  <a:lnTo>
                    <a:pt x="52338" y="43962"/>
                  </a:lnTo>
                  <a:lnTo>
                    <a:pt x="52641" y="43895"/>
                  </a:lnTo>
                  <a:lnTo>
                    <a:pt x="52935" y="43810"/>
                  </a:lnTo>
                  <a:lnTo>
                    <a:pt x="53229" y="43724"/>
                  </a:lnTo>
                  <a:lnTo>
                    <a:pt x="53523" y="43630"/>
                  </a:lnTo>
                  <a:lnTo>
                    <a:pt x="53808" y="43525"/>
                  </a:lnTo>
                  <a:lnTo>
                    <a:pt x="54093" y="43421"/>
                  </a:lnTo>
                  <a:lnTo>
                    <a:pt x="54377" y="43307"/>
                  </a:lnTo>
                  <a:lnTo>
                    <a:pt x="54652" y="43184"/>
                  </a:lnTo>
                  <a:lnTo>
                    <a:pt x="54927" y="43051"/>
                  </a:lnTo>
                  <a:lnTo>
                    <a:pt x="55193" y="42918"/>
                  </a:lnTo>
                  <a:lnTo>
                    <a:pt x="55459" y="42776"/>
                  </a:lnTo>
                  <a:lnTo>
                    <a:pt x="55724" y="42633"/>
                  </a:lnTo>
                  <a:lnTo>
                    <a:pt x="55980" y="42472"/>
                  </a:lnTo>
                  <a:lnTo>
                    <a:pt x="56237" y="42320"/>
                  </a:lnTo>
                  <a:lnTo>
                    <a:pt x="56493" y="42150"/>
                  </a:lnTo>
                  <a:lnTo>
                    <a:pt x="56739" y="41979"/>
                  </a:lnTo>
                  <a:lnTo>
                    <a:pt x="56977" y="41799"/>
                  </a:lnTo>
                  <a:lnTo>
                    <a:pt x="57214" y="41618"/>
                  </a:lnTo>
                  <a:lnTo>
                    <a:pt x="57451" y="41429"/>
                  </a:lnTo>
                  <a:lnTo>
                    <a:pt x="57679" y="41239"/>
                  </a:lnTo>
                  <a:lnTo>
                    <a:pt x="57906" y="41040"/>
                  </a:lnTo>
                  <a:lnTo>
                    <a:pt x="58124" y="40840"/>
                  </a:lnTo>
                  <a:lnTo>
                    <a:pt x="58333" y="40622"/>
                  </a:lnTo>
                  <a:lnTo>
                    <a:pt x="58542" y="40414"/>
                  </a:lnTo>
                  <a:lnTo>
                    <a:pt x="58751" y="40195"/>
                  </a:lnTo>
                  <a:lnTo>
                    <a:pt x="58950" y="39968"/>
                  </a:lnTo>
                  <a:lnTo>
                    <a:pt x="59140" y="39740"/>
                  </a:lnTo>
                  <a:lnTo>
                    <a:pt x="59329" y="39512"/>
                  </a:lnTo>
                  <a:lnTo>
                    <a:pt x="59509" y="39266"/>
                  </a:lnTo>
                  <a:lnTo>
                    <a:pt x="59690" y="39029"/>
                  </a:lnTo>
                  <a:lnTo>
                    <a:pt x="59861" y="38782"/>
                  </a:lnTo>
                  <a:lnTo>
                    <a:pt x="60022" y="38535"/>
                  </a:lnTo>
                  <a:lnTo>
                    <a:pt x="60183" y="38279"/>
                  </a:lnTo>
                  <a:lnTo>
                    <a:pt x="60335" y="38013"/>
                  </a:lnTo>
                  <a:lnTo>
                    <a:pt x="60487" y="37757"/>
                  </a:lnTo>
                  <a:lnTo>
                    <a:pt x="60629" y="37492"/>
                  </a:lnTo>
                  <a:lnTo>
                    <a:pt x="60762" y="37217"/>
                  </a:lnTo>
                  <a:lnTo>
                    <a:pt x="60895" y="36941"/>
                  </a:lnTo>
                  <a:lnTo>
                    <a:pt x="61008" y="36666"/>
                  </a:lnTo>
                  <a:lnTo>
                    <a:pt x="61132" y="36382"/>
                  </a:lnTo>
                  <a:lnTo>
                    <a:pt x="61236" y="36097"/>
                  </a:lnTo>
                  <a:lnTo>
                    <a:pt x="61340" y="35813"/>
                  </a:lnTo>
                  <a:lnTo>
                    <a:pt x="61435" y="35518"/>
                  </a:lnTo>
                  <a:lnTo>
                    <a:pt x="61521" y="35224"/>
                  </a:lnTo>
                  <a:lnTo>
                    <a:pt x="61606" y="34930"/>
                  </a:lnTo>
                  <a:lnTo>
                    <a:pt x="61672" y="34636"/>
                  </a:lnTo>
                  <a:lnTo>
                    <a:pt x="61739" y="34333"/>
                  </a:lnTo>
                  <a:lnTo>
                    <a:pt x="61796" y="34029"/>
                  </a:lnTo>
                  <a:lnTo>
                    <a:pt x="61853" y="33716"/>
                  </a:lnTo>
                  <a:lnTo>
                    <a:pt x="61891" y="33412"/>
                  </a:lnTo>
                  <a:lnTo>
                    <a:pt x="61929" y="33099"/>
                  </a:lnTo>
                  <a:lnTo>
                    <a:pt x="61957" y="32786"/>
                  </a:lnTo>
                  <a:lnTo>
                    <a:pt x="61976" y="32464"/>
                  </a:lnTo>
                  <a:lnTo>
                    <a:pt x="61995" y="32151"/>
                  </a:lnTo>
                  <a:lnTo>
                    <a:pt x="61995" y="31828"/>
                  </a:lnTo>
                  <a:lnTo>
                    <a:pt x="61995" y="12457"/>
                  </a:lnTo>
                  <a:lnTo>
                    <a:pt x="61995" y="12143"/>
                  </a:lnTo>
                  <a:lnTo>
                    <a:pt x="61976" y="11821"/>
                  </a:lnTo>
                  <a:lnTo>
                    <a:pt x="61957" y="11508"/>
                  </a:lnTo>
                  <a:lnTo>
                    <a:pt x="61929" y="11195"/>
                  </a:lnTo>
                  <a:lnTo>
                    <a:pt x="61891" y="10882"/>
                  </a:lnTo>
                  <a:lnTo>
                    <a:pt x="61853" y="10569"/>
                  </a:lnTo>
                  <a:lnTo>
                    <a:pt x="61796" y="10265"/>
                  </a:lnTo>
                  <a:lnTo>
                    <a:pt x="61739" y="9962"/>
                  </a:lnTo>
                  <a:lnTo>
                    <a:pt x="61672" y="9658"/>
                  </a:lnTo>
                  <a:lnTo>
                    <a:pt x="61606" y="9354"/>
                  </a:lnTo>
                  <a:lnTo>
                    <a:pt x="61521" y="9060"/>
                  </a:lnTo>
                  <a:lnTo>
                    <a:pt x="61435" y="8766"/>
                  </a:lnTo>
                  <a:lnTo>
                    <a:pt x="61340" y="8472"/>
                  </a:lnTo>
                  <a:lnTo>
                    <a:pt x="61236" y="8188"/>
                  </a:lnTo>
                  <a:lnTo>
                    <a:pt x="61132" y="7903"/>
                  </a:lnTo>
                  <a:lnTo>
                    <a:pt x="61008" y="7628"/>
                  </a:lnTo>
                  <a:lnTo>
                    <a:pt x="60895" y="7343"/>
                  </a:lnTo>
                  <a:lnTo>
                    <a:pt x="60762" y="7068"/>
                  </a:lnTo>
                  <a:lnTo>
                    <a:pt x="60629" y="6802"/>
                  </a:lnTo>
                  <a:lnTo>
                    <a:pt x="60487" y="6537"/>
                  </a:lnTo>
                  <a:lnTo>
                    <a:pt x="60335" y="6271"/>
                  </a:lnTo>
                  <a:lnTo>
                    <a:pt x="60183" y="6015"/>
                  </a:lnTo>
                  <a:lnTo>
                    <a:pt x="60022" y="5759"/>
                  </a:lnTo>
                  <a:lnTo>
                    <a:pt x="59861" y="5512"/>
                  </a:lnTo>
                  <a:lnTo>
                    <a:pt x="59690" y="5266"/>
                  </a:lnTo>
                  <a:lnTo>
                    <a:pt x="59509" y="5019"/>
                  </a:lnTo>
                  <a:lnTo>
                    <a:pt x="59329" y="4782"/>
                  </a:lnTo>
                  <a:lnTo>
                    <a:pt x="59140" y="4545"/>
                  </a:lnTo>
                  <a:lnTo>
                    <a:pt x="58950" y="4317"/>
                  </a:lnTo>
                  <a:lnTo>
                    <a:pt x="58751" y="4099"/>
                  </a:lnTo>
                  <a:lnTo>
                    <a:pt x="58542" y="3881"/>
                  </a:lnTo>
                  <a:lnTo>
                    <a:pt x="58333" y="3662"/>
                  </a:lnTo>
                  <a:lnTo>
                    <a:pt x="58124" y="3454"/>
                  </a:lnTo>
                  <a:lnTo>
                    <a:pt x="57906" y="3245"/>
                  </a:lnTo>
                  <a:lnTo>
                    <a:pt x="57679" y="3055"/>
                  </a:lnTo>
                  <a:lnTo>
                    <a:pt x="57451" y="2856"/>
                  </a:lnTo>
                  <a:lnTo>
                    <a:pt x="57214" y="2666"/>
                  </a:lnTo>
                  <a:lnTo>
                    <a:pt x="56977" y="2486"/>
                  </a:lnTo>
                  <a:lnTo>
                    <a:pt x="56739" y="2306"/>
                  </a:lnTo>
                  <a:lnTo>
                    <a:pt x="56493" y="2135"/>
                  </a:lnTo>
                  <a:lnTo>
                    <a:pt x="56237" y="1974"/>
                  </a:lnTo>
                  <a:lnTo>
                    <a:pt x="55980" y="1813"/>
                  </a:lnTo>
                  <a:lnTo>
                    <a:pt x="55724" y="1661"/>
                  </a:lnTo>
                  <a:lnTo>
                    <a:pt x="55459" y="1509"/>
                  </a:lnTo>
                  <a:lnTo>
                    <a:pt x="55193" y="1367"/>
                  </a:lnTo>
                  <a:lnTo>
                    <a:pt x="54927" y="1234"/>
                  </a:lnTo>
                  <a:lnTo>
                    <a:pt x="54652" y="1111"/>
                  </a:lnTo>
                  <a:lnTo>
                    <a:pt x="54377" y="987"/>
                  </a:lnTo>
                  <a:lnTo>
                    <a:pt x="54093" y="873"/>
                  </a:lnTo>
                  <a:lnTo>
                    <a:pt x="53808" y="760"/>
                  </a:lnTo>
                  <a:lnTo>
                    <a:pt x="53523" y="665"/>
                  </a:lnTo>
                  <a:lnTo>
                    <a:pt x="53229" y="570"/>
                  </a:lnTo>
                  <a:lnTo>
                    <a:pt x="52935" y="475"/>
                  </a:lnTo>
                  <a:lnTo>
                    <a:pt x="52641" y="399"/>
                  </a:lnTo>
                  <a:lnTo>
                    <a:pt x="52338" y="323"/>
                  </a:lnTo>
                  <a:lnTo>
                    <a:pt x="52044" y="257"/>
                  </a:lnTo>
                  <a:lnTo>
                    <a:pt x="51740" y="200"/>
                  </a:lnTo>
                  <a:lnTo>
                    <a:pt x="51427" y="143"/>
                  </a:lnTo>
                  <a:lnTo>
                    <a:pt x="51114" y="105"/>
                  </a:lnTo>
                  <a:lnTo>
                    <a:pt x="50810" y="67"/>
                  </a:lnTo>
                  <a:lnTo>
                    <a:pt x="50488" y="39"/>
                  </a:lnTo>
                  <a:lnTo>
                    <a:pt x="50175" y="20"/>
                  </a:lnTo>
                  <a:lnTo>
                    <a:pt x="49862" y="10"/>
                  </a:lnTo>
                  <a:lnTo>
                    <a:pt x="495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7">
              <a:extLst>
                <a:ext uri="{FF2B5EF4-FFF2-40B4-BE49-F238E27FC236}">
                  <a16:creationId xmlns:a16="http://schemas.microsoft.com/office/drawing/2014/main" id="{5D0917F7-1C27-1875-F655-8C5A6B2313EA}"/>
                </a:ext>
              </a:extLst>
            </p:cNvPr>
            <p:cNvSpPr/>
            <p:nvPr/>
          </p:nvSpPr>
          <p:spPr>
            <a:xfrm>
              <a:off x="2211893" y="3741100"/>
              <a:ext cx="536750" cy="287676"/>
            </a:xfrm>
            <a:custGeom>
              <a:avLst/>
              <a:gdLst/>
              <a:ahLst/>
              <a:cxnLst/>
              <a:rect l="l" t="t" r="r" b="b"/>
              <a:pathLst>
                <a:path w="29419" h="16441" extrusionOk="0">
                  <a:moveTo>
                    <a:pt x="14325" y="0"/>
                  </a:moveTo>
                  <a:lnTo>
                    <a:pt x="13955" y="9"/>
                  </a:lnTo>
                  <a:lnTo>
                    <a:pt x="13576" y="28"/>
                  </a:lnTo>
                  <a:lnTo>
                    <a:pt x="13206" y="57"/>
                  </a:lnTo>
                  <a:lnTo>
                    <a:pt x="12836" y="95"/>
                  </a:lnTo>
                  <a:lnTo>
                    <a:pt x="12475" y="142"/>
                  </a:lnTo>
                  <a:lnTo>
                    <a:pt x="12115" y="199"/>
                  </a:lnTo>
                  <a:lnTo>
                    <a:pt x="11754" y="266"/>
                  </a:lnTo>
                  <a:lnTo>
                    <a:pt x="11394" y="342"/>
                  </a:lnTo>
                  <a:lnTo>
                    <a:pt x="11043" y="427"/>
                  </a:lnTo>
                  <a:lnTo>
                    <a:pt x="10692" y="522"/>
                  </a:lnTo>
                  <a:lnTo>
                    <a:pt x="10350" y="626"/>
                  </a:lnTo>
                  <a:lnTo>
                    <a:pt x="10009" y="740"/>
                  </a:lnTo>
                  <a:lnTo>
                    <a:pt x="9667" y="863"/>
                  </a:lnTo>
                  <a:lnTo>
                    <a:pt x="9335" y="987"/>
                  </a:lnTo>
                  <a:lnTo>
                    <a:pt x="9013" y="1129"/>
                  </a:lnTo>
                  <a:lnTo>
                    <a:pt x="8681" y="1271"/>
                  </a:lnTo>
                  <a:lnTo>
                    <a:pt x="8358" y="1423"/>
                  </a:lnTo>
                  <a:lnTo>
                    <a:pt x="8045" y="1584"/>
                  </a:lnTo>
                  <a:lnTo>
                    <a:pt x="7732" y="1755"/>
                  </a:lnTo>
                  <a:lnTo>
                    <a:pt x="7429" y="1935"/>
                  </a:lnTo>
                  <a:lnTo>
                    <a:pt x="7125" y="2116"/>
                  </a:lnTo>
                  <a:lnTo>
                    <a:pt x="6821" y="2315"/>
                  </a:lnTo>
                  <a:lnTo>
                    <a:pt x="6527" y="2514"/>
                  </a:lnTo>
                  <a:lnTo>
                    <a:pt x="6243" y="2713"/>
                  </a:lnTo>
                  <a:lnTo>
                    <a:pt x="5958" y="2931"/>
                  </a:lnTo>
                  <a:lnTo>
                    <a:pt x="5683" y="3150"/>
                  </a:lnTo>
                  <a:lnTo>
                    <a:pt x="5408" y="3377"/>
                  </a:lnTo>
                  <a:lnTo>
                    <a:pt x="5142" y="3605"/>
                  </a:lnTo>
                  <a:lnTo>
                    <a:pt x="4877" y="3842"/>
                  </a:lnTo>
                  <a:lnTo>
                    <a:pt x="4620" y="4089"/>
                  </a:lnTo>
                  <a:lnTo>
                    <a:pt x="4364" y="4345"/>
                  </a:lnTo>
                  <a:lnTo>
                    <a:pt x="4127" y="4601"/>
                  </a:lnTo>
                  <a:lnTo>
                    <a:pt x="3881" y="4857"/>
                  </a:lnTo>
                  <a:lnTo>
                    <a:pt x="3653" y="5132"/>
                  </a:lnTo>
                  <a:lnTo>
                    <a:pt x="3425" y="5407"/>
                  </a:lnTo>
                  <a:lnTo>
                    <a:pt x="3207" y="5682"/>
                  </a:lnTo>
                  <a:lnTo>
                    <a:pt x="2989" y="5967"/>
                  </a:lnTo>
                  <a:lnTo>
                    <a:pt x="2780" y="6252"/>
                  </a:lnTo>
                  <a:lnTo>
                    <a:pt x="2581" y="6546"/>
                  </a:lnTo>
                  <a:lnTo>
                    <a:pt x="2391" y="6849"/>
                  </a:lnTo>
                  <a:lnTo>
                    <a:pt x="2201" y="7153"/>
                  </a:lnTo>
                  <a:lnTo>
                    <a:pt x="2021" y="7456"/>
                  </a:lnTo>
                  <a:lnTo>
                    <a:pt x="1850" y="7770"/>
                  </a:lnTo>
                  <a:lnTo>
                    <a:pt x="1680" y="8092"/>
                  </a:lnTo>
                  <a:lnTo>
                    <a:pt x="1518" y="8405"/>
                  </a:lnTo>
                  <a:lnTo>
                    <a:pt x="1367" y="8737"/>
                  </a:lnTo>
                  <a:lnTo>
                    <a:pt x="1224" y="9060"/>
                  </a:lnTo>
                  <a:lnTo>
                    <a:pt x="1082" y="9392"/>
                  </a:lnTo>
                  <a:lnTo>
                    <a:pt x="959" y="9733"/>
                  </a:lnTo>
                  <a:lnTo>
                    <a:pt x="835" y="10065"/>
                  </a:lnTo>
                  <a:lnTo>
                    <a:pt x="721" y="10407"/>
                  </a:lnTo>
                  <a:lnTo>
                    <a:pt x="617" y="10758"/>
                  </a:lnTo>
                  <a:lnTo>
                    <a:pt x="513" y="11099"/>
                  </a:lnTo>
                  <a:lnTo>
                    <a:pt x="427" y="11450"/>
                  </a:lnTo>
                  <a:lnTo>
                    <a:pt x="342" y="11801"/>
                  </a:lnTo>
                  <a:lnTo>
                    <a:pt x="276" y="12162"/>
                  </a:lnTo>
                  <a:lnTo>
                    <a:pt x="209" y="12522"/>
                  </a:lnTo>
                  <a:lnTo>
                    <a:pt x="152" y="12883"/>
                  </a:lnTo>
                  <a:lnTo>
                    <a:pt x="105" y="13243"/>
                  </a:lnTo>
                  <a:lnTo>
                    <a:pt x="67" y="13604"/>
                  </a:lnTo>
                  <a:lnTo>
                    <a:pt x="38" y="13974"/>
                  </a:lnTo>
                  <a:lnTo>
                    <a:pt x="19" y="14344"/>
                  </a:lnTo>
                  <a:lnTo>
                    <a:pt x="1" y="14704"/>
                  </a:lnTo>
                  <a:lnTo>
                    <a:pt x="10" y="14922"/>
                  </a:lnTo>
                  <a:lnTo>
                    <a:pt x="38" y="15112"/>
                  </a:lnTo>
                  <a:lnTo>
                    <a:pt x="86" y="15302"/>
                  </a:lnTo>
                  <a:lnTo>
                    <a:pt x="143" y="15463"/>
                  </a:lnTo>
                  <a:lnTo>
                    <a:pt x="219" y="15624"/>
                  </a:lnTo>
                  <a:lnTo>
                    <a:pt x="314" y="15767"/>
                  </a:lnTo>
                  <a:lnTo>
                    <a:pt x="418" y="15890"/>
                  </a:lnTo>
                  <a:lnTo>
                    <a:pt x="541" y="16013"/>
                  </a:lnTo>
                  <a:lnTo>
                    <a:pt x="674" y="16108"/>
                  </a:lnTo>
                  <a:lnTo>
                    <a:pt x="807" y="16203"/>
                  </a:lnTo>
                  <a:lnTo>
                    <a:pt x="959" y="16270"/>
                  </a:lnTo>
                  <a:lnTo>
                    <a:pt x="1110" y="16336"/>
                  </a:lnTo>
                  <a:lnTo>
                    <a:pt x="1272" y="16383"/>
                  </a:lnTo>
                  <a:lnTo>
                    <a:pt x="1433" y="16412"/>
                  </a:lnTo>
                  <a:lnTo>
                    <a:pt x="1594" y="16440"/>
                  </a:lnTo>
                  <a:lnTo>
                    <a:pt x="1936" y="16440"/>
                  </a:lnTo>
                  <a:lnTo>
                    <a:pt x="2097" y="16412"/>
                  </a:lnTo>
                  <a:lnTo>
                    <a:pt x="2268" y="16383"/>
                  </a:lnTo>
                  <a:lnTo>
                    <a:pt x="2429" y="16336"/>
                  </a:lnTo>
                  <a:lnTo>
                    <a:pt x="2581" y="16270"/>
                  </a:lnTo>
                  <a:lnTo>
                    <a:pt x="2733" y="16194"/>
                  </a:lnTo>
                  <a:lnTo>
                    <a:pt x="2875" y="16108"/>
                  </a:lnTo>
                  <a:lnTo>
                    <a:pt x="3008" y="16004"/>
                  </a:lnTo>
                  <a:lnTo>
                    <a:pt x="3131" y="15890"/>
                  </a:lnTo>
                  <a:lnTo>
                    <a:pt x="3235" y="15767"/>
                  </a:lnTo>
                  <a:lnTo>
                    <a:pt x="3340" y="15624"/>
                  </a:lnTo>
                  <a:lnTo>
                    <a:pt x="3425" y="15463"/>
                  </a:lnTo>
                  <a:lnTo>
                    <a:pt x="3492" y="15302"/>
                  </a:lnTo>
                  <a:lnTo>
                    <a:pt x="3539" y="15112"/>
                  </a:lnTo>
                  <a:lnTo>
                    <a:pt x="3577" y="14922"/>
                  </a:lnTo>
                  <a:lnTo>
                    <a:pt x="3586" y="14704"/>
                  </a:lnTo>
                  <a:lnTo>
                    <a:pt x="3596" y="14420"/>
                  </a:lnTo>
                  <a:lnTo>
                    <a:pt x="3615" y="14135"/>
                  </a:lnTo>
                  <a:lnTo>
                    <a:pt x="3634" y="13850"/>
                  </a:lnTo>
                  <a:lnTo>
                    <a:pt x="3672" y="13575"/>
                  </a:lnTo>
                  <a:lnTo>
                    <a:pt x="3700" y="13291"/>
                  </a:lnTo>
                  <a:lnTo>
                    <a:pt x="3748" y="13016"/>
                  </a:lnTo>
                  <a:lnTo>
                    <a:pt x="3795" y="12741"/>
                  </a:lnTo>
                  <a:lnTo>
                    <a:pt x="3852" y="12465"/>
                  </a:lnTo>
                  <a:lnTo>
                    <a:pt x="3909" y="12200"/>
                  </a:lnTo>
                  <a:lnTo>
                    <a:pt x="3975" y="11934"/>
                  </a:lnTo>
                  <a:lnTo>
                    <a:pt x="4051" y="11669"/>
                  </a:lnTo>
                  <a:lnTo>
                    <a:pt x="4137" y="11412"/>
                  </a:lnTo>
                  <a:lnTo>
                    <a:pt x="4222" y="11147"/>
                  </a:lnTo>
                  <a:lnTo>
                    <a:pt x="4307" y="10891"/>
                  </a:lnTo>
                  <a:lnTo>
                    <a:pt x="4412" y="10644"/>
                  </a:lnTo>
                  <a:lnTo>
                    <a:pt x="4516" y="10397"/>
                  </a:lnTo>
                  <a:lnTo>
                    <a:pt x="4620" y="10151"/>
                  </a:lnTo>
                  <a:lnTo>
                    <a:pt x="4734" y="9904"/>
                  </a:lnTo>
                  <a:lnTo>
                    <a:pt x="4858" y="9667"/>
                  </a:lnTo>
                  <a:lnTo>
                    <a:pt x="4981" y="9430"/>
                  </a:lnTo>
                  <a:lnTo>
                    <a:pt x="5114" y="9193"/>
                  </a:lnTo>
                  <a:lnTo>
                    <a:pt x="5247" y="8965"/>
                  </a:lnTo>
                  <a:lnTo>
                    <a:pt x="5389" y="8737"/>
                  </a:lnTo>
                  <a:lnTo>
                    <a:pt x="5541" y="8519"/>
                  </a:lnTo>
                  <a:lnTo>
                    <a:pt x="5692" y="8301"/>
                  </a:lnTo>
                  <a:lnTo>
                    <a:pt x="5844" y="8083"/>
                  </a:lnTo>
                  <a:lnTo>
                    <a:pt x="6006" y="7874"/>
                  </a:lnTo>
                  <a:lnTo>
                    <a:pt x="6176" y="7665"/>
                  </a:lnTo>
                  <a:lnTo>
                    <a:pt x="6347" y="7466"/>
                  </a:lnTo>
                  <a:lnTo>
                    <a:pt x="6518" y="7267"/>
                  </a:lnTo>
                  <a:lnTo>
                    <a:pt x="6698" y="7077"/>
                  </a:lnTo>
                  <a:lnTo>
                    <a:pt x="6888" y="6887"/>
                  </a:lnTo>
                  <a:lnTo>
                    <a:pt x="7078" y="6698"/>
                  </a:lnTo>
                  <a:lnTo>
                    <a:pt x="7267" y="6517"/>
                  </a:lnTo>
                  <a:lnTo>
                    <a:pt x="7466" y="6347"/>
                  </a:lnTo>
                  <a:lnTo>
                    <a:pt x="7666" y="6176"/>
                  </a:lnTo>
                  <a:lnTo>
                    <a:pt x="7874" y="6005"/>
                  </a:lnTo>
                  <a:lnTo>
                    <a:pt x="8083" y="5844"/>
                  </a:lnTo>
                  <a:lnTo>
                    <a:pt x="8301" y="5692"/>
                  </a:lnTo>
                  <a:lnTo>
                    <a:pt x="8519" y="5540"/>
                  </a:lnTo>
                  <a:lnTo>
                    <a:pt x="8738" y="5388"/>
                  </a:lnTo>
                  <a:lnTo>
                    <a:pt x="8965" y="5246"/>
                  </a:lnTo>
                  <a:lnTo>
                    <a:pt x="9193" y="5113"/>
                  </a:lnTo>
                  <a:lnTo>
                    <a:pt x="9430" y="4980"/>
                  </a:lnTo>
                  <a:lnTo>
                    <a:pt x="9667" y="4857"/>
                  </a:lnTo>
                  <a:lnTo>
                    <a:pt x="9905" y="4734"/>
                  </a:lnTo>
                  <a:lnTo>
                    <a:pt x="10151" y="4620"/>
                  </a:lnTo>
                  <a:lnTo>
                    <a:pt x="10398" y="4516"/>
                  </a:lnTo>
                  <a:lnTo>
                    <a:pt x="10644" y="4411"/>
                  </a:lnTo>
                  <a:lnTo>
                    <a:pt x="10891" y="4307"/>
                  </a:lnTo>
                  <a:lnTo>
                    <a:pt x="11147" y="4222"/>
                  </a:lnTo>
                  <a:lnTo>
                    <a:pt x="11413" y="4136"/>
                  </a:lnTo>
                  <a:lnTo>
                    <a:pt x="11669" y="4051"/>
                  </a:lnTo>
                  <a:lnTo>
                    <a:pt x="11935" y="3975"/>
                  </a:lnTo>
                  <a:lnTo>
                    <a:pt x="12200" y="3908"/>
                  </a:lnTo>
                  <a:lnTo>
                    <a:pt x="12466" y="3852"/>
                  </a:lnTo>
                  <a:lnTo>
                    <a:pt x="12741" y="3795"/>
                  </a:lnTo>
                  <a:lnTo>
                    <a:pt x="13016" y="3747"/>
                  </a:lnTo>
                  <a:lnTo>
                    <a:pt x="13291" y="3700"/>
                  </a:lnTo>
                  <a:lnTo>
                    <a:pt x="13576" y="3671"/>
                  </a:lnTo>
                  <a:lnTo>
                    <a:pt x="13851" y="3633"/>
                  </a:lnTo>
                  <a:lnTo>
                    <a:pt x="14136" y="3614"/>
                  </a:lnTo>
                  <a:lnTo>
                    <a:pt x="14420" y="3595"/>
                  </a:lnTo>
                  <a:lnTo>
                    <a:pt x="14705" y="3586"/>
                  </a:lnTo>
                  <a:lnTo>
                    <a:pt x="14999" y="3586"/>
                  </a:lnTo>
                  <a:lnTo>
                    <a:pt x="15283" y="3595"/>
                  </a:lnTo>
                  <a:lnTo>
                    <a:pt x="15568" y="3605"/>
                  </a:lnTo>
                  <a:lnTo>
                    <a:pt x="15843" y="3633"/>
                  </a:lnTo>
                  <a:lnTo>
                    <a:pt x="16128" y="3662"/>
                  </a:lnTo>
                  <a:lnTo>
                    <a:pt x="16403" y="3700"/>
                  </a:lnTo>
                  <a:lnTo>
                    <a:pt x="16678" y="3738"/>
                  </a:lnTo>
                  <a:lnTo>
                    <a:pt x="16944" y="3785"/>
                  </a:lnTo>
                  <a:lnTo>
                    <a:pt x="17219" y="3852"/>
                  </a:lnTo>
                  <a:lnTo>
                    <a:pt x="17484" y="3908"/>
                  </a:lnTo>
                  <a:lnTo>
                    <a:pt x="17750" y="3984"/>
                  </a:lnTo>
                  <a:lnTo>
                    <a:pt x="18006" y="4060"/>
                  </a:lnTo>
                  <a:lnTo>
                    <a:pt x="18272" y="4146"/>
                  </a:lnTo>
                  <a:lnTo>
                    <a:pt x="18528" y="4241"/>
                  </a:lnTo>
                  <a:lnTo>
                    <a:pt x="18775" y="4335"/>
                  </a:lnTo>
                  <a:lnTo>
                    <a:pt x="19021" y="4440"/>
                  </a:lnTo>
                  <a:lnTo>
                    <a:pt x="19268" y="4544"/>
                  </a:lnTo>
                  <a:lnTo>
                    <a:pt x="19514" y="4667"/>
                  </a:lnTo>
                  <a:lnTo>
                    <a:pt x="19752" y="4791"/>
                  </a:lnTo>
                  <a:lnTo>
                    <a:pt x="19989" y="4914"/>
                  </a:lnTo>
                  <a:lnTo>
                    <a:pt x="20226" y="5047"/>
                  </a:lnTo>
                  <a:lnTo>
                    <a:pt x="20454" y="5189"/>
                  </a:lnTo>
                  <a:lnTo>
                    <a:pt x="20681" y="5331"/>
                  </a:lnTo>
                  <a:lnTo>
                    <a:pt x="20900" y="5483"/>
                  </a:lnTo>
                  <a:lnTo>
                    <a:pt x="21118" y="5635"/>
                  </a:lnTo>
                  <a:lnTo>
                    <a:pt x="21336" y="5796"/>
                  </a:lnTo>
                  <a:lnTo>
                    <a:pt x="21545" y="5967"/>
                  </a:lnTo>
                  <a:lnTo>
                    <a:pt x="21753" y="6138"/>
                  </a:lnTo>
                  <a:lnTo>
                    <a:pt x="21953" y="6309"/>
                  </a:lnTo>
                  <a:lnTo>
                    <a:pt x="22152" y="6489"/>
                  </a:lnTo>
                  <a:lnTo>
                    <a:pt x="22341" y="6679"/>
                  </a:lnTo>
                  <a:lnTo>
                    <a:pt x="22531" y="6868"/>
                  </a:lnTo>
                  <a:lnTo>
                    <a:pt x="22721" y="7058"/>
                  </a:lnTo>
                  <a:lnTo>
                    <a:pt x="22901" y="7257"/>
                  </a:lnTo>
                  <a:lnTo>
                    <a:pt x="23072" y="7456"/>
                  </a:lnTo>
                  <a:lnTo>
                    <a:pt x="23243" y="7665"/>
                  </a:lnTo>
                  <a:lnTo>
                    <a:pt x="23413" y="7874"/>
                  </a:lnTo>
                  <a:lnTo>
                    <a:pt x="23575" y="8092"/>
                  </a:lnTo>
                  <a:lnTo>
                    <a:pt x="23727" y="8310"/>
                  </a:lnTo>
                  <a:lnTo>
                    <a:pt x="23878" y="8538"/>
                  </a:lnTo>
                  <a:lnTo>
                    <a:pt x="24030" y="8756"/>
                  </a:lnTo>
                  <a:lnTo>
                    <a:pt x="24172" y="8993"/>
                  </a:lnTo>
                  <a:lnTo>
                    <a:pt x="24305" y="9221"/>
                  </a:lnTo>
                  <a:lnTo>
                    <a:pt x="24438" y="9458"/>
                  </a:lnTo>
                  <a:lnTo>
                    <a:pt x="24561" y="9695"/>
                  </a:lnTo>
                  <a:lnTo>
                    <a:pt x="24685" y="9942"/>
                  </a:lnTo>
                  <a:lnTo>
                    <a:pt x="24799" y="10189"/>
                  </a:lnTo>
                  <a:lnTo>
                    <a:pt x="24912" y="10435"/>
                  </a:lnTo>
                  <a:lnTo>
                    <a:pt x="25007" y="10682"/>
                  </a:lnTo>
                  <a:lnTo>
                    <a:pt x="25112" y="10938"/>
                  </a:lnTo>
                  <a:lnTo>
                    <a:pt x="25197" y="11194"/>
                  </a:lnTo>
                  <a:lnTo>
                    <a:pt x="25282" y="11450"/>
                  </a:lnTo>
                  <a:lnTo>
                    <a:pt x="25368" y="11716"/>
                  </a:lnTo>
                  <a:lnTo>
                    <a:pt x="25444" y="11982"/>
                  </a:lnTo>
                  <a:lnTo>
                    <a:pt x="25510" y="12247"/>
                  </a:lnTo>
                  <a:lnTo>
                    <a:pt x="25567" y="12513"/>
                  </a:lnTo>
                  <a:lnTo>
                    <a:pt x="25624" y="12778"/>
                  </a:lnTo>
                  <a:lnTo>
                    <a:pt x="25671" y="13054"/>
                  </a:lnTo>
                  <a:lnTo>
                    <a:pt x="25719" y="13319"/>
                  </a:lnTo>
                  <a:lnTo>
                    <a:pt x="25747" y="13594"/>
                  </a:lnTo>
                  <a:lnTo>
                    <a:pt x="25785" y="13869"/>
                  </a:lnTo>
                  <a:lnTo>
                    <a:pt x="25804" y="14154"/>
                  </a:lnTo>
                  <a:lnTo>
                    <a:pt x="25823" y="14429"/>
                  </a:lnTo>
                  <a:lnTo>
                    <a:pt x="25823" y="14704"/>
                  </a:lnTo>
                  <a:lnTo>
                    <a:pt x="25842" y="14922"/>
                  </a:lnTo>
                  <a:lnTo>
                    <a:pt x="25880" y="15112"/>
                  </a:lnTo>
                  <a:lnTo>
                    <a:pt x="25927" y="15302"/>
                  </a:lnTo>
                  <a:lnTo>
                    <a:pt x="25994" y="15463"/>
                  </a:lnTo>
                  <a:lnTo>
                    <a:pt x="26079" y="15624"/>
                  </a:lnTo>
                  <a:lnTo>
                    <a:pt x="26174" y="15767"/>
                  </a:lnTo>
                  <a:lnTo>
                    <a:pt x="26288" y="15890"/>
                  </a:lnTo>
                  <a:lnTo>
                    <a:pt x="26411" y="16004"/>
                  </a:lnTo>
                  <a:lnTo>
                    <a:pt x="26544" y="16108"/>
                  </a:lnTo>
                  <a:lnTo>
                    <a:pt x="26686" y="16194"/>
                  </a:lnTo>
                  <a:lnTo>
                    <a:pt x="26838" y="16270"/>
                  </a:lnTo>
                  <a:lnTo>
                    <a:pt x="26990" y="16336"/>
                  </a:lnTo>
                  <a:lnTo>
                    <a:pt x="27151" y="16383"/>
                  </a:lnTo>
                  <a:lnTo>
                    <a:pt x="27322" y="16412"/>
                  </a:lnTo>
                  <a:lnTo>
                    <a:pt x="27483" y="16440"/>
                  </a:lnTo>
                  <a:lnTo>
                    <a:pt x="27825" y="16440"/>
                  </a:lnTo>
                  <a:lnTo>
                    <a:pt x="27986" y="16412"/>
                  </a:lnTo>
                  <a:lnTo>
                    <a:pt x="28147" y="16383"/>
                  </a:lnTo>
                  <a:lnTo>
                    <a:pt x="28309" y="16336"/>
                  </a:lnTo>
                  <a:lnTo>
                    <a:pt x="28460" y="16270"/>
                  </a:lnTo>
                  <a:lnTo>
                    <a:pt x="28612" y="16203"/>
                  </a:lnTo>
                  <a:lnTo>
                    <a:pt x="28745" y="16108"/>
                  </a:lnTo>
                  <a:lnTo>
                    <a:pt x="28878" y="16013"/>
                  </a:lnTo>
                  <a:lnTo>
                    <a:pt x="29001" y="15890"/>
                  </a:lnTo>
                  <a:lnTo>
                    <a:pt x="29105" y="15767"/>
                  </a:lnTo>
                  <a:lnTo>
                    <a:pt x="29200" y="15624"/>
                  </a:lnTo>
                  <a:lnTo>
                    <a:pt x="29276" y="15463"/>
                  </a:lnTo>
                  <a:lnTo>
                    <a:pt x="29333" y="15302"/>
                  </a:lnTo>
                  <a:lnTo>
                    <a:pt x="29381" y="15112"/>
                  </a:lnTo>
                  <a:lnTo>
                    <a:pt x="29409" y="14922"/>
                  </a:lnTo>
                  <a:lnTo>
                    <a:pt x="29418" y="14704"/>
                  </a:lnTo>
                  <a:lnTo>
                    <a:pt x="29400" y="14325"/>
                  </a:lnTo>
                  <a:lnTo>
                    <a:pt x="29381" y="13955"/>
                  </a:lnTo>
                  <a:lnTo>
                    <a:pt x="29352" y="13575"/>
                  </a:lnTo>
                  <a:lnTo>
                    <a:pt x="29314" y="13205"/>
                  </a:lnTo>
                  <a:lnTo>
                    <a:pt x="29267" y="12835"/>
                  </a:lnTo>
                  <a:lnTo>
                    <a:pt x="29210" y="12475"/>
                  </a:lnTo>
                  <a:lnTo>
                    <a:pt x="29143" y="12114"/>
                  </a:lnTo>
                  <a:lnTo>
                    <a:pt x="29067" y="11754"/>
                  </a:lnTo>
                  <a:lnTo>
                    <a:pt x="28992" y="11393"/>
                  </a:lnTo>
                  <a:lnTo>
                    <a:pt x="28897" y="11042"/>
                  </a:lnTo>
                  <a:lnTo>
                    <a:pt x="28802" y="10691"/>
                  </a:lnTo>
                  <a:lnTo>
                    <a:pt x="28697" y="10350"/>
                  </a:lnTo>
                  <a:lnTo>
                    <a:pt x="28584" y="10008"/>
                  </a:lnTo>
                  <a:lnTo>
                    <a:pt x="28460" y="9667"/>
                  </a:lnTo>
                  <a:lnTo>
                    <a:pt x="28328" y="9335"/>
                  </a:lnTo>
                  <a:lnTo>
                    <a:pt x="28195" y="9012"/>
                  </a:lnTo>
                  <a:lnTo>
                    <a:pt x="28052" y="8680"/>
                  </a:lnTo>
                  <a:lnTo>
                    <a:pt x="27901" y="8358"/>
                  </a:lnTo>
                  <a:lnTo>
                    <a:pt x="27739" y="8045"/>
                  </a:lnTo>
                  <a:lnTo>
                    <a:pt x="27569" y="7732"/>
                  </a:lnTo>
                  <a:lnTo>
                    <a:pt x="27398" y="7428"/>
                  </a:lnTo>
                  <a:lnTo>
                    <a:pt x="27218" y="7124"/>
                  </a:lnTo>
                  <a:lnTo>
                    <a:pt x="27028" y="6821"/>
                  </a:lnTo>
                  <a:lnTo>
                    <a:pt x="26838" y="6527"/>
                  </a:lnTo>
                  <a:lnTo>
                    <a:pt x="26629" y="6242"/>
                  </a:lnTo>
                  <a:lnTo>
                    <a:pt x="26430" y="5958"/>
                  </a:lnTo>
                  <a:lnTo>
                    <a:pt x="26212" y="5682"/>
                  </a:lnTo>
                  <a:lnTo>
                    <a:pt x="25994" y="5407"/>
                  </a:lnTo>
                  <a:lnTo>
                    <a:pt x="25766" y="5142"/>
                  </a:lnTo>
                  <a:lnTo>
                    <a:pt x="25529" y="4876"/>
                  </a:lnTo>
                  <a:lnTo>
                    <a:pt x="25292" y="4620"/>
                  </a:lnTo>
                  <a:lnTo>
                    <a:pt x="25045" y="4373"/>
                  </a:lnTo>
                  <a:lnTo>
                    <a:pt x="24799" y="4127"/>
                  </a:lnTo>
                  <a:lnTo>
                    <a:pt x="24542" y="3890"/>
                  </a:lnTo>
                  <a:lnTo>
                    <a:pt x="24277" y="3652"/>
                  </a:lnTo>
                  <a:lnTo>
                    <a:pt x="24011" y="3425"/>
                  </a:lnTo>
                  <a:lnTo>
                    <a:pt x="23736" y="3206"/>
                  </a:lnTo>
                  <a:lnTo>
                    <a:pt x="23461" y="2988"/>
                  </a:lnTo>
                  <a:lnTo>
                    <a:pt x="23176" y="2789"/>
                  </a:lnTo>
                  <a:lnTo>
                    <a:pt x="22892" y="2580"/>
                  </a:lnTo>
                  <a:lnTo>
                    <a:pt x="22598" y="2391"/>
                  </a:lnTo>
                  <a:lnTo>
                    <a:pt x="22294" y="2201"/>
                  </a:lnTo>
                  <a:lnTo>
                    <a:pt x="21990" y="2021"/>
                  </a:lnTo>
                  <a:lnTo>
                    <a:pt x="21687" y="1850"/>
                  </a:lnTo>
                  <a:lnTo>
                    <a:pt x="21374" y="1679"/>
                  </a:lnTo>
                  <a:lnTo>
                    <a:pt x="21061" y="1518"/>
                  </a:lnTo>
                  <a:lnTo>
                    <a:pt x="20738" y="1366"/>
                  </a:lnTo>
                  <a:lnTo>
                    <a:pt x="20406" y="1224"/>
                  </a:lnTo>
                  <a:lnTo>
                    <a:pt x="20084" y="1091"/>
                  </a:lnTo>
                  <a:lnTo>
                    <a:pt x="19742" y="958"/>
                  </a:lnTo>
                  <a:lnTo>
                    <a:pt x="19410" y="835"/>
                  </a:lnTo>
                  <a:lnTo>
                    <a:pt x="19069" y="721"/>
                  </a:lnTo>
                  <a:lnTo>
                    <a:pt x="18718" y="617"/>
                  </a:lnTo>
                  <a:lnTo>
                    <a:pt x="18376" y="522"/>
                  </a:lnTo>
                  <a:lnTo>
                    <a:pt x="18025" y="427"/>
                  </a:lnTo>
                  <a:lnTo>
                    <a:pt x="17665" y="351"/>
                  </a:lnTo>
                  <a:lnTo>
                    <a:pt x="17304" y="275"/>
                  </a:lnTo>
                  <a:lnTo>
                    <a:pt x="16944" y="209"/>
                  </a:lnTo>
                  <a:lnTo>
                    <a:pt x="16583" y="152"/>
                  </a:lnTo>
                  <a:lnTo>
                    <a:pt x="16213" y="104"/>
                  </a:lnTo>
                  <a:lnTo>
                    <a:pt x="15843" y="66"/>
                  </a:lnTo>
                  <a:lnTo>
                    <a:pt x="15464" y="38"/>
                  </a:lnTo>
                  <a:lnTo>
                    <a:pt x="15084" y="19"/>
                  </a:lnTo>
                  <a:lnTo>
                    <a:pt x="1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7">
              <a:extLst>
                <a:ext uri="{FF2B5EF4-FFF2-40B4-BE49-F238E27FC236}">
                  <a16:creationId xmlns:a16="http://schemas.microsoft.com/office/drawing/2014/main" id="{D721139A-A9DE-7A29-848C-187451C7B890}"/>
                </a:ext>
              </a:extLst>
            </p:cNvPr>
            <p:cNvSpPr/>
            <p:nvPr/>
          </p:nvSpPr>
          <p:spPr>
            <a:xfrm>
              <a:off x="2222968" y="4097974"/>
              <a:ext cx="514600" cy="493499"/>
            </a:xfrm>
            <a:custGeom>
              <a:avLst/>
              <a:gdLst/>
              <a:ahLst/>
              <a:cxnLst/>
              <a:rect l="l" t="t" r="r" b="b"/>
              <a:pathLst>
                <a:path w="28205" h="28204" extrusionOk="0">
                  <a:moveTo>
                    <a:pt x="7343" y="0"/>
                  </a:moveTo>
                  <a:lnTo>
                    <a:pt x="7343" y="7343"/>
                  </a:lnTo>
                  <a:lnTo>
                    <a:pt x="1" y="7343"/>
                  </a:lnTo>
                  <a:lnTo>
                    <a:pt x="1" y="20861"/>
                  </a:lnTo>
                  <a:lnTo>
                    <a:pt x="7343" y="20861"/>
                  </a:lnTo>
                  <a:lnTo>
                    <a:pt x="7343" y="28204"/>
                  </a:lnTo>
                  <a:lnTo>
                    <a:pt x="20862" y="28204"/>
                  </a:lnTo>
                  <a:lnTo>
                    <a:pt x="20862" y="20861"/>
                  </a:lnTo>
                  <a:lnTo>
                    <a:pt x="28204" y="20861"/>
                  </a:lnTo>
                  <a:lnTo>
                    <a:pt x="28204" y="7343"/>
                  </a:lnTo>
                  <a:lnTo>
                    <a:pt x="20862" y="7343"/>
                  </a:lnTo>
                  <a:lnTo>
                    <a:pt x="20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7">
              <a:extLst>
                <a:ext uri="{FF2B5EF4-FFF2-40B4-BE49-F238E27FC236}">
                  <a16:creationId xmlns:a16="http://schemas.microsoft.com/office/drawing/2014/main" id="{C3AFD1A2-D035-7643-41DF-4D7491B30071}"/>
                </a:ext>
              </a:extLst>
            </p:cNvPr>
            <p:cNvSpPr/>
            <p:nvPr/>
          </p:nvSpPr>
          <p:spPr>
            <a:xfrm>
              <a:off x="2395872" y="4342971"/>
              <a:ext cx="168784" cy="84845"/>
            </a:xfrm>
            <a:custGeom>
              <a:avLst/>
              <a:gdLst/>
              <a:ahLst/>
              <a:cxnLst/>
              <a:rect l="l" t="t" r="r" b="b"/>
              <a:pathLst>
                <a:path w="9251" h="4849" extrusionOk="0">
                  <a:moveTo>
                    <a:pt x="2866" y="0"/>
                  </a:moveTo>
                  <a:lnTo>
                    <a:pt x="2714" y="10"/>
                  </a:lnTo>
                  <a:lnTo>
                    <a:pt x="2562" y="29"/>
                  </a:lnTo>
                  <a:lnTo>
                    <a:pt x="2410" y="48"/>
                  </a:lnTo>
                  <a:lnTo>
                    <a:pt x="2268" y="76"/>
                  </a:lnTo>
                  <a:lnTo>
                    <a:pt x="2126" y="114"/>
                  </a:lnTo>
                  <a:lnTo>
                    <a:pt x="1983" y="152"/>
                  </a:lnTo>
                  <a:lnTo>
                    <a:pt x="1851" y="190"/>
                  </a:lnTo>
                  <a:lnTo>
                    <a:pt x="1708" y="238"/>
                  </a:lnTo>
                  <a:lnTo>
                    <a:pt x="1585" y="295"/>
                  </a:lnTo>
                  <a:lnTo>
                    <a:pt x="1452" y="351"/>
                  </a:lnTo>
                  <a:lnTo>
                    <a:pt x="1329" y="418"/>
                  </a:lnTo>
                  <a:lnTo>
                    <a:pt x="1215" y="484"/>
                  </a:lnTo>
                  <a:lnTo>
                    <a:pt x="1101" y="560"/>
                  </a:lnTo>
                  <a:lnTo>
                    <a:pt x="987" y="636"/>
                  </a:lnTo>
                  <a:lnTo>
                    <a:pt x="883" y="712"/>
                  </a:lnTo>
                  <a:lnTo>
                    <a:pt x="788" y="797"/>
                  </a:lnTo>
                  <a:lnTo>
                    <a:pt x="693" y="883"/>
                  </a:lnTo>
                  <a:lnTo>
                    <a:pt x="598" y="978"/>
                  </a:lnTo>
                  <a:lnTo>
                    <a:pt x="513" y="1072"/>
                  </a:lnTo>
                  <a:lnTo>
                    <a:pt x="437" y="1167"/>
                  </a:lnTo>
                  <a:lnTo>
                    <a:pt x="361" y="1272"/>
                  </a:lnTo>
                  <a:lnTo>
                    <a:pt x="295" y="1376"/>
                  </a:lnTo>
                  <a:lnTo>
                    <a:pt x="238" y="1480"/>
                  </a:lnTo>
                  <a:lnTo>
                    <a:pt x="181" y="1594"/>
                  </a:lnTo>
                  <a:lnTo>
                    <a:pt x="134" y="1708"/>
                  </a:lnTo>
                  <a:lnTo>
                    <a:pt x="96" y="1822"/>
                  </a:lnTo>
                  <a:lnTo>
                    <a:pt x="58" y="1936"/>
                  </a:lnTo>
                  <a:lnTo>
                    <a:pt x="29" y="2059"/>
                  </a:lnTo>
                  <a:lnTo>
                    <a:pt x="10" y="2182"/>
                  </a:lnTo>
                  <a:lnTo>
                    <a:pt x="1" y="2296"/>
                  </a:lnTo>
                  <a:lnTo>
                    <a:pt x="1" y="2429"/>
                  </a:lnTo>
                  <a:lnTo>
                    <a:pt x="1" y="2552"/>
                  </a:lnTo>
                  <a:lnTo>
                    <a:pt x="10" y="2676"/>
                  </a:lnTo>
                  <a:lnTo>
                    <a:pt x="29" y="2790"/>
                  </a:lnTo>
                  <a:lnTo>
                    <a:pt x="58" y="2913"/>
                  </a:lnTo>
                  <a:lnTo>
                    <a:pt x="96" y="3027"/>
                  </a:lnTo>
                  <a:lnTo>
                    <a:pt x="134" y="3141"/>
                  </a:lnTo>
                  <a:lnTo>
                    <a:pt x="181" y="3254"/>
                  </a:lnTo>
                  <a:lnTo>
                    <a:pt x="238" y="3368"/>
                  </a:lnTo>
                  <a:lnTo>
                    <a:pt x="295" y="3473"/>
                  </a:lnTo>
                  <a:lnTo>
                    <a:pt x="361" y="3577"/>
                  </a:lnTo>
                  <a:lnTo>
                    <a:pt x="437" y="3681"/>
                  </a:lnTo>
                  <a:lnTo>
                    <a:pt x="513" y="3776"/>
                  </a:lnTo>
                  <a:lnTo>
                    <a:pt x="598" y="3871"/>
                  </a:lnTo>
                  <a:lnTo>
                    <a:pt x="693" y="3966"/>
                  </a:lnTo>
                  <a:lnTo>
                    <a:pt x="788" y="4051"/>
                  </a:lnTo>
                  <a:lnTo>
                    <a:pt x="883" y="4137"/>
                  </a:lnTo>
                  <a:lnTo>
                    <a:pt x="987" y="4213"/>
                  </a:lnTo>
                  <a:lnTo>
                    <a:pt x="1101" y="4298"/>
                  </a:lnTo>
                  <a:lnTo>
                    <a:pt x="1215" y="4364"/>
                  </a:lnTo>
                  <a:lnTo>
                    <a:pt x="1329" y="4431"/>
                  </a:lnTo>
                  <a:lnTo>
                    <a:pt x="1452" y="4497"/>
                  </a:lnTo>
                  <a:lnTo>
                    <a:pt x="1585" y="4554"/>
                  </a:lnTo>
                  <a:lnTo>
                    <a:pt x="1708" y="4611"/>
                  </a:lnTo>
                  <a:lnTo>
                    <a:pt x="1851" y="4658"/>
                  </a:lnTo>
                  <a:lnTo>
                    <a:pt x="1983" y="4696"/>
                  </a:lnTo>
                  <a:lnTo>
                    <a:pt x="2126" y="4744"/>
                  </a:lnTo>
                  <a:lnTo>
                    <a:pt x="2268" y="4772"/>
                  </a:lnTo>
                  <a:lnTo>
                    <a:pt x="2410" y="4801"/>
                  </a:lnTo>
                  <a:lnTo>
                    <a:pt x="2562" y="4820"/>
                  </a:lnTo>
                  <a:lnTo>
                    <a:pt x="2714" y="4839"/>
                  </a:lnTo>
                  <a:lnTo>
                    <a:pt x="2866" y="4848"/>
                  </a:lnTo>
                  <a:lnTo>
                    <a:pt x="6385" y="4848"/>
                  </a:lnTo>
                  <a:lnTo>
                    <a:pt x="6537" y="4839"/>
                  </a:lnTo>
                  <a:lnTo>
                    <a:pt x="6689" y="4820"/>
                  </a:lnTo>
                  <a:lnTo>
                    <a:pt x="6841" y="4801"/>
                  </a:lnTo>
                  <a:lnTo>
                    <a:pt x="6983" y="4772"/>
                  </a:lnTo>
                  <a:lnTo>
                    <a:pt x="7125" y="4744"/>
                  </a:lnTo>
                  <a:lnTo>
                    <a:pt x="7268" y="4696"/>
                  </a:lnTo>
                  <a:lnTo>
                    <a:pt x="7400" y="4658"/>
                  </a:lnTo>
                  <a:lnTo>
                    <a:pt x="7533" y="4611"/>
                  </a:lnTo>
                  <a:lnTo>
                    <a:pt x="7666" y="4554"/>
                  </a:lnTo>
                  <a:lnTo>
                    <a:pt x="7799" y="4497"/>
                  </a:lnTo>
                  <a:lnTo>
                    <a:pt x="7913" y="4431"/>
                  </a:lnTo>
                  <a:lnTo>
                    <a:pt x="8036" y="4364"/>
                  </a:lnTo>
                  <a:lnTo>
                    <a:pt x="8150" y="4298"/>
                  </a:lnTo>
                  <a:lnTo>
                    <a:pt x="8264" y="4213"/>
                  </a:lnTo>
                  <a:lnTo>
                    <a:pt x="8368" y="4137"/>
                  </a:lnTo>
                  <a:lnTo>
                    <a:pt x="8463" y="4051"/>
                  </a:lnTo>
                  <a:lnTo>
                    <a:pt x="8558" y="3966"/>
                  </a:lnTo>
                  <a:lnTo>
                    <a:pt x="8653" y="3871"/>
                  </a:lnTo>
                  <a:lnTo>
                    <a:pt x="8738" y="3776"/>
                  </a:lnTo>
                  <a:lnTo>
                    <a:pt x="8814" y="3681"/>
                  </a:lnTo>
                  <a:lnTo>
                    <a:pt x="8890" y="3577"/>
                  </a:lnTo>
                  <a:lnTo>
                    <a:pt x="8956" y="3473"/>
                  </a:lnTo>
                  <a:lnTo>
                    <a:pt x="9013" y="3368"/>
                  </a:lnTo>
                  <a:lnTo>
                    <a:pt x="9070" y="3254"/>
                  </a:lnTo>
                  <a:lnTo>
                    <a:pt x="9117" y="3141"/>
                  </a:lnTo>
                  <a:lnTo>
                    <a:pt x="9155" y="3027"/>
                  </a:lnTo>
                  <a:lnTo>
                    <a:pt x="9193" y="2913"/>
                  </a:lnTo>
                  <a:lnTo>
                    <a:pt x="9222" y="2790"/>
                  </a:lnTo>
                  <a:lnTo>
                    <a:pt x="9241" y="2676"/>
                  </a:lnTo>
                  <a:lnTo>
                    <a:pt x="9250" y="2552"/>
                  </a:lnTo>
                  <a:lnTo>
                    <a:pt x="9250" y="2429"/>
                  </a:lnTo>
                  <a:lnTo>
                    <a:pt x="9250" y="2296"/>
                  </a:lnTo>
                  <a:lnTo>
                    <a:pt x="9241" y="2182"/>
                  </a:lnTo>
                  <a:lnTo>
                    <a:pt x="9222" y="2059"/>
                  </a:lnTo>
                  <a:lnTo>
                    <a:pt x="9193" y="1936"/>
                  </a:lnTo>
                  <a:lnTo>
                    <a:pt x="9155" y="1822"/>
                  </a:lnTo>
                  <a:lnTo>
                    <a:pt x="9117" y="1708"/>
                  </a:lnTo>
                  <a:lnTo>
                    <a:pt x="9070" y="1594"/>
                  </a:lnTo>
                  <a:lnTo>
                    <a:pt x="9013" y="1480"/>
                  </a:lnTo>
                  <a:lnTo>
                    <a:pt x="8956" y="1376"/>
                  </a:lnTo>
                  <a:lnTo>
                    <a:pt x="8890" y="1272"/>
                  </a:lnTo>
                  <a:lnTo>
                    <a:pt x="8814" y="1167"/>
                  </a:lnTo>
                  <a:lnTo>
                    <a:pt x="8738" y="1072"/>
                  </a:lnTo>
                  <a:lnTo>
                    <a:pt x="8653" y="978"/>
                  </a:lnTo>
                  <a:lnTo>
                    <a:pt x="8558" y="883"/>
                  </a:lnTo>
                  <a:lnTo>
                    <a:pt x="8463" y="797"/>
                  </a:lnTo>
                  <a:lnTo>
                    <a:pt x="8368" y="712"/>
                  </a:lnTo>
                  <a:lnTo>
                    <a:pt x="8264" y="636"/>
                  </a:lnTo>
                  <a:lnTo>
                    <a:pt x="8150" y="560"/>
                  </a:lnTo>
                  <a:lnTo>
                    <a:pt x="8036" y="484"/>
                  </a:lnTo>
                  <a:lnTo>
                    <a:pt x="7913" y="418"/>
                  </a:lnTo>
                  <a:lnTo>
                    <a:pt x="7799" y="351"/>
                  </a:lnTo>
                  <a:lnTo>
                    <a:pt x="7666" y="295"/>
                  </a:lnTo>
                  <a:lnTo>
                    <a:pt x="7533" y="238"/>
                  </a:lnTo>
                  <a:lnTo>
                    <a:pt x="7400" y="190"/>
                  </a:lnTo>
                  <a:lnTo>
                    <a:pt x="7268" y="152"/>
                  </a:lnTo>
                  <a:lnTo>
                    <a:pt x="7125" y="114"/>
                  </a:lnTo>
                  <a:lnTo>
                    <a:pt x="6983" y="76"/>
                  </a:lnTo>
                  <a:lnTo>
                    <a:pt x="6841" y="48"/>
                  </a:lnTo>
                  <a:lnTo>
                    <a:pt x="6689" y="29"/>
                  </a:lnTo>
                  <a:lnTo>
                    <a:pt x="6537" y="10"/>
                  </a:lnTo>
                  <a:lnTo>
                    <a:pt x="6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7">
              <a:extLst>
                <a:ext uri="{FF2B5EF4-FFF2-40B4-BE49-F238E27FC236}">
                  <a16:creationId xmlns:a16="http://schemas.microsoft.com/office/drawing/2014/main" id="{FB77FF8D-5947-E5D3-6481-DB444D64CC4D}"/>
                </a:ext>
              </a:extLst>
            </p:cNvPr>
            <p:cNvSpPr/>
            <p:nvPr/>
          </p:nvSpPr>
          <p:spPr>
            <a:xfrm>
              <a:off x="2415084" y="4254837"/>
              <a:ext cx="60774" cy="69395"/>
            </a:xfrm>
            <a:custGeom>
              <a:avLst/>
              <a:gdLst/>
              <a:ahLst/>
              <a:cxnLst/>
              <a:rect l="l" t="t" r="r" b="b"/>
              <a:pathLst>
                <a:path w="3331" h="3966" extrusionOk="0">
                  <a:moveTo>
                    <a:pt x="1670" y="0"/>
                  </a:moveTo>
                  <a:lnTo>
                    <a:pt x="1500" y="10"/>
                  </a:lnTo>
                  <a:lnTo>
                    <a:pt x="1329" y="38"/>
                  </a:lnTo>
                  <a:lnTo>
                    <a:pt x="1168" y="95"/>
                  </a:lnTo>
                  <a:lnTo>
                    <a:pt x="1016" y="161"/>
                  </a:lnTo>
                  <a:lnTo>
                    <a:pt x="874" y="237"/>
                  </a:lnTo>
                  <a:lnTo>
                    <a:pt x="731" y="342"/>
                  </a:lnTo>
                  <a:lnTo>
                    <a:pt x="608" y="455"/>
                  </a:lnTo>
                  <a:lnTo>
                    <a:pt x="485" y="579"/>
                  </a:lnTo>
                  <a:lnTo>
                    <a:pt x="380" y="721"/>
                  </a:lnTo>
                  <a:lnTo>
                    <a:pt x="285" y="873"/>
                  </a:lnTo>
                  <a:lnTo>
                    <a:pt x="200" y="1044"/>
                  </a:lnTo>
                  <a:lnTo>
                    <a:pt x="124" y="1214"/>
                  </a:lnTo>
                  <a:lnTo>
                    <a:pt x="77" y="1395"/>
                  </a:lnTo>
                  <a:lnTo>
                    <a:pt x="29" y="1584"/>
                  </a:lnTo>
                  <a:lnTo>
                    <a:pt x="10" y="1784"/>
                  </a:lnTo>
                  <a:lnTo>
                    <a:pt x="1" y="1983"/>
                  </a:lnTo>
                  <a:lnTo>
                    <a:pt x="10" y="2192"/>
                  </a:lnTo>
                  <a:lnTo>
                    <a:pt x="29" y="2381"/>
                  </a:lnTo>
                  <a:lnTo>
                    <a:pt x="77" y="2571"/>
                  </a:lnTo>
                  <a:lnTo>
                    <a:pt x="124" y="2761"/>
                  </a:lnTo>
                  <a:lnTo>
                    <a:pt x="200" y="2931"/>
                  </a:lnTo>
                  <a:lnTo>
                    <a:pt x="285" y="3093"/>
                  </a:lnTo>
                  <a:lnTo>
                    <a:pt x="380" y="3245"/>
                  </a:lnTo>
                  <a:lnTo>
                    <a:pt x="485" y="3387"/>
                  </a:lnTo>
                  <a:lnTo>
                    <a:pt x="608" y="3510"/>
                  </a:lnTo>
                  <a:lnTo>
                    <a:pt x="731" y="3633"/>
                  </a:lnTo>
                  <a:lnTo>
                    <a:pt x="874" y="3728"/>
                  </a:lnTo>
                  <a:lnTo>
                    <a:pt x="1016" y="3814"/>
                  </a:lnTo>
                  <a:lnTo>
                    <a:pt x="1168" y="3880"/>
                  </a:lnTo>
                  <a:lnTo>
                    <a:pt x="1329" y="3928"/>
                  </a:lnTo>
                  <a:lnTo>
                    <a:pt x="1500" y="3956"/>
                  </a:lnTo>
                  <a:lnTo>
                    <a:pt x="1670" y="3966"/>
                  </a:lnTo>
                  <a:lnTo>
                    <a:pt x="1832" y="3956"/>
                  </a:lnTo>
                  <a:lnTo>
                    <a:pt x="2002" y="3928"/>
                  </a:lnTo>
                  <a:lnTo>
                    <a:pt x="2164" y="3880"/>
                  </a:lnTo>
                  <a:lnTo>
                    <a:pt x="2316" y="3814"/>
                  </a:lnTo>
                  <a:lnTo>
                    <a:pt x="2458" y="3728"/>
                  </a:lnTo>
                  <a:lnTo>
                    <a:pt x="2600" y="3633"/>
                  </a:lnTo>
                  <a:lnTo>
                    <a:pt x="2723" y="3510"/>
                  </a:lnTo>
                  <a:lnTo>
                    <a:pt x="2847" y="3387"/>
                  </a:lnTo>
                  <a:lnTo>
                    <a:pt x="2951" y="3245"/>
                  </a:lnTo>
                  <a:lnTo>
                    <a:pt x="3046" y="3093"/>
                  </a:lnTo>
                  <a:lnTo>
                    <a:pt x="3131" y="2931"/>
                  </a:lnTo>
                  <a:lnTo>
                    <a:pt x="3207" y="2761"/>
                  </a:lnTo>
                  <a:lnTo>
                    <a:pt x="3255" y="2571"/>
                  </a:lnTo>
                  <a:lnTo>
                    <a:pt x="3302" y="2381"/>
                  </a:lnTo>
                  <a:lnTo>
                    <a:pt x="3321" y="2192"/>
                  </a:lnTo>
                  <a:lnTo>
                    <a:pt x="3331" y="1983"/>
                  </a:lnTo>
                  <a:lnTo>
                    <a:pt x="3321" y="1784"/>
                  </a:lnTo>
                  <a:lnTo>
                    <a:pt x="3302" y="1584"/>
                  </a:lnTo>
                  <a:lnTo>
                    <a:pt x="3255" y="1395"/>
                  </a:lnTo>
                  <a:lnTo>
                    <a:pt x="3207" y="1214"/>
                  </a:lnTo>
                  <a:lnTo>
                    <a:pt x="3131" y="1044"/>
                  </a:lnTo>
                  <a:lnTo>
                    <a:pt x="3046" y="873"/>
                  </a:lnTo>
                  <a:lnTo>
                    <a:pt x="2951" y="721"/>
                  </a:lnTo>
                  <a:lnTo>
                    <a:pt x="2847" y="579"/>
                  </a:lnTo>
                  <a:lnTo>
                    <a:pt x="2723" y="455"/>
                  </a:lnTo>
                  <a:lnTo>
                    <a:pt x="2600" y="342"/>
                  </a:lnTo>
                  <a:lnTo>
                    <a:pt x="2458" y="237"/>
                  </a:lnTo>
                  <a:lnTo>
                    <a:pt x="2316" y="161"/>
                  </a:lnTo>
                  <a:lnTo>
                    <a:pt x="2164" y="95"/>
                  </a:lnTo>
                  <a:lnTo>
                    <a:pt x="2002" y="38"/>
                  </a:lnTo>
                  <a:lnTo>
                    <a:pt x="1832" y="10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7">
              <a:extLst>
                <a:ext uri="{FF2B5EF4-FFF2-40B4-BE49-F238E27FC236}">
                  <a16:creationId xmlns:a16="http://schemas.microsoft.com/office/drawing/2014/main" id="{04CDA7DB-BF9A-FCA0-5917-362BD35597A5}"/>
                </a:ext>
              </a:extLst>
            </p:cNvPr>
            <p:cNvSpPr/>
            <p:nvPr/>
          </p:nvSpPr>
          <p:spPr>
            <a:xfrm>
              <a:off x="2362119" y="4295326"/>
              <a:ext cx="50904" cy="57952"/>
            </a:xfrm>
            <a:custGeom>
              <a:avLst/>
              <a:gdLst/>
              <a:ahLst/>
              <a:cxnLst/>
              <a:rect l="l" t="t" r="r" b="b"/>
              <a:pathLst>
                <a:path w="2790" h="3312" extrusionOk="0">
                  <a:moveTo>
                    <a:pt x="1395" y="1"/>
                  </a:moveTo>
                  <a:lnTo>
                    <a:pt x="1253" y="10"/>
                  </a:lnTo>
                  <a:lnTo>
                    <a:pt x="1120" y="29"/>
                  </a:lnTo>
                  <a:lnTo>
                    <a:pt x="987" y="77"/>
                  </a:lnTo>
                  <a:lnTo>
                    <a:pt x="855" y="124"/>
                  </a:lnTo>
                  <a:lnTo>
                    <a:pt x="731" y="200"/>
                  </a:lnTo>
                  <a:lnTo>
                    <a:pt x="618" y="285"/>
                  </a:lnTo>
                  <a:lnTo>
                    <a:pt x="513" y="380"/>
                  </a:lnTo>
                  <a:lnTo>
                    <a:pt x="409" y="485"/>
                  </a:lnTo>
                  <a:lnTo>
                    <a:pt x="323" y="598"/>
                  </a:lnTo>
                  <a:lnTo>
                    <a:pt x="238" y="731"/>
                  </a:lnTo>
                  <a:lnTo>
                    <a:pt x="172" y="864"/>
                  </a:lnTo>
                  <a:lnTo>
                    <a:pt x="115" y="1006"/>
                  </a:lnTo>
                  <a:lnTo>
                    <a:pt x="67" y="1158"/>
                  </a:lnTo>
                  <a:lnTo>
                    <a:pt x="29" y="1319"/>
                  </a:lnTo>
                  <a:lnTo>
                    <a:pt x="10" y="1481"/>
                  </a:lnTo>
                  <a:lnTo>
                    <a:pt x="1" y="1652"/>
                  </a:lnTo>
                  <a:lnTo>
                    <a:pt x="10" y="1822"/>
                  </a:lnTo>
                  <a:lnTo>
                    <a:pt x="29" y="1984"/>
                  </a:lnTo>
                  <a:lnTo>
                    <a:pt x="67" y="2145"/>
                  </a:lnTo>
                  <a:lnTo>
                    <a:pt x="115" y="2297"/>
                  </a:lnTo>
                  <a:lnTo>
                    <a:pt x="172" y="2439"/>
                  </a:lnTo>
                  <a:lnTo>
                    <a:pt x="238" y="2581"/>
                  </a:lnTo>
                  <a:lnTo>
                    <a:pt x="323" y="2705"/>
                  </a:lnTo>
                  <a:lnTo>
                    <a:pt x="409" y="2828"/>
                  </a:lnTo>
                  <a:lnTo>
                    <a:pt x="513" y="2932"/>
                  </a:lnTo>
                  <a:lnTo>
                    <a:pt x="618" y="3027"/>
                  </a:lnTo>
                  <a:lnTo>
                    <a:pt x="731" y="3112"/>
                  </a:lnTo>
                  <a:lnTo>
                    <a:pt x="855" y="3179"/>
                  </a:lnTo>
                  <a:lnTo>
                    <a:pt x="987" y="3236"/>
                  </a:lnTo>
                  <a:lnTo>
                    <a:pt x="1120" y="3274"/>
                  </a:lnTo>
                  <a:lnTo>
                    <a:pt x="1253" y="3302"/>
                  </a:lnTo>
                  <a:lnTo>
                    <a:pt x="1395" y="3312"/>
                  </a:lnTo>
                  <a:lnTo>
                    <a:pt x="1538" y="3302"/>
                  </a:lnTo>
                  <a:lnTo>
                    <a:pt x="1680" y="3274"/>
                  </a:lnTo>
                  <a:lnTo>
                    <a:pt x="1813" y="3236"/>
                  </a:lnTo>
                  <a:lnTo>
                    <a:pt x="1936" y="3179"/>
                  </a:lnTo>
                  <a:lnTo>
                    <a:pt x="2059" y="3112"/>
                  </a:lnTo>
                  <a:lnTo>
                    <a:pt x="2173" y="3027"/>
                  </a:lnTo>
                  <a:lnTo>
                    <a:pt x="2287" y="2932"/>
                  </a:lnTo>
                  <a:lnTo>
                    <a:pt x="2382" y="2828"/>
                  </a:lnTo>
                  <a:lnTo>
                    <a:pt x="2467" y="2705"/>
                  </a:lnTo>
                  <a:lnTo>
                    <a:pt x="2553" y="2581"/>
                  </a:lnTo>
                  <a:lnTo>
                    <a:pt x="2619" y="2439"/>
                  </a:lnTo>
                  <a:lnTo>
                    <a:pt x="2676" y="2297"/>
                  </a:lnTo>
                  <a:lnTo>
                    <a:pt x="2724" y="2145"/>
                  </a:lnTo>
                  <a:lnTo>
                    <a:pt x="2761" y="1984"/>
                  </a:lnTo>
                  <a:lnTo>
                    <a:pt x="2780" y="1822"/>
                  </a:lnTo>
                  <a:lnTo>
                    <a:pt x="2790" y="1652"/>
                  </a:lnTo>
                  <a:lnTo>
                    <a:pt x="2780" y="1481"/>
                  </a:lnTo>
                  <a:lnTo>
                    <a:pt x="2761" y="1319"/>
                  </a:lnTo>
                  <a:lnTo>
                    <a:pt x="2724" y="1158"/>
                  </a:lnTo>
                  <a:lnTo>
                    <a:pt x="2676" y="1006"/>
                  </a:lnTo>
                  <a:lnTo>
                    <a:pt x="2619" y="864"/>
                  </a:lnTo>
                  <a:lnTo>
                    <a:pt x="2553" y="731"/>
                  </a:lnTo>
                  <a:lnTo>
                    <a:pt x="2467" y="598"/>
                  </a:lnTo>
                  <a:lnTo>
                    <a:pt x="2382" y="485"/>
                  </a:lnTo>
                  <a:lnTo>
                    <a:pt x="2287" y="380"/>
                  </a:lnTo>
                  <a:lnTo>
                    <a:pt x="2173" y="285"/>
                  </a:lnTo>
                  <a:lnTo>
                    <a:pt x="2059" y="200"/>
                  </a:lnTo>
                  <a:lnTo>
                    <a:pt x="1936" y="124"/>
                  </a:lnTo>
                  <a:lnTo>
                    <a:pt x="1813" y="77"/>
                  </a:lnTo>
                  <a:lnTo>
                    <a:pt x="1680" y="29"/>
                  </a:lnTo>
                  <a:lnTo>
                    <a:pt x="1538" y="10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7">
              <a:extLst>
                <a:ext uri="{FF2B5EF4-FFF2-40B4-BE49-F238E27FC236}">
                  <a16:creationId xmlns:a16="http://schemas.microsoft.com/office/drawing/2014/main" id="{555E1DD5-F25C-EB73-7C73-F05B5D71BE3F}"/>
                </a:ext>
              </a:extLst>
            </p:cNvPr>
            <p:cNvSpPr/>
            <p:nvPr/>
          </p:nvSpPr>
          <p:spPr>
            <a:xfrm>
              <a:off x="2484669" y="4254837"/>
              <a:ext cx="60774" cy="69395"/>
            </a:xfrm>
            <a:custGeom>
              <a:avLst/>
              <a:gdLst/>
              <a:ahLst/>
              <a:cxnLst/>
              <a:rect l="l" t="t" r="r" b="b"/>
              <a:pathLst>
                <a:path w="3331" h="3966" extrusionOk="0">
                  <a:moveTo>
                    <a:pt x="1661" y="0"/>
                  </a:moveTo>
                  <a:lnTo>
                    <a:pt x="1490" y="10"/>
                  </a:lnTo>
                  <a:lnTo>
                    <a:pt x="1329" y="38"/>
                  </a:lnTo>
                  <a:lnTo>
                    <a:pt x="1167" y="95"/>
                  </a:lnTo>
                  <a:lnTo>
                    <a:pt x="1015" y="161"/>
                  </a:lnTo>
                  <a:lnTo>
                    <a:pt x="873" y="237"/>
                  </a:lnTo>
                  <a:lnTo>
                    <a:pt x="731" y="342"/>
                  </a:lnTo>
                  <a:lnTo>
                    <a:pt x="608" y="455"/>
                  </a:lnTo>
                  <a:lnTo>
                    <a:pt x="484" y="579"/>
                  </a:lnTo>
                  <a:lnTo>
                    <a:pt x="380" y="721"/>
                  </a:lnTo>
                  <a:lnTo>
                    <a:pt x="285" y="873"/>
                  </a:lnTo>
                  <a:lnTo>
                    <a:pt x="200" y="1044"/>
                  </a:lnTo>
                  <a:lnTo>
                    <a:pt x="124" y="1214"/>
                  </a:lnTo>
                  <a:lnTo>
                    <a:pt x="67" y="1395"/>
                  </a:lnTo>
                  <a:lnTo>
                    <a:pt x="29" y="1584"/>
                  </a:lnTo>
                  <a:lnTo>
                    <a:pt x="0" y="1784"/>
                  </a:lnTo>
                  <a:lnTo>
                    <a:pt x="0" y="1983"/>
                  </a:lnTo>
                  <a:lnTo>
                    <a:pt x="0" y="2192"/>
                  </a:lnTo>
                  <a:lnTo>
                    <a:pt x="29" y="2381"/>
                  </a:lnTo>
                  <a:lnTo>
                    <a:pt x="67" y="2571"/>
                  </a:lnTo>
                  <a:lnTo>
                    <a:pt x="124" y="2761"/>
                  </a:lnTo>
                  <a:lnTo>
                    <a:pt x="200" y="2931"/>
                  </a:lnTo>
                  <a:lnTo>
                    <a:pt x="285" y="3093"/>
                  </a:lnTo>
                  <a:lnTo>
                    <a:pt x="380" y="3245"/>
                  </a:lnTo>
                  <a:lnTo>
                    <a:pt x="484" y="3387"/>
                  </a:lnTo>
                  <a:lnTo>
                    <a:pt x="608" y="3510"/>
                  </a:lnTo>
                  <a:lnTo>
                    <a:pt x="731" y="3633"/>
                  </a:lnTo>
                  <a:lnTo>
                    <a:pt x="873" y="3728"/>
                  </a:lnTo>
                  <a:lnTo>
                    <a:pt x="1015" y="3814"/>
                  </a:lnTo>
                  <a:lnTo>
                    <a:pt x="1167" y="3880"/>
                  </a:lnTo>
                  <a:lnTo>
                    <a:pt x="1329" y="3928"/>
                  </a:lnTo>
                  <a:lnTo>
                    <a:pt x="1490" y="3956"/>
                  </a:lnTo>
                  <a:lnTo>
                    <a:pt x="1661" y="3966"/>
                  </a:lnTo>
                  <a:lnTo>
                    <a:pt x="1831" y="3956"/>
                  </a:lnTo>
                  <a:lnTo>
                    <a:pt x="2002" y="3928"/>
                  </a:lnTo>
                  <a:lnTo>
                    <a:pt x="2163" y="3880"/>
                  </a:lnTo>
                  <a:lnTo>
                    <a:pt x="2315" y="3814"/>
                  </a:lnTo>
                  <a:lnTo>
                    <a:pt x="2457" y="3728"/>
                  </a:lnTo>
                  <a:lnTo>
                    <a:pt x="2600" y="3633"/>
                  </a:lnTo>
                  <a:lnTo>
                    <a:pt x="2723" y="3510"/>
                  </a:lnTo>
                  <a:lnTo>
                    <a:pt x="2846" y="3387"/>
                  </a:lnTo>
                  <a:lnTo>
                    <a:pt x="2951" y="3245"/>
                  </a:lnTo>
                  <a:lnTo>
                    <a:pt x="3046" y="3093"/>
                  </a:lnTo>
                  <a:lnTo>
                    <a:pt x="3131" y="2931"/>
                  </a:lnTo>
                  <a:lnTo>
                    <a:pt x="3197" y="2761"/>
                  </a:lnTo>
                  <a:lnTo>
                    <a:pt x="3254" y="2571"/>
                  </a:lnTo>
                  <a:lnTo>
                    <a:pt x="3302" y="2381"/>
                  </a:lnTo>
                  <a:lnTo>
                    <a:pt x="3321" y="2192"/>
                  </a:lnTo>
                  <a:lnTo>
                    <a:pt x="3330" y="1983"/>
                  </a:lnTo>
                  <a:lnTo>
                    <a:pt x="3321" y="1784"/>
                  </a:lnTo>
                  <a:lnTo>
                    <a:pt x="3302" y="1584"/>
                  </a:lnTo>
                  <a:lnTo>
                    <a:pt x="3254" y="1395"/>
                  </a:lnTo>
                  <a:lnTo>
                    <a:pt x="3197" y="1214"/>
                  </a:lnTo>
                  <a:lnTo>
                    <a:pt x="3131" y="1044"/>
                  </a:lnTo>
                  <a:lnTo>
                    <a:pt x="3046" y="873"/>
                  </a:lnTo>
                  <a:lnTo>
                    <a:pt x="2951" y="721"/>
                  </a:lnTo>
                  <a:lnTo>
                    <a:pt x="2846" y="579"/>
                  </a:lnTo>
                  <a:lnTo>
                    <a:pt x="2723" y="455"/>
                  </a:lnTo>
                  <a:lnTo>
                    <a:pt x="2600" y="342"/>
                  </a:lnTo>
                  <a:lnTo>
                    <a:pt x="2457" y="237"/>
                  </a:lnTo>
                  <a:lnTo>
                    <a:pt x="2315" y="161"/>
                  </a:lnTo>
                  <a:lnTo>
                    <a:pt x="2163" y="95"/>
                  </a:lnTo>
                  <a:lnTo>
                    <a:pt x="2002" y="38"/>
                  </a:lnTo>
                  <a:lnTo>
                    <a:pt x="1831" y="10"/>
                  </a:lnTo>
                  <a:lnTo>
                    <a:pt x="166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7">
              <a:extLst>
                <a:ext uri="{FF2B5EF4-FFF2-40B4-BE49-F238E27FC236}">
                  <a16:creationId xmlns:a16="http://schemas.microsoft.com/office/drawing/2014/main" id="{EDFA7FA5-4957-CD9B-6738-07E77873692D}"/>
                </a:ext>
              </a:extLst>
            </p:cNvPr>
            <p:cNvSpPr/>
            <p:nvPr/>
          </p:nvSpPr>
          <p:spPr>
            <a:xfrm>
              <a:off x="2547503" y="4295326"/>
              <a:ext cx="50904" cy="57952"/>
            </a:xfrm>
            <a:custGeom>
              <a:avLst/>
              <a:gdLst/>
              <a:ahLst/>
              <a:cxnLst/>
              <a:rect l="l" t="t" r="r" b="b"/>
              <a:pathLst>
                <a:path w="2790" h="3312" extrusionOk="0">
                  <a:moveTo>
                    <a:pt x="1395" y="1"/>
                  </a:moveTo>
                  <a:lnTo>
                    <a:pt x="1252" y="10"/>
                  </a:lnTo>
                  <a:lnTo>
                    <a:pt x="1110" y="29"/>
                  </a:lnTo>
                  <a:lnTo>
                    <a:pt x="977" y="77"/>
                  </a:lnTo>
                  <a:lnTo>
                    <a:pt x="854" y="124"/>
                  </a:lnTo>
                  <a:lnTo>
                    <a:pt x="731" y="200"/>
                  </a:lnTo>
                  <a:lnTo>
                    <a:pt x="617" y="285"/>
                  </a:lnTo>
                  <a:lnTo>
                    <a:pt x="503" y="380"/>
                  </a:lnTo>
                  <a:lnTo>
                    <a:pt x="408" y="485"/>
                  </a:lnTo>
                  <a:lnTo>
                    <a:pt x="313" y="598"/>
                  </a:lnTo>
                  <a:lnTo>
                    <a:pt x="237" y="731"/>
                  </a:lnTo>
                  <a:lnTo>
                    <a:pt x="171" y="864"/>
                  </a:lnTo>
                  <a:lnTo>
                    <a:pt x="104" y="1006"/>
                  </a:lnTo>
                  <a:lnTo>
                    <a:pt x="66" y="1158"/>
                  </a:lnTo>
                  <a:lnTo>
                    <a:pt x="29" y="1319"/>
                  </a:lnTo>
                  <a:lnTo>
                    <a:pt x="10" y="1481"/>
                  </a:lnTo>
                  <a:lnTo>
                    <a:pt x="0" y="1652"/>
                  </a:lnTo>
                  <a:lnTo>
                    <a:pt x="10" y="1822"/>
                  </a:lnTo>
                  <a:lnTo>
                    <a:pt x="29" y="1984"/>
                  </a:lnTo>
                  <a:lnTo>
                    <a:pt x="66" y="2145"/>
                  </a:lnTo>
                  <a:lnTo>
                    <a:pt x="104" y="2297"/>
                  </a:lnTo>
                  <a:lnTo>
                    <a:pt x="171" y="2439"/>
                  </a:lnTo>
                  <a:lnTo>
                    <a:pt x="237" y="2581"/>
                  </a:lnTo>
                  <a:lnTo>
                    <a:pt x="313" y="2705"/>
                  </a:lnTo>
                  <a:lnTo>
                    <a:pt x="408" y="2828"/>
                  </a:lnTo>
                  <a:lnTo>
                    <a:pt x="503" y="2932"/>
                  </a:lnTo>
                  <a:lnTo>
                    <a:pt x="617" y="3027"/>
                  </a:lnTo>
                  <a:lnTo>
                    <a:pt x="731" y="3112"/>
                  </a:lnTo>
                  <a:lnTo>
                    <a:pt x="854" y="3179"/>
                  </a:lnTo>
                  <a:lnTo>
                    <a:pt x="977" y="3236"/>
                  </a:lnTo>
                  <a:lnTo>
                    <a:pt x="1110" y="3274"/>
                  </a:lnTo>
                  <a:lnTo>
                    <a:pt x="1252" y="3302"/>
                  </a:lnTo>
                  <a:lnTo>
                    <a:pt x="1395" y="3312"/>
                  </a:lnTo>
                  <a:lnTo>
                    <a:pt x="1537" y="3302"/>
                  </a:lnTo>
                  <a:lnTo>
                    <a:pt x="1670" y="3274"/>
                  </a:lnTo>
                  <a:lnTo>
                    <a:pt x="1802" y="3236"/>
                  </a:lnTo>
                  <a:lnTo>
                    <a:pt x="1935" y="3179"/>
                  </a:lnTo>
                  <a:lnTo>
                    <a:pt x="2059" y="3112"/>
                  </a:lnTo>
                  <a:lnTo>
                    <a:pt x="2172" y="3027"/>
                  </a:lnTo>
                  <a:lnTo>
                    <a:pt x="2277" y="2932"/>
                  </a:lnTo>
                  <a:lnTo>
                    <a:pt x="2381" y="2828"/>
                  </a:lnTo>
                  <a:lnTo>
                    <a:pt x="2467" y="2705"/>
                  </a:lnTo>
                  <a:lnTo>
                    <a:pt x="2542" y="2581"/>
                  </a:lnTo>
                  <a:lnTo>
                    <a:pt x="2618" y="2439"/>
                  </a:lnTo>
                  <a:lnTo>
                    <a:pt x="2675" y="2297"/>
                  </a:lnTo>
                  <a:lnTo>
                    <a:pt x="2723" y="2145"/>
                  </a:lnTo>
                  <a:lnTo>
                    <a:pt x="2761" y="1984"/>
                  </a:lnTo>
                  <a:lnTo>
                    <a:pt x="2780" y="1822"/>
                  </a:lnTo>
                  <a:lnTo>
                    <a:pt x="2789" y="1652"/>
                  </a:lnTo>
                  <a:lnTo>
                    <a:pt x="2780" y="1481"/>
                  </a:lnTo>
                  <a:lnTo>
                    <a:pt x="2761" y="1319"/>
                  </a:lnTo>
                  <a:lnTo>
                    <a:pt x="2723" y="1158"/>
                  </a:lnTo>
                  <a:lnTo>
                    <a:pt x="2675" y="1006"/>
                  </a:lnTo>
                  <a:lnTo>
                    <a:pt x="2618" y="864"/>
                  </a:lnTo>
                  <a:lnTo>
                    <a:pt x="2542" y="731"/>
                  </a:lnTo>
                  <a:lnTo>
                    <a:pt x="2467" y="598"/>
                  </a:lnTo>
                  <a:lnTo>
                    <a:pt x="2381" y="485"/>
                  </a:lnTo>
                  <a:lnTo>
                    <a:pt x="2277" y="380"/>
                  </a:lnTo>
                  <a:lnTo>
                    <a:pt x="2172" y="285"/>
                  </a:lnTo>
                  <a:lnTo>
                    <a:pt x="2059" y="200"/>
                  </a:lnTo>
                  <a:lnTo>
                    <a:pt x="1935" y="124"/>
                  </a:lnTo>
                  <a:lnTo>
                    <a:pt x="1802" y="77"/>
                  </a:lnTo>
                  <a:lnTo>
                    <a:pt x="1670" y="29"/>
                  </a:lnTo>
                  <a:lnTo>
                    <a:pt x="1537" y="10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17">
            <a:extLst>
              <a:ext uri="{FF2B5EF4-FFF2-40B4-BE49-F238E27FC236}">
                <a16:creationId xmlns:a16="http://schemas.microsoft.com/office/drawing/2014/main" id="{60C239FC-A40F-D6A9-9333-A69BBA827FD6}"/>
              </a:ext>
            </a:extLst>
          </p:cNvPr>
          <p:cNvSpPr txBox="1"/>
          <p:nvPr/>
        </p:nvSpPr>
        <p:spPr>
          <a:xfrm>
            <a:off x="2418808" y="1035469"/>
            <a:ext cx="2373627" cy="68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Customer Account Dashboard</a:t>
            </a:r>
            <a:endParaRPr sz="1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296;p17">
            <a:extLst>
              <a:ext uri="{FF2B5EF4-FFF2-40B4-BE49-F238E27FC236}">
                <a16:creationId xmlns:a16="http://schemas.microsoft.com/office/drawing/2014/main" id="{C082CDF6-0BEE-4665-0C05-E65ED2A4D4E1}"/>
              </a:ext>
            </a:extLst>
          </p:cNvPr>
          <p:cNvSpPr txBox="1"/>
          <p:nvPr/>
        </p:nvSpPr>
        <p:spPr>
          <a:xfrm>
            <a:off x="3001986" y="1719432"/>
            <a:ext cx="4784060" cy="2909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rgbClr val="FA225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Account Number (Shareable)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Owner Contact Details (Number, email)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Pet Name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Age, Height, Weight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Conditions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rgbClr val="FF810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Preferred Vet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Visit History (Service, Date)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Medication History (Routine Prescriptions)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rgbClr val="FA225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Upcoming Routine Services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b="1" dirty="0">
                <a:solidFill>
                  <a:srgbClr val="FA225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Loyalty Discounts/ Active Subscriptions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1CBCD-B7BD-C388-3140-F92E4EB49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470" y="2643302"/>
            <a:ext cx="415837" cy="687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8D6AA-259B-CE20-06F7-9CEC9916A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246" y="2645319"/>
            <a:ext cx="901625" cy="68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67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30"/>
          <p:cNvSpPr/>
          <p:nvPr/>
        </p:nvSpPr>
        <p:spPr>
          <a:xfrm>
            <a:off x="2885400" y="1134200"/>
            <a:ext cx="3373200" cy="33732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8101"/>
                </a:solidFill>
              </a:rPr>
              <a:t>Benefits</a:t>
            </a:r>
            <a:endParaRPr dirty="0">
              <a:solidFill>
                <a:srgbClr val="FF8101"/>
              </a:solidFill>
            </a:endParaRPr>
          </a:p>
        </p:txBody>
      </p:sp>
      <p:grpSp>
        <p:nvGrpSpPr>
          <p:cNvPr id="1166" name="Google Shape;1166;p30"/>
          <p:cNvGrpSpPr/>
          <p:nvPr/>
        </p:nvGrpSpPr>
        <p:grpSpPr>
          <a:xfrm>
            <a:off x="457200" y="991548"/>
            <a:ext cx="3630401" cy="734715"/>
            <a:chOff x="457200" y="991548"/>
            <a:chExt cx="3630401" cy="734715"/>
          </a:xfrm>
        </p:grpSpPr>
        <p:sp>
          <p:nvSpPr>
            <p:cNvPr id="1167" name="Google Shape;1167;p30"/>
            <p:cNvSpPr txBox="1"/>
            <p:nvPr/>
          </p:nvSpPr>
          <p:spPr>
            <a:xfrm>
              <a:off x="457200" y="991548"/>
              <a:ext cx="165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Automated Data System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69" name="Google Shape;1169;p30"/>
            <p:cNvSpPr/>
            <p:nvPr/>
          </p:nvSpPr>
          <p:spPr>
            <a:xfrm>
              <a:off x="3487301" y="1125963"/>
              <a:ext cx="600300" cy="60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70" name="Google Shape;1170;p30"/>
          <p:cNvGrpSpPr/>
          <p:nvPr/>
        </p:nvGrpSpPr>
        <p:grpSpPr>
          <a:xfrm>
            <a:off x="5056525" y="991548"/>
            <a:ext cx="3630325" cy="734673"/>
            <a:chOff x="5056525" y="991548"/>
            <a:chExt cx="3630325" cy="734673"/>
          </a:xfrm>
        </p:grpSpPr>
        <p:sp>
          <p:nvSpPr>
            <p:cNvPr id="1171" name="Google Shape;1171;p30"/>
            <p:cNvSpPr txBox="1"/>
            <p:nvPr/>
          </p:nvSpPr>
          <p:spPr>
            <a:xfrm>
              <a:off x="7035650" y="991548"/>
              <a:ext cx="165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Convenient for Customers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73" name="Google Shape;1173;p30"/>
            <p:cNvSpPr/>
            <p:nvPr/>
          </p:nvSpPr>
          <p:spPr>
            <a:xfrm>
              <a:off x="5056525" y="1125921"/>
              <a:ext cx="600300" cy="600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74" name="Google Shape;1174;p30"/>
          <p:cNvGrpSpPr/>
          <p:nvPr/>
        </p:nvGrpSpPr>
        <p:grpSpPr>
          <a:xfrm>
            <a:off x="457200" y="2416506"/>
            <a:ext cx="2755638" cy="734107"/>
            <a:chOff x="457200" y="2416506"/>
            <a:chExt cx="2755638" cy="734107"/>
          </a:xfrm>
        </p:grpSpPr>
        <p:sp>
          <p:nvSpPr>
            <p:cNvPr id="1175" name="Google Shape;1175;p30"/>
            <p:cNvSpPr txBox="1"/>
            <p:nvPr/>
          </p:nvSpPr>
          <p:spPr>
            <a:xfrm>
              <a:off x="457200" y="2416506"/>
              <a:ext cx="165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Informed Decisions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2612538" y="2550313"/>
              <a:ext cx="600300" cy="600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78" name="Google Shape;1178;p30"/>
          <p:cNvGrpSpPr/>
          <p:nvPr/>
        </p:nvGrpSpPr>
        <p:grpSpPr>
          <a:xfrm>
            <a:off x="5935563" y="2416511"/>
            <a:ext cx="2751287" cy="729773"/>
            <a:chOff x="5935563" y="2416511"/>
            <a:chExt cx="2751287" cy="729773"/>
          </a:xfrm>
        </p:grpSpPr>
        <p:sp>
          <p:nvSpPr>
            <p:cNvPr id="1179" name="Google Shape;1179;p30"/>
            <p:cNvSpPr txBox="1"/>
            <p:nvPr/>
          </p:nvSpPr>
          <p:spPr>
            <a:xfrm>
              <a:off x="7035650" y="2416511"/>
              <a:ext cx="165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Cost-effective Investment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81" name="Google Shape;1181;p30"/>
            <p:cNvSpPr/>
            <p:nvPr/>
          </p:nvSpPr>
          <p:spPr>
            <a:xfrm>
              <a:off x="5935563" y="2554684"/>
              <a:ext cx="591600" cy="591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82" name="Google Shape;1182;p30"/>
          <p:cNvGrpSpPr/>
          <p:nvPr/>
        </p:nvGrpSpPr>
        <p:grpSpPr>
          <a:xfrm>
            <a:off x="457200" y="3838548"/>
            <a:ext cx="3630313" cy="736493"/>
            <a:chOff x="457200" y="3838548"/>
            <a:chExt cx="3630313" cy="736493"/>
          </a:xfrm>
        </p:grpSpPr>
        <p:sp>
          <p:nvSpPr>
            <p:cNvPr id="1183" name="Google Shape;1183;p30"/>
            <p:cNvSpPr/>
            <p:nvPr/>
          </p:nvSpPr>
          <p:spPr>
            <a:xfrm>
              <a:off x="3487213" y="3974741"/>
              <a:ext cx="600300" cy="600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84" name="Google Shape;1184;p30"/>
            <p:cNvSpPr txBox="1"/>
            <p:nvPr/>
          </p:nvSpPr>
          <p:spPr>
            <a:xfrm>
              <a:off x="457200" y="3838548"/>
              <a:ext cx="165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Minimal Training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86" name="Google Shape;1186;p30"/>
          <p:cNvGrpSpPr/>
          <p:nvPr/>
        </p:nvGrpSpPr>
        <p:grpSpPr>
          <a:xfrm>
            <a:off x="5056525" y="3838548"/>
            <a:ext cx="3630325" cy="736502"/>
            <a:chOff x="5056525" y="3838548"/>
            <a:chExt cx="3630325" cy="736502"/>
          </a:xfrm>
        </p:grpSpPr>
        <p:sp>
          <p:nvSpPr>
            <p:cNvPr id="1187" name="Google Shape;1187;p30"/>
            <p:cNvSpPr txBox="1"/>
            <p:nvPr/>
          </p:nvSpPr>
          <p:spPr>
            <a:xfrm>
              <a:off x="7035650" y="3838548"/>
              <a:ext cx="165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Market Edge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5056525" y="3974750"/>
              <a:ext cx="600300" cy="600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91" name="Google Shape;1191;p30"/>
          <p:cNvGrpSpPr/>
          <p:nvPr/>
        </p:nvGrpSpPr>
        <p:grpSpPr>
          <a:xfrm>
            <a:off x="3487200" y="2000609"/>
            <a:ext cx="2169600" cy="1747441"/>
            <a:chOff x="3487200" y="2000609"/>
            <a:chExt cx="2169600" cy="1747441"/>
          </a:xfrm>
        </p:grpSpPr>
        <p:grpSp>
          <p:nvGrpSpPr>
            <p:cNvPr id="1192" name="Google Shape;1192;p30"/>
            <p:cNvGrpSpPr/>
            <p:nvPr/>
          </p:nvGrpSpPr>
          <p:grpSpPr>
            <a:xfrm>
              <a:off x="3541573" y="2000609"/>
              <a:ext cx="2060994" cy="1699735"/>
              <a:chOff x="457172" y="2571748"/>
              <a:chExt cx="2619131" cy="2160313"/>
            </a:xfrm>
          </p:grpSpPr>
          <p:sp>
            <p:nvSpPr>
              <p:cNvPr id="1193" name="Google Shape;1193;p30"/>
              <p:cNvSpPr/>
              <p:nvPr/>
            </p:nvSpPr>
            <p:spPr>
              <a:xfrm>
                <a:off x="516759" y="2678668"/>
                <a:ext cx="2500000" cy="2053393"/>
              </a:xfrm>
              <a:custGeom>
                <a:avLst/>
                <a:gdLst/>
                <a:ahLst/>
                <a:cxnLst/>
                <a:rect l="l" t="t" r="r" b="b"/>
                <a:pathLst>
                  <a:path w="59577" h="48934" extrusionOk="0">
                    <a:moveTo>
                      <a:pt x="0" y="1"/>
                    </a:moveTo>
                    <a:lnTo>
                      <a:pt x="0" y="48934"/>
                    </a:lnTo>
                    <a:lnTo>
                      <a:pt x="59576" y="48934"/>
                    </a:lnTo>
                    <a:lnTo>
                      <a:pt x="595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0"/>
              <p:cNvSpPr/>
              <p:nvPr/>
            </p:nvSpPr>
            <p:spPr>
              <a:xfrm>
                <a:off x="457172" y="2571748"/>
                <a:ext cx="2619131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62416" h="19609" extrusionOk="0">
                    <a:moveTo>
                      <a:pt x="1" y="0"/>
                    </a:moveTo>
                    <a:lnTo>
                      <a:pt x="1" y="19609"/>
                    </a:lnTo>
                    <a:lnTo>
                      <a:pt x="62416" y="19609"/>
                    </a:lnTo>
                    <a:lnTo>
                      <a:pt x="624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0"/>
              <p:cNvSpPr/>
              <p:nvPr/>
            </p:nvSpPr>
            <p:spPr>
              <a:xfrm>
                <a:off x="457172" y="2571748"/>
                <a:ext cx="119215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9609" extrusionOk="0">
                    <a:moveTo>
                      <a:pt x="1" y="0"/>
                    </a:moveTo>
                    <a:lnTo>
                      <a:pt x="1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0"/>
              <p:cNvSpPr/>
              <p:nvPr/>
            </p:nvSpPr>
            <p:spPr>
              <a:xfrm>
                <a:off x="695016" y="2571748"/>
                <a:ext cx="119215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9609" extrusionOk="0">
                    <a:moveTo>
                      <a:pt x="1" y="0"/>
                    </a:moveTo>
                    <a:lnTo>
                      <a:pt x="1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0"/>
              <p:cNvSpPr/>
              <p:nvPr/>
            </p:nvSpPr>
            <p:spPr>
              <a:xfrm>
                <a:off x="933321" y="2571748"/>
                <a:ext cx="119215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9609" extrusionOk="0">
                    <a:moveTo>
                      <a:pt x="1" y="0"/>
                    </a:moveTo>
                    <a:lnTo>
                      <a:pt x="1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0"/>
              <p:cNvSpPr/>
              <p:nvPr/>
            </p:nvSpPr>
            <p:spPr>
              <a:xfrm>
                <a:off x="1171164" y="2571748"/>
                <a:ext cx="119215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9609" extrusionOk="0">
                    <a:moveTo>
                      <a:pt x="1" y="0"/>
                    </a:moveTo>
                    <a:lnTo>
                      <a:pt x="1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0"/>
              <p:cNvSpPr/>
              <p:nvPr/>
            </p:nvSpPr>
            <p:spPr>
              <a:xfrm>
                <a:off x="1409511" y="2571748"/>
                <a:ext cx="119174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9609" extrusionOk="0">
                    <a:moveTo>
                      <a:pt x="0" y="0"/>
                    </a:moveTo>
                    <a:lnTo>
                      <a:pt x="0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0"/>
              <p:cNvSpPr/>
              <p:nvPr/>
            </p:nvSpPr>
            <p:spPr>
              <a:xfrm>
                <a:off x="1647816" y="2571748"/>
                <a:ext cx="118712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19609" extrusionOk="0">
                    <a:moveTo>
                      <a:pt x="0" y="0"/>
                    </a:moveTo>
                    <a:lnTo>
                      <a:pt x="0" y="19609"/>
                    </a:lnTo>
                    <a:lnTo>
                      <a:pt x="2829" y="19609"/>
                    </a:lnTo>
                    <a:lnTo>
                      <a:pt x="2829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0"/>
              <p:cNvSpPr/>
              <p:nvPr/>
            </p:nvSpPr>
            <p:spPr>
              <a:xfrm>
                <a:off x="1885660" y="2571748"/>
                <a:ext cx="119174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9609" extrusionOk="0">
                    <a:moveTo>
                      <a:pt x="0" y="0"/>
                    </a:moveTo>
                    <a:lnTo>
                      <a:pt x="0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0"/>
              <p:cNvSpPr/>
              <p:nvPr/>
            </p:nvSpPr>
            <p:spPr>
              <a:xfrm>
                <a:off x="2123965" y="2571748"/>
                <a:ext cx="119215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9609" extrusionOk="0">
                    <a:moveTo>
                      <a:pt x="0" y="0"/>
                    </a:moveTo>
                    <a:lnTo>
                      <a:pt x="0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0"/>
              <p:cNvSpPr/>
              <p:nvPr/>
            </p:nvSpPr>
            <p:spPr>
              <a:xfrm>
                <a:off x="2361808" y="2571748"/>
                <a:ext cx="119215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9609" extrusionOk="0">
                    <a:moveTo>
                      <a:pt x="0" y="0"/>
                    </a:moveTo>
                    <a:lnTo>
                      <a:pt x="0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0"/>
              <p:cNvSpPr/>
              <p:nvPr/>
            </p:nvSpPr>
            <p:spPr>
              <a:xfrm>
                <a:off x="2600113" y="2571748"/>
                <a:ext cx="119215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9609" extrusionOk="0">
                    <a:moveTo>
                      <a:pt x="1" y="0"/>
                    </a:moveTo>
                    <a:lnTo>
                      <a:pt x="1" y="19609"/>
                    </a:lnTo>
                    <a:lnTo>
                      <a:pt x="2840" y="19609"/>
                    </a:lnTo>
                    <a:lnTo>
                      <a:pt x="2840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0"/>
              <p:cNvSpPr/>
              <p:nvPr/>
            </p:nvSpPr>
            <p:spPr>
              <a:xfrm>
                <a:off x="2838418" y="2571748"/>
                <a:ext cx="118754" cy="822843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19609" extrusionOk="0">
                    <a:moveTo>
                      <a:pt x="1" y="0"/>
                    </a:moveTo>
                    <a:lnTo>
                      <a:pt x="1" y="19609"/>
                    </a:lnTo>
                    <a:lnTo>
                      <a:pt x="2829" y="19609"/>
                    </a:lnTo>
                    <a:lnTo>
                      <a:pt x="2829" y="0"/>
                    </a:lnTo>
                    <a:close/>
                  </a:path>
                </a:pathLst>
              </a:custGeom>
              <a:solidFill>
                <a:srgbClr val="F2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0"/>
              <p:cNvSpPr/>
              <p:nvPr/>
            </p:nvSpPr>
            <p:spPr>
              <a:xfrm>
                <a:off x="457172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" y="146"/>
                    </a:lnTo>
                    <a:lnTo>
                      <a:pt x="23" y="292"/>
                    </a:lnTo>
                    <a:lnTo>
                      <a:pt x="56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35" y="795"/>
                    </a:lnTo>
                    <a:lnTo>
                      <a:pt x="325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7" y="1175"/>
                    </a:lnTo>
                    <a:lnTo>
                      <a:pt x="738" y="1253"/>
                    </a:lnTo>
                    <a:lnTo>
                      <a:pt x="861" y="1309"/>
                    </a:lnTo>
                    <a:lnTo>
                      <a:pt x="996" y="1354"/>
                    </a:lnTo>
                    <a:lnTo>
                      <a:pt x="1130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00" y="1387"/>
                    </a:lnTo>
                    <a:lnTo>
                      <a:pt x="1834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15" y="1097"/>
                    </a:lnTo>
                    <a:lnTo>
                      <a:pt x="2427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61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7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0"/>
              <p:cNvSpPr/>
              <p:nvPr/>
            </p:nvSpPr>
            <p:spPr>
              <a:xfrm>
                <a:off x="576346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0" y="146"/>
                    </a:lnTo>
                    <a:lnTo>
                      <a:pt x="23" y="292"/>
                    </a:lnTo>
                    <a:lnTo>
                      <a:pt x="56" y="426"/>
                    </a:lnTo>
                    <a:lnTo>
                      <a:pt x="101" y="549"/>
                    </a:lnTo>
                    <a:lnTo>
                      <a:pt x="168" y="672"/>
                    </a:lnTo>
                    <a:lnTo>
                      <a:pt x="235" y="795"/>
                    </a:lnTo>
                    <a:lnTo>
                      <a:pt x="324" y="907"/>
                    </a:lnTo>
                    <a:lnTo>
                      <a:pt x="414" y="1007"/>
                    </a:lnTo>
                    <a:lnTo>
                      <a:pt x="514" y="1097"/>
                    </a:lnTo>
                    <a:lnTo>
                      <a:pt x="615" y="1175"/>
                    </a:lnTo>
                    <a:lnTo>
                      <a:pt x="738" y="1253"/>
                    </a:lnTo>
                    <a:lnTo>
                      <a:pt x="861" y="1309"/>
                    </a:lnTo>
                    <a:lnTo>
                      <a:pt x="995" y="1354"/>
                    </a:lnTo>
                    <a:lnTo>
                      <a:pt x="1129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54" y="1410"/>
                    </a:lnTo>
                    <a:lnTo>
                      <a:pt x="1699" y="1387"/>
                    </a:lnTo>
                    <a:lnTo>
                      <a:pt x="1834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14" y="1097"/>
                    </a:lnTo>
                    <a:lnTo>
                      <a:pt x="2415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61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6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0"/>
              <p:cNvSpPr/>
              <p:nvPr/>
            </p:nvSpPr>
            <p:spPr>
              <a:xfrm>
                <a:off x="695016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2" y="146"/>
                    </a:lnTo>
                    <a:lnTo>
                      <a:pt x="34" y="292"/>
                    </a:lnTo>
                    <a:lnTo>
                      <a:pt x="68" y="426"/>
                    </a:lnTo>
                    <a:lnTo>
                      <a:pt x="112" y="549"/>
                    </a:lnTo>
                    <a:lnTo>
                      <a:pt x="179" y="672"/>
                    </a:lnTo>
                    <a:lnTo>
                      <a:pt x="247" y="795"/>
                    </a:lnTo>
                    <a:lnTo>
                      <a:pt x="325" y="907"/>
                    </a:lnTo>
                    <a:lnTo>
                      <a:pt x="414" y="1007"/>
                    </a:lnTo>
                    <a:lnTo>
                      <a:pt x="526" y="1097"/>
                    </a:lnTo>
                    <a:lnTo>
                      <a:pt x="627" y="1175"/>
                    </a:lnTo>
                    <a:lnTo>
                      <a:pt x="750" y="1253"/>
                    </a:lnTo>
                    <a:lnTo>
                      <a:pt x="873" y="1309"/>
                    </a:lnTo>
                    <a:lnTo>
                      <a:pt x="1007" y="1354"/>
                    </a:lnTo>
                    <a:lnTo>
                      <a:pt x="1141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79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7" y="1007"/>
                    </a:lnTo>
                    <a:lnTo>
                      <a:pt x="2516" y="907"/>
                    </a:lnTo>
                    <a:lnTo>
                      <a:pt x="2605" y="795"/>
                    </a:lnTo>
                    <a:lnTo>
                      <a:pt x="2673" y="672"/>
                    </a:lnTo>
                    <a:lnTo>
                      <a:pt x="2728" y="549"/>
                    </a:lnTo>
                    <a:lnTo>
                      <a:pt x="2784" y="426"/>
                    </a:lnTo>
                    <a:lnTo>
                      <a:pt x="2818" y="292"/>
                    </a:lnTo>
                    <a:lnTo>
                      <a:pt x="2840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0"/>
              <p:cNvSpPr/>
              <p:nvPr/>
            </p:nvSpPr>
            <p:spPr>
              <a:xfrm>
                <a:off x="814189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11" y="146"/>
                    </a:lnTo>
                    <a:lnTo>
                      <a:pt x="34" y="292"/>
                    </a:lnTo>
                    <a:lnTo>
                      <a:pt x="67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46" y="795"/>
                    </a:lnTo>
                    <a:lnTo>
                      <a:pt x="324" y="907"/>
                    </a:lnTo>
                    <a:lnTo>
                      <a:pt x="414" y="1007"/>
                    </a:lnTo>
                    <a:lnTo>
                      <a:pt x="514" y="1097"/>
                    </a:lnTo>
                    <a:lnTo>
                      <a:pt x="626" y="1175"/>
                    </a:lnTo>
                    <a:lnTo>
                      <a:pt x="749" y="1253"/>
                    </a:lnTo>
                    <a:lnTo>
                      <a:pt x="872" y="1309"/>
                    </a:lnTo>
                    <a:lnTo>
                      <a:pt x="995" y="1354"/>
                    </a:lnTo>
                    <a:lnTo>
                      <a:pt x="1129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5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79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6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72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17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0"/>
              <p:cNvSpPr/>
              <p:nvPr/>
            </p:nvSpPr>
            <p:spPr>
              <a:xfrm>
                <a:off x="933321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2" y="146"/>
                    </a:lnTo>
                    <a:lnTo>
                      <a:pt x="23" y="292"/>
                    </a:lnTo>
                    <a:lnTo>
                      <a:pt x="68" y="426"/>
                    </a:lnTo>
                    <a:lnTo>
                      <a:pt x="113" y="549"/>
                    </a:lnTo>
                    <a:lnTo>
                      <a:pt x="169" y="672"/>
                    </a:lnTo>
                    <a:lnTo>
                      <a:pt x="247" y="795"/>
                    </a:lnTo>
                    <a:lnTo>
                      <a:pt x="325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7" y="1175"/>
                    </a:lnTo>
                    <a:lnTo>
                      <a:pt x="739" y="1253"/>
                    </a:lnTo>
                    <a:lnTo>
                      <a:pt x="862" y="1309"/>
                    </a:lnTo>
                    <a:lnTo>
                      <a:pt x="996" y="1354"/>
                    </a:lnTo>
                    <a:lnTo>
                      <a:pt x="1130" y="1387"/>
                    </a:lnTo>
                    <a:lnTo>
                      <a:pt x="1275" y="1410"/>
                    </a:lnTo>
                    <a:lnTo>
                      <a:pt x="1421" y="1421"/>
                    </a:lnTo>
                    <a:lnTo>
                      <a:pt x="1566" y="1410"/>
                    </a:lnTo>
                    <a:lnTo>
                      <a:pt x="1700" y="1387"/>
                    </a:lnTo>
                    <a:lnTo>
                      <a:pt x="1845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7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73" y="672"/>
                    </a:lnTo>
                    <a:lnTo>
                      <a:pt x="2729" y="549"/>
                    </a:lnTo>
                    <a:lnTo>
                      <a:pt x="2773" y="426"/>
                    </a:lnTo>
                    <a:lnTo>
                      <a:pt x="2807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0"/>
              <p:cNvSpPr/>
              <p:nvPr/>
            </p:nvSpPr>
            <p:spPr>
              <a:xfrm>
                <a:off x="1052494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0" y="146"/>
                    </a:lnTo>
                    <a:lnTo>
                      <a:pt x="23" y="292"/>
                    </a:lnTo>
                    <a:lnTo>
                      <a:pt x="56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35" y="795"/>
                    </a:lnTo>
                    <a:lnTo>
                      <a:pt x="325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6" y="1175"/>
                    </a:lnTo>
                    <a:lnTo>
                      <a:pt x="738" y="1253"/>
                    </a:lnTo>
                    <a:lnTo>
                      <a:pt x="861" y="1309"/>
                    </a:lnTo>
                    <a:lnTo>
                      <a:pt x="995" y="1354"/>
                    </a:lnTo>
                    <a:lnTo>
                      <a:pt x="1130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00" y="1387"/>
                    </a:lnTo>
                    <a:lnTo>
                      <a:pt x="1834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15" y="1097"/>
                    </a:lnTo>
                    <a:lnTo>
                      <a:pt x="2415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61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6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0"/>
              <p:cNvSpPr/>
              <p:nvPr/>
            </p:nvSpPr>
            <p:spPr>
              <a:xfrm>
                <a:off x="1171164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2" y="146"/>
                    </a:lnTo>
                    <a:lnTo>
                      <a:pt x="34" y="292"/>
                    </a:lnTo>
                    <a:lnTo>
                      <a:pt x="68" y="426"/>
                    </a:lnTo>
                    <a:lnTo>
                      <a:pt x="113" y="549"/>
                    </a:lnTo>
                    <a:lnTo>
                      <a:pt x="180" y="672"/>
                    </a:lnTo>
                    <a:lnTo>
                      <a:pt x="247" y="795"/>
                    </a:lnTo>
                    <a:lnTo>
                      <a:pt x="325" y="907"/>
                    </a:lnTo>
                    <a:lnTo>
                      <a:pt x="426" y="1007"/>
                    </a:lnTo>
                    <a:lnTo>
                      <a:pt x="526" y="1097"/>
                    </a:lnTo>
                    <a:lnTo>
                      <a:pt x="627" y="1175"/>
                    </a:lnTo>
                    <a:lnTo>
                      <a:pt x="750" y="1253"/>
                    </a:lnTo>
                    <a:lnTo>
                      <a:pt x="873" y="1309"/>
                    </a:lnTo>
                    <a:lnTo>
                      <a:pt x="1007" y="1354"/>
                    </a:lnTo>
                    <a:lnTo>
                      <a:pt x="1141" y="1387"/>
                    </a:lnTo>
                    <a:lnTo>
                      <a:pt x="1275" y="1410"/>
                    </a:lnTo>
                    <a:lnTo>
                      <a:pt x="1421" y="1421"/>
                    </a:lnTo>
                    <a:lnTo>
                      <a:pt x="1566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80" y="1309"/>
                    </a:lnTo>
                    <a:lnTo>
                      <a:pt x="2103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7" y="1007"/>
                    </a:lnTo>
                    <a:lnTo>
                      <a:pt x="2516" y="907"/>
                    </a:lnTo>
                    <a:lnTo>
                      <a:pt x="2606" y="795"/>
                    </a:lnTo>
                    <a:lnTo>
                      <a:pt x="2673" y="672"/>
                    </a:lnTo>
                    <a:lnTo>
                      <a:pt x="2729" y="549"/>
                    </a:lnTo>
                    <a:lnTo>
                      <a:pt x="2785" y="426"/>
                    </a:lnTo>
                    <a:lnTo>
                      <a:pt x="2818" y="292"/>
                    </a:lnTo>
                    <a:lnTo>
                      <a:pt x="2840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0"/>
              <p:cNvSpPr/>
              <p:nvPr/>
            </p:nvSpPr>
            <p:spPr>
              <a:xfrm>
                <a:off x="1290338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0" y="1"/>
                    </a:moveTo>
                    <a:lnTo>
                      <a:pt x="12" y="146"/>
                    </a:lnTo>
                    <a:lnTo>
                      <a:pt x="34" y="292"/>
                    </a:lnTo>
                    <a:lnTo>
                      <a:pt x="68" y="426"/>
                    </a:lnTo>
                    <a:lnTo>
                      <a:pt x="112" y="549"/>
                    </a:lnTo>
                    <a:lnTo>
                      <a:pt x="179" y="672"/>
                    </a:lnTo>
                    <a:lnTo>
                      <a:pt x="246" y="795"/>
                    </a:lnTo>
                    <a:lnTo>
                      <a:pt x="325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6" y="1175"/>
                    </a:lnTo>
                    <a:lnTo>
                      <a:pt x="749" y="1253"/>
                    </a:lnTo>
                    <a:lnTo>
                      <a:pt x="872" y="1309"/>
                    </a:lnTo>
                    <a:lnTo>
                      <a:pt x="995" y="1354"/>
                    </a:lnTo>
                    <a:lnTo>
                      <a:pt x="1141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79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6" y="1007"/>
                    </a:lnTo>
                    <a:lnTo>
                      <a:pt x="2516" y="907"/>
                    </a:lnTo>
                    <a:lnTo>
                      <a:pt x="2605" y="795"/>
                    </a:lnTo>
                    <a:lnTo>
                      <a:pt x="2672" y="672"/>
                    </a:lnTo>
                    <a:lnTo>
                      <a:pt x="2728" y="549"/>
                    </a:lnTo>
                    <a:lnTo>
                      <a:pt x="2784" y="426"/>
                    </a:lnTo>
                    <a:lnTo>
                      <a:pt x="2818" y="292"/>
                    </a:lnTo>
                    <a:lnTo>
                      <a:pt x="2840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0"/>
              <p:cNvSpPr/>
              <p:nvPr/>
            </p:nvSpPr>
            <p:spPr>
              <a:xfrm>
                <a:off x="1409511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11" y="146"/>
                    </a:lnTo>
                    <a:lnTo>
                      <a:pt x="34" y="292"/>
                    </a:lnTo>
                    <a:lnTo>
                      <a:pt x="67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46" y="795"/>
                    </a:lnTo>
                    <a:lnTo>
                      <a:pt x="324" y="907"/>
                    </a:lnTo>
                    <a:lnTo>
                      <a:pt x="414" y="1007"/>
                    </a:lnTo>
                    <a:lnTo>
                      <a:pt x="514" y="1097"/>
                    </a:lnTo>
                    <a:lnTo>
                      <a:pt x="626" y="1175"/>
                    </a:lnTo>
                    <a:lnTo>
                      <a:pt x="749" y="1253"/>
                    </a:lnTo>
                    <a:lnTo>
                      <a:pt x="872" y="1309"/>
                    </a:lnTo>
                    <a:lnTo>
                      <a:pt x="995" y="1354"/>
                    </a:lnTo>
                    <a:lnTo>
                      <a:pt x="1129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5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68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5" y="1097"/>
                    </a:lnTo>
                    <a:lnTo>
                      <a:pt x="2426" y="1007"/>
                    </a:lnTo>
                    <a:lnTo>
                      <a:pt x="2515" y="907"/>
                    </a:lnTo>
                    <a:lnTo>
                      <a:pt x="2594" y="795"/>
                    </a:lnTo>
                    <a:lnTo>
                      <a:pt x="2672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6" y="292"/>
                    </a:lnTo>
                    <a:lnTo>
                      <a:pt x="2828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0"/>
              <p:cNvSpPr/>
              <p:nvPr/>
            </p:nvSpPr>
            <p:spPr>
              <a:xfrm>
                <a:off x="1528643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" y="146"/>
                    </a:lnTo>
                    <a:lnTo>
                      <a:pt x="23" y="292"/>
                    </a:lnTo>
                    <a:lnTo>
                      <a:pt x="68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47" y="795"/>
                    </a:lnTo>
                    <a:lnTo>
                      <a:pt x="325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7" y="1175"/>
                    </a:lnTo>
                    <a:lnTo>
                      <a:pt x="738" y="1253"/>
                    </a:lnTo>
                    <a:lnTo>
                      <a:pt x="861" y="1309"/>
                    </a:lnTo>
                    <a:lnTo>
                      <a:pt x="996" y="1354"/>
                    </a:lnTo>
                    <a:lnTo>
                      <a:pt x="1130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00" y="1387"/>
                    </a:lnTo>
                    <a:lnTo>
                      <a:pt x="1845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7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73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7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0"/>
              <p:cNvSpPr/>
              <p:nvPr/>
            </p:nvSpPr>
            <p:spPr>
              <a:xfrm>
                <a:off x="1647816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0" y="146"/>
                    </a:lnTo>
                    <a:lnTo>
                      <a:pt x="23" y="292"/>
                    </a:lnTo>
                    <a:lnTo>
                      <a:pt x="56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35" y="795"/>
                    </a:lnTo>
                    <a:lnTo>
                      <a:pt x="324" y="907"/>
                    </a:lnTo>
                    <a:lnTo>
                      <a:pt x="414" y="1007"/>
                    </a:lnTo>
                    <a:lnTo>
                      <a:pt x="514" y="1097"/>
                    </a:lnTo>
                    <a:lnTo>
                      <a:pt x="626" y="1175"/>
                    </a:lnTo>
                    <a:lnTo>
                      <a:pt x="738" y="1253"/>
                    </a:lnTo>
                    <a:lnTo>
                      <a:pt x="861" y="1309"/>
                    </a:lnTo>
                    <a:lnTo>
                      <a:pt x="995" y="1354"/>
                    </a:lnTo>
                    <a:lnTo>
                      <a:pt x="1129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5" y="1410"/>
                    </a:lnTo>
                    <a:lnTo>
                      <a:pt x="1700" y="1387"/>
                    </a:lnTo>
                    <a:lnTo>
                      <a:pt x="1834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14" y="1097"/>
                    </a:lnTo>
                    <a:lnTo>
                      <a:pt x="2415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61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6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0"/>
              <p:cNvSpPr/>
              <p:nvPr/>
            </p:nvSpPr>
            <p:spPr>
              <a:xfrm>
                <a:off x="1766486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2" y="146"/>
                    </a:lnTo>
                    <a:lnTo>
                      <a:pt x="34" y="292"/>
                    </a:lnTo>
                    <a:lnTo>
                      <a:pt x="68" y="426"/>
                    </a:lnTo>
                    <a:lnTo>
                      <a:pt x="112" y="549"/>
                    </a:lnTo>
                    <a:lnTo>
                      <a:pt x="180" y="672"/>
                    </a:lnTo>
                    <a:lnTo>
                      <a:pt x="247" y="795"/>
                    </a:lnTo>
                    <a:lnTo>
                      <a:pt x="325" y="907"/>
                    </a:lnTo>
                    <a:lnTo>
                      <a:pt x="425" y="1007"/>
                    </a:lnTo>
                    <a:lnTo>
                      <a:pt x="526" y="1097"/>
                    </a:lnTo>
                    <a:lnTo>
                      <a:pt x="627" y="1175"/>
                    </a:lnTo>
                    <a:lnTo>
                      <a:pt x="750" y="1253"/>
                    </a:lnTo>
                    <a:lnTo>
                      <a:pt x="873" y="1309"/>
                    </a:lnTo>
                    <a:lnTo>
                      <a:pt x="1007" y="1354"/>
                    </a:lnTo>
                    <a:lnTo>
                      <a:pt x="1141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79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7" y="1007"/>
                    </a:lnTo>
                    <a:lnTo>
                      <a:pt x="2516" y="907"/>
                    </a:lnTo>
                    <a:lnTo>
                      <a:pt x="2605" y="795"/>
                    </a:lnTo>
                    <a:lnTo>
                      <a:pt x="2673" y="672"/>
                    </a:lnTo>
                    <a:lnTo>
                      <a:pt x="2728" y="549"/>
                    </a:lnTo>
                    <a:lnTo>
                      <a:pt x="2784" y="426"/>
                    </a:lnTo>
                    <a:lnTo>
                      <a:pt x="2818" y="292"/>
                    </a:lnTo>
                    <a:lnTo>
                      <a:pt x="2840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0"/>
              <p:cNvSpPr/>
              <p:nvPr/>
            </p:nvSpPr>
            <p:spPr>
              <a:xfrm>
                <a:off x="1885660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11" y="146"/>
                    </a:lnTo>
                    <a:lnTo>
                      <a:pt x="34" y="292"/>
                    </a:lnTo>
                    <a:lnTo>
                      <a:pt x="67" y="426"/>
                    </a:lnTo>
                    <a:lnTo>
                      <a:pt x="112" y="549"/>
                    </a:lnTo>
                    <a:lnTo>
                      <a:pt x="179" y="672"/>
                    </a:lnTo>
                    <a:lnTo>
                      <a:pt x="246" y="795"/>
                    </a:lnTo>
                    <a:lnTo>
                      <a:pt x="324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6" y="1175"/>
                    </a:lnTo>
                    <a:lnTo>
                      <a:pt x="749" y="1253"/>
                    </a:lnTo>
                    <a:lnTo>
                      <a:pt x="872" y="1309"/>
                    </a:lnTo>
                    <a:lnTo>
                      <a:pt x="995" y="1354"/>
                    </a:lnTo>
                    <a:lnTo>
                      <a:pt x="1141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5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79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6" y="1007"/>
                    </a:lnTo>
                    <a:lnTo>
                      <a:pt x="2516" y="907"/>
                    </a:lnTo>
                    <a:lnTo>
                      <a:pt x="2605" y="795"/>
                    </a:lnTo>
                    <a:lnTo>
                      <a:pt x="2672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18" y="292"/>
                    </a:lnTo>
                    <a:lnTo>
                      <a:pt x="2840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0"/>
              <p:cNvSpPr/>
              <p:nvPr/>
            </p:nvSpPr>
            <p:spPr>
              <a:xfrm>
                <a:off x="2004791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2" y="146"/>
                    </a:lnTo>
                    <a:lnTo>
                      <a:pt x="34" y="292"/>
                    </a:lnTo>
                    <a:lnTo>
                      <a:pt x="68" y="426"/>
                    </a:lnTo>
                    <a:lnTo>
                      <a:pt x="113" y="549"/>
                    </a:lnTo>
                    <a:lnTo>
                      <a:pt x="169" y="672"/>
                    </a:lnTo>
                    <a:lnTo>
                      <a:pt x="247" y="795"/>
                    </a:lnTo>
                    <a:lnTo>
                      <a:pt x="325" y="907"/>
                    </a:lnTo>
                    <a:lnTo>
                      <a:pt x="415" y="1007"/>
                    </a:lnTo>
                    <a:lnTo>
                      <a:pt x="515" y="1097"/>
                    </a:lnTo>
                    <a:lnTo>
                      <a:pt x="627" y="1175"/>
                    </a:lnTo>
                    <a:lnTo>
                      <a:pt x="739" y="1253"/>
                    </a:lnTo>
                    <a:lnTo>
                      <a:pt x="873" y="1309"/>
                    </a:lnTo>
                    <a:lnTo>
                      <a:pt x="996" y="1354"/>
                    </a:lnTo>
                    <a:lnTo>
                      <a:pt x="1130" y="1387"/>
                    </a:lnTo>
                    <a:lnTo>
                      <a:pt x="1275" y="1410"/>
                    </a:lnTo>
                    <a:lnTo>
                      <a:pt x="1421" y="1421"/>
                    </a:lnTo>
                    <a:lnTo>
                      <a:pt x="1566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68" y="1309"/>
                    </a:lnTo>
                    <a:lnTo>
                      <a:pt x="2103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7" y="1007"/>
                    </a:lnTo>
                    <a:lnTo>
                      <a:pt x="2516" y="907"/>
                    </a:lnTo>
                    <a:lnTo>
                      <a:pt x="2595" y="795"/>
                    </a:lnTo>
                    <a:lnTo>
                      <a:pt x="2673" y="672"/>
                    </a:lnTo>
                    <a:lnTo>
                      <a:pt x="2729" y="549"/>
                    </a:lnTo>
                    <a:lnTo>
                      <a:pt x="2773" y="426"/>
                    </a:lnTo>
                    <a:lnTo>
                      <a:pt x="2807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0"/>
              <p:cNvSpPr/>
              <p:nvPr/>
            </p:nvSpPr>
            <p:spPr>
              <a:xfrm>
                <a:off x="2123965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0" y="1"/>
                    </a:moveTo>
                    <a:lnTo>
                      <a:pt x="0" y="146"/>
                    </a:lnTo>
                    <a:lnTo>
                      <a:pt x="23" y="292"/>
                    </a:lnTo>
                    <a:lnTo>
                      <a:pt x="68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46" y="795"/>
                    </a:lnTo>
                    <a:lnTo>
                      <a:pt x="325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7" y="1175"/>
                    </a:lnTo>
                    <a:lnTo>
                      <a:pt x="738" y="1253"/>
                    </a:lnTo>
                    <a:lnTo>
                      <a:pt x="861" y="1309"/>
                    </a:lnTo>
                    <a:lnTo>
                      <a:pt x="995" y="1354"/>
                    </a:lnTo>
                    <a:lnTo>
                      <a:pt x="1130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00" y="1387"/>
                    </a:lnTo>
                    <a:lnTo>
                      <a:pt x="1845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6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61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7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0"/>
              <p:cNvSpPr/>
              <p:nvPr/>
            </p:nvSpPr>
            <p:spPr>
              <a:xfrm>
                <a:off x="2243138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0" y="146"/>
                    </a:lnTo>
                    <a:lnTo>
                      <a:pt x="22" y="292"/>
                    </a:lnTo>
                    <a:lnTo>
                      <a:pt x="56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35" y="795"/>
                    </a:lnTo>
                    <a:lnTo>
                      <a:pt x="324" y="907"/>
                    </a:lnTo>
                    <a:lnTo>
                      <a:pt x="414" y="1007"/>
                    </a:lnTo>
                    <a:lnTo>
                      <a:pt x="514" y="1097"/>
                    </a:lnTo>
                    <a:lnTo>
                      <a:pt x="626" y="1175"/>
                    </a:lnTo>
                    <a:lnTo>
                      <a:pt x="738" y="1253"/>
                    </a:lnTo>
                    <a:lnTo>
                      <a:pt x="861" y="1309"/>
                    </a:lnTo>
                    <a:lnTo>
                      <a:pt x="995" y="1354"/>
                    </a:lnTo>
                    <a:lnTo>
                      <a:pt x="1129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5" y="1410"/>
                    </a:lnTo>
                    <a:lnTo>
                      <a:pt x="1699" y="1387"/>
                    </a:lnTo>
                    <a:lnTo>
                      <a:pt x="1834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14" y="1097"/>
                    </a:lnTo>
                    <a:lnTo>
                      <a:pt x="2415" y="1007"/>
                    </a:lnTo>
                    <a:lnTo>
                      <a:pt x="2515" y="907"/>
                    </a:lnTo>
                    <a:lnTo>
                      <a:pt x="2594" y="795"/>
                    </a:lnTo>
                    <a:lnTo>
                      <a:pt x="2661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6" y="292"/>
                    </a:lnTo>
                    <a:lnTo>
                      <a:pt x="2828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0"/>
              <p:cNvSpPr/>
              <p:nvPr/>
            </p:nvSpPr>
            <p:spPr>
              <a:xfrm>
                <a:off x="2361808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0" y="1"/>
                    </a:moveTo>
                    <a:lnTo>
                      <a:pt x="12" y="146"/>
                    </a:lnTo>
                    <a:lnTo>
                      <a:pt x="34" y="292"/>
                    </a:lnTo>
                    <a:lnTo>
                      <a:pt x="68" y="426"/>
                    </a:lnTo>
                    <a:lnTo>
                      <a:pt x="112" y="549"/>
                    </a:lnTo>
                    <a:lnTo>
                      <a:pt x="179" y="672"/>
                    </a:lnTo>
                    <a:lnTo>
                      <a:pt x="246" y="795"/>
                    </a:lnTo>
                    <a:lnTo>
                      <a:pt x="325" y="907"/>
                    </a:lnTo>
                    <a:lnTo>
                      <a:pt x="425" y="1007"/>
                    </a:lnTo>
                    <a:lnTo>
                      <a:pt x="526" y="1097"/>
                    </a:lnTo>
                    <a:lnTo>
                      <a:pt x="627" y="1175"/>
                    </a:lnTo>
                    <a:lnTo>
                      <a:pt x="750" y="1253"/>
                    </a:lnTo>
                    <a:lnTo>
                      <a:pt x="872" y="1309"/>
                    </a:lnTo>
                    <a:lnTo>
                      <a:pt x="1007" y="1354"/>
                    </a:lnTo>
                    <a:lnTo>
                      <a:pt x="1141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79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6" y="1007"/>
                    </a:lnTo>
                    <a:lnTo>
                      <a:pt x="2516" y="907"/>
                    </a:lnTo>
                    <a:lnTo>
                      <a:pt x="2605" y="795"/>
                    </a:lnTo>
                    <a:lnTo>
                      <a:pt x="2672" y="672"/>
                    </a:lnTo>
                    <a:lnTo>
                      <a:pt x="2728" y="549"/>
                    </a:lnTo>
                    <a:lnTo>
                      <a:pt x="2784" y="426"/>
                    </a:lnTo>
                    <a:lnTo>
                      <a:pt x="2818" y="292"/>
                    </a:lnTo>
                    <a:lnTo>
                      <a:pt x="2840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0"/>
              <p:cNvSpPr/>
              <p:nvPr/>
            </p:nvSpPr>
            <p:spPr>
              <a:xfrm>
                <a:off x="2480982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11" y="146"/>
                    </a:lnTo>
                    <a:lnTo>
                      <a:pt x="34" y="292"/>
                    </a:lnTo>
                    <a:lnTo>
                      <a:pt x="67" y="426"/>
                    </a:lnTo>
                    <a:lnTo>
                      <a:pt x="112" y="549"/>
                    </a:lnTo>
                    <a:lnTo>
                      <a:pt x="179" y="672"/>
                    </a:lnTo>
                    <a:lnTo>
                      <a:pt x="246" y="795"/>
                    </a:lnTo>
                    <a:lnTo>
                      <a:pt x="324" y="907"/>
                    </a:lnTo>
                    <a:lnTo>
                      <a:pt x="414" y="1007"/>
                    </a:lnTo>
                    <a:lnTo>
                      <a:pt x="514" y="1097"/>
                    </a:lnTo>
                    <a:lnTo>
                      <a:pt x="626" y="1175"/>
                    </a:lnTo>
                    <a:lnTo>
                      <a:pt x="749" y="1253"/>
                    </a:lnTo>
                    <a:lnTo>
                      <a:pt x="872" y="1309"/>
                    </a:lnTo>
                    <a:lnTo>
                      <a:pt x="995" y="1354"/>
                    </a:lnTo>
                    <a:lnTo>
                      <a:pt x="1140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5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79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5" y="1097"/>
                    </a:lnTo>
                    <a:lnTo>
                      <a:pt x="2426" y="1007"/>
                    </a:lnTo>
                    <a:lnTo>
                      <a:pt x="2515" y="907"/>
                    </a:lnTo>
                    <a:lnTo>
                      <a:pt x="2594" y="795"/>
                    </a:lnTo>
                    <a:lnTo>
                      <a:pt x="2672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17" y="292"/>
                    </a:lnTo>
                    <a:lnTo>
                      <a:pt x="2840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0"/>
              <p:cNvSpPr/>
              <p:nvPr/>
            </p:nvSpPr>
            <p:spPr>
              <a:xfrm>
                <a:off x="2600113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2" y="146"/>
                    </a:lnTo>
                    <a:lnTo>
                      <a:pt x="34" y="292"/>
                    </a:lnTo>
                    <a:lnTo>
                      <a:pt x="68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47" y="795"/>
                    </a:lnTo>
                    <a:lnTo>
                      <a:pt x="325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7" y="1175"/>
                    </a:lnTo>
                    <a:lnTo>
                      <a:pt x="739" y="1253"/>
                    </a:lnTo>
                    <a:lnTo>
                      <a:pt x="873" y="1309"/>
                    </a:lnTo>
                    <a:lnTo>
                      <a:pt x="996" y="1354"/>
                    </a:lnTo>
                    <a:lnTo>
                      <a:pt x="1130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6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68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7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73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7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0"/>
              <p:cNvSpPr/>
              <p:nvPr/>
            </p:nvSpPr>
            <p:spPr>
              <a:xfrm>
                <a:off x="2719287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0" y="146"/>
                    </a:lnTo>
                    <a:lnTo>
                      <a:pt x="23" y="292"/>
                    </a:lnTo>
                    <a:lnTo>
                      <a:pt x="56" y="426"/>
                    </a:lnTo>
                    <a:lnTo>
                      <a:pt x="112" y="549"/>
                    </a:lnTo>
                    <a:lnTo>
                      <a:pt x="168" y="672"/>
                    </a:lnTo>
                    <a:lnTo>
                      <a:pt x="235" y="795"/>
                    </a:lnTo>
                    <a:lnTo>
                      <a:pt x="324" y="907"/>
                    </a:lnTo>
                    <a:lnTo>
                      <a:pt x="414" y="1007"/>
                    </a:lnTo>
                    <a:lnTo>
                      <a:pt x="515" y="1097"/>
                    </a:lnTo>
                    <a:lnTo>
                      <a:pt x="626" y="1175"/>
                    </a:lnTo>
                    <a:lnTo>
                      <a:pt x="738" y="1253"/>
                    </a:lnTo>
                    <a:lnTo>
                      <a:pt x="861" y="1309"/>
                    </a:lnTo>
                    <a:lnTo>
                      <a:pt x="995" y="1354"/>
                    </a:lnTo>
                    <a:lnTo>
                      <a:pt x="1129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5" y="1410"/>
                    </a:lnTo>
                    <a:lnTo>
                      <a:pt x="1700" y="1387"/>
                    </a:lnTo>
                    <a:lnTo>
                      <a:pt x="1845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6" y="1007"/>
                    </a:lnTo>
                    <a:lnTo>
                      <a:pt x="2516" y="907"/>
                    </a:lnTo>
                    <a:lnTo>
                      <a:pt x="2594" y="795"/>
                    </a:lnTo>
                    <a:lnTo>
                      <a:pt x="2661" y="672"/>
                    </a:lnTo>
                    <a:lnTo>
                      <a:pt x="2728" y="549"/>
                    </a:lnTo>
                    <a:lnTo>
                      <a:pt x="2773" y="426"/>
                    </a:lnTo>
                    <a:lnTo>
                      <a:pt x="2806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0"/>
              <p:cNvSpPr/>
              <p:nvPr/>
            </p:nvSpPr>
            <p:spPr>
              <a:xfrm>
                <a:off x="2838418" y="3394549"/>
                <a:ext cx="119215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21" extrusionOk="0">
                    <a:moveTo>
                      <a:pt x="1" y="1"/>
                    </a:moveTo>
                    <a:lnTo>
                      <a:pt x="1" y="146"/>
                    </a:lnTo>
                    <a:lnTo>
                      <a:pt x="23" y="292"/>
                    </a:lnTo>
                    <a:lnTo>
                      <a:pt x="57" y="426"/>
                    </a:lnTo>
                    <a:lnTo>
                      <a:pt x="113" y="549"/>
                    </a:lnTo>
                    <a:lnTo>
                      <a:pt x="169" y="672"/>
                    </a:lnTo>
                    <a:lnTo>
                      <a:pt x="236" y="795"/>
                    </a:lnTo>
                    <a:lnTo>
                      <a:pt x="325" y="907"/>
                    </a:lnTo>
                    <a:lnTo>
                      <a:pt x="415" y="1007"/>
                    </a:lnTo>
                    <a:lnTo>
                      <a:pt x="515" y="1097"/>
                    </a:lnTo>
                    <a:lnTo>
                      <a:pt x="627" y="1175"/>
                    </a:lnTo>
                    <a:lnTo>
                      <a:pt x="739" y="1253"/>
                    </a:lnTo>
                    <a:lnTo>
                      <a:pt x="862" y="1309"/>
                    </a:lnTo>
                    <a:lnTo>
                      <a:pt x="996" y="1354"/>
                    </a:lnTo>
                    <a:lnTo>
                      <a:pt x="1130" y="1387"/>
                    </a:lnTo>
                    <a:lnTo>
                      <a:pt x="1275" y="1410"/>
                    </a:lnTo>
                    <a:lnTo>
                      <a:pt x="1421" y="1421"/>
                    </a:lnTo>
                    <a:lnTo>
                      <a:pt x="1566" y="1410"/>
                    </a:lnTo>
                    <a:lnTo>
                      <a:pt x="1700" y="1387"/>
                    </a:lnTo>
                    <a:lnTo>
                      <a:pt x="1834" y="1354"/>
                    </a:lnTo>
                    <a:lnTo>
                      <a:pt x="1968" y="1309"/>
                    </a:lnTo>
                    <a:lnTo>
                      <a:pt x="2091" y="1253"/>
                    </a:lnTo>
                    <a:lnTo>
                      <a:pt x="2214" y="1175"/>
                    </a:lnTo>
                    <a:lnTo>
                      <a:pt x="2315" y="1097"/>
                    </a:lnTo>
                    <a:lnTo>
                      <a:pt x="2416" y="1007"/>
                    </a:lnTo>
                    <a:lnTo>
                      <a:pt x="2516" y="907"/>
                    </a:lnTo>
                    <a:lnTo>
                      <a:pt x="2595" y="795"/>
                    </a:lnTo>
                    <a:lnTo>
                      <a:pt x="2662" y="672"/>
                    </a:lnTo>
                    <a:lnTo>
                      <a:pt x="2729" y="549"/>
                    </a:lnTo>
                    <a:lnTo>
                      <a:pt x="2773" y="426"/>
                    </a:lnTo>
                    <a:lnTo>
                      <a:pt x="2807" y="292"/>
                    </a:lnTo>
                    <a:lnTo>
                      <a:pt x="2829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E26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0"/>
              <p:cNvSpPr/>
              <p:nvPr/>
            </p:nvSpPr>
            <p:spPr>
              <a:xfrm>
                <a:off x="2957130" y="3394549"/>
                <a:ext cx="119174" cy="59629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1421" extrusionOk="0">
                    <a:moveTo>
                      <a:pt x="0" y="1"/>
                    </a:moveTo>
                    <a:lnTo>
                      <a:pt x="11" y="146"/>
                    </a:lnTo>
                    <a:lnTo>
                      <a:pt x="34" y="292"/>
                    </a:lnTo>
                    <a:lnTo>
                      <a:pt x="67" y="426"/>
                    </a:lnTo>
                    <a:lnTo>
                      <a:pt x="112" y="549"/>
                    </a:lnTo>
                    <a:lnTo>
                      <a:pt x="179" y="672"/>
                    </a:lnTo>
                    <a:lnTo>
                      <a:pt x="246" y="795"/>
                    </a:lnTo>
                    <a:lnTo>
                      <a:pt x="325" y="907"/>
                    </a:lnTo>
                    <a:lnTo>
                      <a:pt x="425" y="1007"/>
                    </a:lnTo>
                    <a:lnTo>
                      <a:pt x="526" y="1097"/>
                    </a:lnTo>
                    <a:lnTo>
                      <a:pt x="626" y="1175"/>
                    </a:lnTo>
                    <a:lnTo>
                      <a:pt x="749" y="1253"/>
                    </a:lnTo>
                    <a:lnTo>
                      <a:pt x="872" y="1309"/>
                    </a:lnTo>
                    <a:lnTo>
                      <a:pt x="1006" y="1354"/>
                    </a:lnTo>
                    <a:lnTo>
                      <a:pt x="1141" y="1387"/>
                    </a:lnTo>
                    <a:lnTo>
                      <a:pt x="1275" y="1410"/>
                    </a:lnTo>
                    <a:lnTo>
                      <a:pt x="1420" y="1421"/>
                    </a:lnTo>
                    <a:lnTo>
                      <a:pt x="1565" y="1410"/>
                    </a:lnTo>
                    <a:lnTo>
                      <a:pt x="1711" y="1387"/>
                    </a:lnTo>
                    <a:lnTo>
                      <a:pt x="1845" y="1354"/>
                    </a:lnTo>
                    <a:lnTo>
                      <a:pt x="1979" y="1309"/>
                    </a:lnTo>
                    <a:lnTo>
                      <a:pt x="2102" y="1253"/>
                    </a:lnTo>
                    <a:lnTo>
                      <a:pt x="2214" y="1175"/>
                    </a:lnTo>
                    <a:lnTo>
                      <a:pt x="2326" y="1097"/>
                    </a:lnTo>
                    <a:lnTo>
                      <a:pt x="2426" y="1007"/>
                    </a:lnTo>
                    <a:lnTo>
                      <a:pt x="2516" y="907"/>
                    </a:lnTo>
                    <a:lnTo>
                      <a:pt x="2605" y="795"/>
                    </a:lnTo>
                    <a:lnTo>
                      <a:pt x="2672" y="672"/>
                    </a:lnTo>
                    <a:lnTo>
                      <a:pt x="2728" y="549"/>
                    </a:lnTo>
                    <a:lnTo>
                      <a:pt x="2784" y="426"/>
                    </a:lnTo>
                    <a:lnTo>
                      <a:pt x="2818" y="292"/>
                    </a:lnTo>
                    <a:lnTo>
                      <a:pt x="2840" y="1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rgbClr val="DB43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28" name="Google Shape;1228;p30"/>
              <p:cNvGrpSpPr/>
              <p:nvPr/>
            </p:nvGrpSpPr>
            <p:grpSpPr>
              <a:xfrm>
                <a:off x="516759" y="3505749"/>
                <a:ext cx="72763" cy="1168152"/>
                <a:chOff x="516759" y="3505749"/>
                <a:chExt cx="72763" cy="1168152"/>
              </a:xfrm>
            </p:grpSpPr>
            <p:sp>
              <p:nvSpPr>
                <p:cNvPr id="1229" name="Google Shape;1229;p30"/>
                <p:cNvSpPr/>
                <p:nvPr/>
              </p:nvSpPr>
              <p:spPr>
                <a:xfrm>
                  <a:off x="516759" y="3505749"/>
                  <a:ext cx="72763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3" extrusionOk="0">
                      <a:moveTo>
                        <a:pt x="0" y="1"/>
                      </a:moveTo>
                      <a:lnTo>
                        <a:pt x="0" y="1633"/>
                      </a:lnTo>
                      <a:lnTo>
                        <a:pt x="995" y="1633"/>
                      </a:lnTo>
                      <a:lnTo>
                        <a:pt x="1074" y="1622"/>
                      </a:lnTo>
                      <a:lnTo>
                        <a:pt x="1152" y="1599"/>
                      </a:lnTo>
                      <a:lnTo>
                        <a:pt x="1230" y="1566"/>
                      </a:lnTo>
                      <a:lnTo>
                        <a:pt x="1297" y="1532"/>
                      </a:lnTo>
                      <a:lnTo>
                        <a:pt x="1364" y="1499"/>
                      </a:lnTo>
                      <a:lnTo>
                        <a:pt x="1431" y="1443"/>
                      </a:lnTo>
                      <a:lnTo>
                        <a:pt x="1487" y="1398"/>
                      </a:lnTo>
                      <a:lnTo>
                        <a:pt x="1543" y="1331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30"/>
                      </a:lnTo>
                      <a:lnTo>
                        <a:pt x="1688" y="1063"/>
                      </a:lnTo>
                      <a:lnTo>
                        <a:pt x="1711" y="984"/>
                      </a:lnTo>
                      <a:lnTo>
                        <a:pt x="1722" y="895"/>
                      </a:lnTo>
                      <a:lnTo>
                        <a:pt x="1733" y="817"/>
                      </a:lnTo>
                      <a:lnTo>
                        <a:pt x="1722" y="727"/>
                      </a:lnTo>
                      <a:lnTo>
                        <a:pt x="1711" y="649"/>
                      </a:lnTo>
                      <a:lnTo>
                        <a:pt x="1688" y="571"/>
                      </a:lnTo>
                      <a:lnTo>
                        <a:pt x="1666" y="504"/>
                      </a:lnTo>
                      <a:lnTo>
                        <a:pt x="1633" y="425"/>
                      </a:lnTo>
                      <a:lnTo>
                        <a:pt x="1588" y="358"/>
                      </a:lnTo>
                      <a:lnTo>
                        <a:pt x="1543" y="291"/>
                      </a:lnTo>
                      <a:lnTo>
                        <a:pt x="1487" y="235"/>
                      </a:lnTo>
                      <a:lnTo>
                        <a:pt x="1431" y="191"/>
                      </a:lnTo>
                      <a:lnTo>
                        <a:pt x="1364" y="135"/>
                      </a:lnTo>
                      <a:lnTo>
                        <a:pt x="1297" y="101"/>
                      </a:lnTo>
                      <a:lnTo>
                        <a:pt x="1230" y="68"/>
                      </a:lnTo>
                      <a:lnTo>
                        <a:pt x="1152" y="34"/>
                      </a:lnTo>
                      <a:lnTo>
                        <a:pt x="1074" y="12"/>
                      </a:lnTo>
                      <a:lnTo>
                        <a:pt x="99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30"/>
                <p:cNvSpPr/>
                <p:nvPr/>
              </p:nvSpPr>
              <p:spPr>
                <a:xfrm>
                  <a:off x="516759" y="4205222"/>
                  <a:ext cx="72763" cy="68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44" extrusionOk="0">
                      <a:moveTo>
                        <a:pt x="0" y="0"/>
                      </a:moveTo>
                      <a:lnTo>
                        <a:pt x="0" y="1644"/>
                      </a:lnTo>
                      <a:lnTo>
                        <a:pt x="906" y="1644"/>
                      </a:lnTo>
                      <a:lnTo>
                        <a:pt x="995" y="1633"/>
                      </a:lnTo>
                      <a:lnTo>
                        <a:pt x="1074" y="1621"/>
                      </a:lnTo>
                      <a:lnTo>
                        <a:pt x="1152" y="1599"/>
                      </a:lnTo>
                      <a:lnTo>
                        <a:pt x="1230" y="1577"/>
                      </a:lnTo>
                      <a:lnTo>
                        <a:pt x="1297" y="1543"/>
                      </a:lnTo>
                      <a:lnTo>
                        <a:pt x="1364" y="1498"/>
                      </a:lnTo>
                      <a:lnTo>
                        <a:pt x="1431" y="1454"/>
                      </a:lnTo>
                      <a:lnTo>
                        <a:pt x="1487" y="1398"/>
                      </a:lnTo>
                      <a:lnTo>
                        <a:pt x="1543" y="1342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41"/>
                      </a:lnTo>
                      <a:lnTo>
                        <a:pt x="1688" y="1062"/>
                      </a:lnTo>
                      <a:lnTo>
                        <a:pt x="1711" y="984"/>
                      </a:lnTo>
                      <a:lnTo>
                        <a:pt x="1722" y="906"/>
                      </a:lnTo>
                      <a:lnTo>
                        <a:pt x="1733" y="828"/>
                      </a:lnTo>
                      <a:lnTo>
                        <a:pt x="1722" y="738"/>
                      </a:lnTo>
                      <a:lnTo>
                        <a:pt x="1711" y="660"/>
                      </a:lnTo>
                      <a:lnTo>
                        <a:pt x="1688" y="582"/>
                      </a:lnTo>
                      <a:lnTo>
                        <a:pt x="1666" y="503"/>
                      </a:lnTo>
                      <a:lnTo>
                        <a:pt x="1633" y="436"/>
                      </a:lnTo>
                      <a:lnTo>
                        <a:pt x="1588" y="369"/>
                      </a:lnTo>
                      <a:lnTo>
                        <a:pt x="1543" y="302"/>
                      </a:lnTo>
                      <a:lnTo>
                        <a:pt x="1487" y="246"/>
                      </a:lnTo>
                      <a:lnTo>
                        <a:pt x="1431" y="190"/>
                      </a:lnTo>
                      <a:lnTo>
                        <a:pt x="1364" y="146"/>
                      </a:lnTo>
                      <a:lnTo>
                        <a:pt x="1297" y="101"/>
                      </a:lnTo>
                      <a:lnTo>
                        <a:pt x="1230" y="67"/>
                      </a:lnTo>
                      <a:lnTo>
                        <a:pt x="1152" y="45"/>
                      </a:lnTo>
                      <a:lnTo>
                        <a:pt x="1074" y="23"/>
                      </a:lnTo>
                      <a:lnTo>
                        <a:pt x="995" y="11"/>
                      </a:lnTo>
                      <a:lnTo>
                        <a:pt x="90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30"/>
                <p:cNvSpPr/>
                <p:nvPr/>
              </p:nvSpPr>
              <p:spPr>
                <a:xfrm>
                  <a:off x="516759" y="4005355"/>
                  <a:ext cx="72763" cy="68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4" extrusionOk="0">
                      <a:moveTo>
                        <a:pt x="0" y="1"/>
                      </a:moveTo>
                      <a:lnTo>
                        <a:pt x="0" y="1633"/>
                      </a:lnTo>
                      <a:lnTo>
                        <a:pt x="995" y="1633"/>
                      </a:lnTo>
                      <a:lnTo>
                        <a:pt x="1074" y="1622"/>
                      </a:lnTo>
                      <a:lnTo>
                        <a:pt x="1152" y="1599"/>
                      </a:lnTo>
                      <a:lnTo>
                        <a:pt x="1230" y="1577"/>
                      </a:lnTo>
                      <a:lnTo>
                        <a:pt x="1297" y="1544"/>
                      </a:lnTo>
                      <a:lnTo>
                        <a:pt x="1364" y="1499"/>
                      </a:lnTo>
                      <a:lnTo>
                        <a:pt x="1431" y="1454"/>
                      </a:lnTo>
                      <a:lnTo>
                        <a:pt x="1487" y="1398"/>
                      </a:lnTo>
                      <a:lnTo>
                        <a:pt x="1543" y="1342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41"/>
                      </a:lnTo>
                      <a:lnTo>
                        <a:pt x="1688" y="1063"/>
                      </a:lnTo>
                      <a:lnTo>
                        <a:pt x="1711" y="985"/>
                      </a:lnTo>
                      <a:lnTo>
                        <a:pt x="1722" y="906"/>
                      </a:lnTo>
                      <a:lnTo>
                        <a:pt x="1733" y="817"/>
                      </a:lnTo>
                      <a:lnTo>
                        <a:pt x="1722" y="739"/>
                      </a:lnTo>
                      <a:lnTo>
                        <a:pt x="1711" y="660"/>
                      </a:lnTo>
                      <a:lnTo>
                        <a:pt x="1688" y="582"/>
                      </a:lnTo>
                      <a:lnTo>
                        <a:pt x="1666" y="504"/>
                      </a:lnTo>
                      <a:lnTo>
                        <a:pt x="1633" y="437"/>
                      </a:lnTo>
                      <a:lnTo>
                        <a:pt x="1588" y="370"/>
                      </a:lnTo>
                      <a:lnTo>
                        <a:pt x="1543" y="303"/>
                      </a:lnTo>
                      <a:lnTo>
                        <a:pt x="1487" y="247"/>
                      </a:lnTo>
                      <a:lnTo>
                        <a:pt x="1431" y="191"/>
                      </a:lnTo>
                      <a:lnTo>
                        <a:pt x="1364" y="146"/>
                      </a:lnTo>
                      <a:lnTo>
                        <a:pt x="1297" y="101"/>
                      </a:lnTo>
                      <a:lnTo>
                        <a:pt x="1230" y="68"/>
                      </a:lnTo>
                      <a:lnTo>
                        <a:pt x="1152" y="46"/>
                      </a:lnTo>
                      <a:lnTo>
                        <a:pt x="1074" y="23"/>
                      </a:lnTo>
                      <a:lnTo>
                        <a:pt x="995" y="12"/>
                      </a:lnTo>
                      <a:lnTo>
                        <a:pt x="90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2" name="Google Shape;1232;p30"/>
                <p:cNvSpPr/>
                <p:nvPr/>
              </p:nvSpPr>
              <p:spPr>
                <a:xfrm>
                  <a:off x="516759" y="4105309"/>
                  <a:ext cx="72763" cy="68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44" extrusionOk="0">
                      <a:moveTo>
                        <a:pt x="0" y="0"/>
                      </a:moveTo>
                      <a:lnTo>
                        <a:pt x="0" y="1643"/>
                      </a:lnTo>
                      <a:lnTo>
                        <a:pt x="906" y="1643"/>
                      </a:lnTo>
                      <a:lnTo>
                        <a:pt x="995" y="1632"/>
                      </a:lnTo>
                      <a:lnTo>
                        <a:pt x="1074" y="1621"/>
                      </a:lnTo>
                      <a:lnTo>
                        <a:pt x="1152" y="1599"/>
                      </a:lnTo>
                      <a:lnTo>
                        <a:pt x="1230" y="1576"/>
                      </a:lnTo>
                      <a:lnTo>
                        <a:pt x="1297" y="1543"/>
                      </a:lnTo>
                      <a:lnTo>
                        <a:pt x="1364" y="1498"/>
                      </a:lnTo>
                      <a:lnTo>
                        <a:pt x="1431" y="1453"/>
                      </a:lnTo>
                      <a:lnTo>
                        <a:pt x="1487" y="1397"/>
                      </a:lnTo>
                      <a:lnTo>
                        <a:pt x="1543" y="1342"/>
                      </a:lnTo>
                      <a:lnTo>
                        <a:pt x="1588" y="1275"/>
                      </a:lnTo>
                      <a:lnTo>
                        <a:pt x="1633" y="1207"/>
                      </a:lnTo>
                      <a:lnTo>
                        <a:pt x="1666" y="1140"/>
                      </a:lnTo>
                      <a:lnTo>
                        <a:pt x="1688" y="1062"/>
                      </a:lnTo>
                      <a:lnTo>
                        <a:pt x="1711" y="984"/>
                      </a:lnTo>
                      <a:lnTo>
                        <a:pt x="1722" y="906"/>
                      </a:lnTo>
                      <a:lnTo>
                        <a:pt x="1733" y="816"/>
                      </a:lnTo>
                      <a:lnTo>
                        <a:pt x="1722" y="738"/>
                      </a:lnTo>
                      <a:lnTo>
                        <a:pt x="1711" y="660"/>
                      </a:lnTo>
                      <a:lnTo>
                        <a:pt x="1688" y="581"/>
                      </a:lnTo>
                      <a:lnTo>
                        <a:pt x="1666" y="503"/>
                      </a:lnTo>
                      <a:lnTo>
                        <a:pt x="1633" y="436"/>
                      </a:lnTo>
                      <a:lnTo>
                        <a:pt x="1588" y="369"/>
                      </a:lnTo>
                      <a:lnTo>
                        <a:pt x="1543" y="302"/>
                      </a:lnTo>
                      <a:lnTo>
                        <a:pt x="1487" y="246"/>
                      </a:lnTo>
                      <a:lnTo>
                        <a:pt x="1431" y="190"/>
                      </a:lnTo>
                      <a:lnTo>
                        <a:pt x="1364" y="145"/>
                      </a:lnTo>
                      <a:lnTo>
                        <a:pt x="1297" y="101"/>
                      </a:lnTo>
                      <a:lnTo>
                        <a:pt x="1230" y="67"/>
                      </a:lnTo>
                      <a:lnTo>
                        <a:pt x="1152" y="45"/>
                      </a:lnTo>
                      <a:lnTo>
                        <a:pt x="1074" y="22"/>
                      </a:lnTo>
                      <a:lnTo>
                        <a:pt x="995" y="11"/>
                      </a:lnTo>
                      <a:lnTo>
                        <a:pt x="90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3" name="Google Shape;1233;p30"/>
                <p:cNvSpPr/>
                <p:nvPr/>
              </p:nvSpPr>
              <p:spPr>
                <a:xfrm>
                  <a:off x="516759" y="4405509"/>
                  <a:ext cx="72763" cy="68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4" extrusionOk="0">
                      <a:moveTo>
                        <a:pt x="0" y="1"/>
                      </a:moveTo>
                      <a:lnTo>
                        <a:pt x="0" y="1633"/>
                      </a:lnTo>
                      <a:lnTo>
                        <a:pt x="906" y="1633"/>
                      </a:lnTo>
                      <a:lnTo>
                        <a:pt x="995" y="1622"/>
                      </a:lnTo>
                      <a:lnTo>
                        <a:pt x="1074" y="1611"/>
                      </a:lnTo>
                      <a:lnTo>
                        <a:pt x="1152" y="1600"/>
                      </a:lnTo>
                      <a:lnTo>
                        <a:pt x="1230" y="1566"/>
                      </a:lnTo>
                      <a:lnTo>
                        <a:pt x="1297" y="1533"/>
                      </a:lnTo>
                      <a:lnTo>
                        <a:pt x="1364" y="1488"/>
                      </a:lnTo>
                      <a:lnTo>
                        <a:pt x="1431" y="1443"/>
                      </a:lnTo>
                      <a:lnTo>
                        <a:pt x="1487" y="1387"/>
                      </a:lnTo>
                      <a:lnTo>
                        <a:pt x="1543" y="1331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30"/>
                      </a:lnTo>
                      <a:lnTo>
                        <a:pt x="1688" y="1052"/>
                      </a:lnTo>
                      <a:lnTo>
                        <a:pt x="1711" y="974"/>
                      </a:lnTo>
                      <a:lnTo>
                        <a:pt x="1722" y="895"/>
                      </a:lnTo>
                      <a:lnTo>
                        <a:pt x="1733" y="817"/>
                      </a:lnTo>
                      <a:lnTo>
                        <a:pt x="1722" y="728"/>
                      </a:lnTo>
                      <a:lnTo>
                        <a:pt x="1711" y="649"/>
                      </a:lnTo>
                      <a:lnTo>
                        <a:pt x="1688" y="571"/>
                      </a:lnTo>
                      <a:lnTo>
                        <a:pt x="1666" y="493"/>
                      </a:lnTo>
                      <a:lnTo>
                        <a:pt x="1633" y="426"/>
                      </a:lnTo>
                      <a:lnTo>
                        <a:pt x="1588" y="359"/>
                      </a:lnTo>
                      <a:lnTo>
                        <a:pt x="1543" y="292"/>
                      </a:lnTo>
                      <a:lnTo>
                        <a:pt x="1487" y="236"/>
                      </a:lnTo>
                      <a:lnTo>
                        <a:pt x="1431" y="180"/>
                      </a:lnTo>
                      <a:lnTo>
                        <a:pt x="1364" y="135"/>
                      </a:lnTo>
                      <a:lnTo>
                        <a:pt x="1297" y="90"/>
                      </a:lnTo>
                      <a:lnTo>
                        <a:pt x="1230" y="57"/>
                      </a:lnTo>
                      <a:lnTo>
                        <a:pt x="1152" y="35"/>
                      </a:lnTo>
                      <a:lnTo>
                        <a:pt x="1074" y="12"/>
                      </a:lnTo>
                      <a:lnTo>
                        <a:pt x="99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4" name="Google Shape;1234;p30"/>
                <p:cNvSpPr/>
                <p:nvPr/>
              </p:nvSpPr>
              <p:spPr>
                <a:xfrm>
                  <a:off x="516759" y="4505464"/>
                  <a:ext cx="72763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3" extrusionOk="0">
                      <a:moveTo>
                        <a:pt x="0" y="0"/>
                      </a:moveTo>
                      <a:lnTo>
                        <a:pt x="0" y="1632"/>
                      </a:lnTo>
                      <a:lnTo>
                        <a:pt x="995" y="1632"/>
                      </a:lnTo>
                      <a:lnTo>
                        <a:pt x="1074" y="1610"/>
                      </a:lnTo>
                      <a:lnTo>
                        <a:pt x="1152" y="1599"/>
                      </a:lnTo>
                      <a:lnTo>
                        <a:pt x="1230" y="1565"/>
                      </a:lnTo>
                      <a:lnTo>
                        <a:pt x="1297" y="1532"/>
                      </a:lnTo>
                      <a:lnTo>
                        <a:pt x="1364" y="1487"/>
                      </a:lnTo>
                      <a:lnTo>
                        <a:pt x="1431" y="1442"/>
                      </a:lnTo>
                      <a:lnTo>
                        <a:pt x="1487" y="1386"/>
                      </a:lnTo>
                      <a:lnTo>
                        <a:pt x="1543" y="1331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29"/>
                      </a:lnTo>
                      <a:lnTo>
                        <a:pt x="1688" y="1062"/>
                      </a:lnTo>
                      <a:lnTo>
                        <a:pt x="1711" y="984"/>
                      </a:lnTo>
                      <a:lnTo>
                        <a:pt x="1722" y="895"/>
                      </a:lnTo>
                      <a:lnTo>
                        <a:pt x="1733" y="816"/>
                      </a:lnTo>
                      <a:lnTo>
                        <a:pt x="1722" y="727"/>
                      </a:lnTo>
                      <a:lnTo>
                        <a:pt x="1711" y="649"/>
                      </a:lnTo>
                      <a:lnTo>
                        <a:pt x="1688" y="570"/>
                      </a:lnTo>
                      <a:lnTo>
                        <a:pt x="1666" y="492"/>
                      </a:lnTo>
                      <a:lnTo>
                        <a:pt x="1633" y="425"/>
                      </a:lnTo>
                      <a:lnTo>
                        <a:pt x="1588" y="358"/>
                      </a:lnTo>
                      <a:lnTo>
                        <a:pt x="1543" y="291"/>
                      </a:lnTo>
                      <a:lnTo>
                        <a:pt x="1487" y="235"/>
                      </a:lnTo>
                      <a:lnTo>
                        <a:pt x="1431" y="179"/>
                      </a:lnTo>
                      <a:lnTo>
                        <a:pt x="1364" y="134"/>
                      </a:lnTo>
                      <a:lnTo>
                        <a:pt x="1297" y="101"/>
                      </a:lnTo>
                      <a:lnTo>
                        <a:pt x="1230" y="56"/>
                      </a:lnTo>
                      <a:lnTo>
                        <a:pt x="1152" y="34"/>
                      </a:lnTo>
                      <a:lnTo>
                        <a:pt x="1074" y="11"/>
                      </a:lnTo>
                      <a:lnTo>
                        <a:pt x="99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5" name="Google Shape;1235;p30"/>
                <p:cNvSpPr/>
                <p:nvPr/>
              </p:nvSpPr>
              <p:spPr>
                <a:xfrm>
                  <a:off x="516759" y="4305596"/>
                  <a:ext cx="72763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3" extrusionOk="0">
                      <a:moveTo>
                        <a:pt x="0" y="1"/>
                      </a:moveTo>
                      <a:lnTo>
                        <a:pt x="0" y="1633"/>
                      </a:lnTo>
                      <a:lnTo>
                        <a:pt x="906" y="1633"/>
                      </a:lnTo>
                      <a:lnTo>
                        <a:pt x="995" y="1622"/>
                      </a:lnTo>
                      <a:lnTo>
                        <a:pt x="1074" y="1611"/>
                      </a:lnTo>
                      <a:lnTo>
                        <a:pt x="1152" y="1588"/>
                      </a:lnTo>
                      <a:lnTo>
                        <a:pt x="1230" y="1566"/>
                      </a:lnTo>
                      <a:lnTo>
                        <a:pt x="1297" y="1532"/>
                      </a:lnTo>
                      <a:lnTo>
                        <a:pt x="1364" y="1488"/>
                      </a:lnTo>
                      <a:lnTo>
                        <a:pt x="1431" y="1443"/>
                      </a:lnTo>
                      <a:lnTo>
                        <a:pt x="1487" y="1387"/>
                      </a:lnTo>
                      <a:lnTo>
                        <a:pt x="1543" y="1331"/>
                      </a:lnTo>
                      <a:lnTo>
                        <a:pt x="1588" y="1264"/>
                      </a:lnTo>
                      <a:lnTo>
                        <a:pt x="1633" y="1197"/>
                      </a:lnTo>
                      <a:lnTo>
                        <a:pt x="1666" y="1130"/>
                      </a:lnTo>
                      <a:lnTo>
                        <a:pt x="1688" y="1052"/>
                      </a:lnTo>
                      <a:lnTo>
                        <a:pt x="1711" y="973"/>
                      </a:lnTo>
                      <a:lnTo>
                        <a:pt x="1722" y="895"/>
                      </a:lnTo>
                      <a:lnTo>
                        <a:pt x="1733" y="817"/>
                      </a:lnTo>
                      <a:lnTo>
                        <a:pt x="1722" y="727"/>
                      </a:lnTo>
                      <a:lnTo>
                        <a:pt x="1711" y="649"/>
                      </a:lnTo>
                      <a:lnTo>
                        <a:pt x="1688" y="571"/>
                      </a:lnTo>
                      <a:lnTo>
                        <a:pt x="1666" y="493"/>
                      </a:lnTo>
                      <a:lnTo>
                        <a:pt x="1633" y="426"/>
                      </a:lnTo>
                      <a:lnTo>
                        <a:pt x="1588" y="358"/>
                      </a:lnTo>
                      <a:lnTo>
                        <a:pt x="1543" y="291"/>
                      </a:lnTo>
                      <a:lnTo>
                        <a:pt x="1487" y="235"/>
                      </a:lnTo>
                      <a:lnTo>
                        <a:pt x="1431" y="180"/>
                      </a:lnTo>
                      <a:lnTo>
                        <a:pt x="1364" y="135"/>
                      </a:lnTo>
                      <a:lnTo>
                        <a:pt x="1297" y="90"/>
                      </a:lnTo>
                      <a:lnTo>
                        <a:pt x="1230" y="57"/>
                      </a:lnTo>
                      <a:lnTo>
                        <a:pt x="1152" y="34"/>
                      </a:lnTo>
                      <a:lnTo>
                        <a:pt x="1074" y="12"/>
                      </a:lnTo>
                      <a:lnTo>
                        <a:pt x="99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6" name="Google Shape;1236;p30"/>
                <p:cNvSpPr/>
                <p:nvPr/>
              </p:nvSpPr>
              <p:spPr>
                <a:xfrm>
                  <a:off x="516759" y="4605376"/>
                  <a:ext cx="72763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3" extrusionOk="0">
                      <a:moveTo>
                        <a:pt x="0" y="0"/>
                      </a:moveTo>
                      <a:lnTo>
                        <a:pt x="0" y="1633"/>
                      </a:lnTo>
                      <a:lnTo>
                        <a:pt x="995" y="1633"/>
                      </a:lnTo>
                      <a:lnTo>
                        <a:pt x="1074" y="1610"/>
                      </a:lnTo>
                      <a:lnTo>
                        <a:pt x="1152" y="1599"/>
                      </a:lnTo>
                      <a:lnTo>
                        <a:pt x="1230" y="1566"/>
                      </a:lnTo>
                      <a:lnTo>
                        <a:pt x="1297" y="1532"/>
                      </a:lnTo>
                      <a:lnTo>
                        <a:pt x="1364" y="1487"/>
                      </a:lnTo>
                      <a:lnTo>
                        <a:pt x="1431" y="1443"/>
                      </a:lnTo>
                      <a:lnTo>
                        <a:pt x="1487" y="1398"/>
                      </a:lnTo>
                      <a:lnTo>
                        <a:pt x="1543" y="1331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30"/>
                      </a:lnTo>
                      <a:lnTo>
                        <a:pt x="1688" y="1063"/>
                      </a:lnTo>
                      <a:lnTo>
                        <a:pt x="1711" y="984"/>
                      </a:lnTo>
                      <a:lnTo>
                        <a:pt x="1722" y="895"/>
                      </a:lnTo>
                      <a:lnTo>
                        <a:pt x="1733" y="817"/>
                      </a:lnTo>
                      <a:lnTo>
                        <a:pt x="1722" y="727"/>
                      </a:lnTo>
                      <a:lnTo>
                        <a:pt x="1711" y="649"/>
                      </a:lnTo>
                      <a:lnTo>
                        <a:pt x="1688" y="571"/>
                      </a:lnTo>
                      <a:lnTo>
                        <a:pt x="1666" y="492"/>
                      </a:lnTo>
                      <a:lnTo>
                        <a:pt x="1633" y="425"/>
                      </a:lnTo>
                      <a:lnTo>
                        <a:pt x="1588" y="358"/>
                      </a:lnTo>
                      <a:lnTo>
                        <a:pt x="1543" y="291"/>
                      </a:lnTo>
                      <a:lnTo>
                        <a:pt x="1487" y="235"/>
                      </a:lnTo>
                      <a:lnTo>
                        <a:pt x="1431" y="191"/>
                      </a:lnTo>
                      <a:lnTo>
                        <a:pt x="1364" y="135"/>
                      </a:lnTo>
                      <a:lnTo>
                        <a:pt x="1297" y="101"/>
                      </a:lnTo>
                      <a:lnTo>
                        <a:pt x="1230" y="68"/>
                      </a:lnTo>
                      <a:lnTo>
                        <a:pt x="1152" y="34"/>
                      </a:lnTo>
                      <a:lnTo>
                        <a:pt x="1074" y="12"/>
                      </a:lnTo>
                      <a:lnTo>
                        <a:pt x="99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30"/>
                <p:cNvSpPr/>
                <p:nvPr/>
              </p:nvSpPr>
              <p:spPr>
                <a:xfrm>
                  <a:off x="516759" y="3605662"/>
                  <a:ext cx="72763" cy="68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4" extrusionOk="0">
                      <a:moveTo>
                        <a:pt x="0" y="1"/>
                      </a:moveTo>
                      <a:lnTo>
                        <a:pt x="0" y="1633"/>
                      </a:lnTo>
                      <a:lnTo>
                        <a:pt x="995" y="1633"/>
                      </a:lnTo>
                      <a:lnTo>
                        <a:pt x="1074" y="1622"/>
                      </a:lnTo>
                      <a:lnTo>
                        <a:pt x="1152" y="1599"/>
                      </a:lnTo>
                      <a:lnTo>
                        <a:pt x="1230" y="1566"/>
                      </a:lnTo>
                      <a:lnTo>
                        <a:pt x="1297" y="1532"/>
                      </a:lnTo>
                      <a:lnTo>
                        <a:pt x="1364" y="1499"/>
                      </a:lnTo>
                      <a:lnTo>
                        <a:pt x="1431" y="1443"/>
                      </a:lnTo>
                      <a:lnTo>
                        <a:pt x="1487" y="1398"/>
                      </a:lnTo>
                      <a:lnTo>
                        <a:pt x="1543" y="1342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30"/>
                      </a:lnTo>
                      <a:lnTo>
                        <a:pt x="1688" y="1063"/>
                      </a:lnTo>
                      <a:lnTo>
                        <a:pt x="1711" y="985"/>
                      </a:lnTo>
                      <a:lnTo>
                        <a:pt x="1722" y="906"/>
                      </a:lnTo>
                      <a:lnTo>
                        <a:pt x="1733" y="817"/>
                      </a:lnTo>
                      <a:lnTo>
                        <a:pt x="1722" y="739"/>
                      </a:lnTo>
                      <a:lnTo>
                        <a:pt x="1711" y="649"/>
                      </a:lnTo>
                      <a:lnTo>
                        <a:pt x="1688" y="571"/>
                      </a:lnTo>
                      <a:lnTo>
                        <a:pt x="1666" y="504"/>
                      </a:lnTo>
                      <a:lnTo>
                        <a:pt x="1633" y="426"/>
                      </a:lnTo>
                      <a:lnTo>
                        <a:pt x="1588" y="359"/>
                      </a:lnTo>
                      <a:lnTo>
                        <a:pt x="1543" y="303"/>
                      </a:lnTo>
                      <a:lnTo>
                        <a:pt x="1487" y="236"/>
                      </a:lnTo>
                      <a:lnTo>
                        <a:pt x="1431" y="191"/>
                      </a:lnTo>
                      <a:lnTo>
                        <a:pt x="1364" y="135"/>
                      </a:lnTo>
                      <a:lnTo>
                        <a:pt x="1297" y="101"/>
                      </a:lnTo>
                      <a:lnTo>
                        <a:pt x="1230" y="68"/>
                      </a:lnTo>
                      <a:lnTo>
                        <a:pt x="1152" y="34"/>
                      </a:lnTo>
                      <a:lnTo>
                        <a:pt x="1074" y="12"/>
                      </a:lnTo>
                      <a:lnTo>
                        <a:pt x="99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30"/>
                <p:cNvSpPr/>
                <p:nvPr/>
              </p:nvSpPr>
              <p:spPr>
                <a:xfrm>
                  <a:off x="516759" y="3805529"/>
                  <a:ext cx="72763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3" extrusionOk="0">
                      <a:moveTo>
                        <a:pt x="0" y="0"/>
                      </a:moveTo>
                      <a:lnTo>
                        <a:pt x="0" y="1633"/>
                      </a:lnTo>
                      <a:lnTo>
                        <a:pt x="995" y="1633"/>
                      </a:lnTo>
                      <a:lnTo>
                        <a:pt x="1074" y="1621"/>
                      </a:lnTo>
                      <a:lnTo>
                        <a:pt x="1152" y="1599"/>
                      </a:lnTo>
                      <a:lnTo>
                        <a:pt x="1230" y="1577"/>
                      </a:lnTo>
                      <a:lnTo>
                        <a:pt x="1297" y="1532"/>
                      </a:lnTo>
                      <a:lnTo>
                        <a:pt x="1364" y="1498"/>
                      </a:lnTo>
                      <a:lnTo>
                        <a:pt x="1431" y="1454"/>
                      </a:lnTo>
                      <a:lnTo>
                        <a:pt x="1487" y="1398"/>
                      </a:lnTo>
                      <a:lnTo>
                        <a:pt x="1543" y="1342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41"/>
                      </a:lnTo>
                      <a:lnTo>
                        <a:pt x="1688" y="1062"/>
                      </a:lnTo>
                      <a:lnTo>
                        <a:pt x="1711" y="984"/>
                      </a:lnTo>
                      <a:lnTo>
                        <a:pt x="1722" y="906"/>
                      </a:lnTo>
                      <a:lnTo>
                        <a:pt x="1733" y="816"/>
                      </a:lnTo>
                      <a:lnTo>
                        <a:pt x="1722" y="738"/>
                      </a:lnTo>
                      <a:lnTo>
                        <a:pt x="1711" y="649"/>
                      </a:lnTo>
                      <a:lnTo>
                        <a:pt x="1688" y="570"/>
                      </a:lnTo>
                      <a:lnTo>
                        <a:pt x="1666" y="503"/>
                      </a:lnTo>
                      <a:lnTo>
                        <a:pt x="1633" y="425"/>
                      </a:lnTo>
                      <a:lnTo>
                        <a:pt x="1588" y="358"/>
                      </a:lnTo>
                      <a:lnTo>
                        <a:pt x="1543" y="302"/>
                      </a:lnTo>
                      <a:lnTo>
                        <a:pt x="1487" y="246"/>
                      </a:lnTo>
                      <a:lnTo>
                        <a:pt x="1431" y="190"/>
                      </a:lnTo>
                      <a:lnTo>
                        <a:pt x="1364" y="146"/>
                      </a:lnTo>
                      <a:lnTo>
                        <a:pt x="1297" y="101"/>
                      </a:lnTo>
                      <a:lnTo>
                        <a:pt x="1230" y="67"/>
                      </a:lnTo>
                      <a:lnTo>
                        <a:pt x="1152" y="34"/>
                      </a:lnTo>
                      <a:lnTo>
                        <a:pt x="1074" y="23"/>
                      </a:lnTo>
                      <a:lnTo>
                        <a:pt x="995" y="11"/>
                      </a:lnTo>
                      <a:lnTo>
                        <a:pt x="90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30"/>
                <p:cNvSpPr/>
                <p:nvPr/>
              </p:nvSpPr>
              <p:spPr>
                <a:xfrm>
                  <a:off x="516759" y="3705617"/>
                  <a:ext cx="72763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3" extrusionOk="0">
                      <a:moveTo>
                        <a:pt x="0" y="0"/>
                      </a:moveTo>
                      <a:lnTo>
                        <a:pt x="0" y="1632"/>
                      </a:lnTo>
                      <a:lnTo>
                        <a:pt x="995" y="1632"/>
                      </a:lnTo>
                      <a:lnTo>
                        <a:pt x="1074" y="1621"/>
                      </a:lnTo>
                      <a:lnTo>
                        <a:pt x="1152" y="1599"/>
                      </a:lnTo>
                      <a:lnTo>
                        <a:pt x="1230" y="1565"/>
                      </a:lnTo>
                      <a:lnTo>
                        <a:pt x="1297" y="1532"/>
                      </a:lnTo>
                      <a:lnTo>
                        <a:pt x="1364" y="1498"/>
                      </a:lnTo>
                      <a:lnTo>
                        <a:pt x="1431" y="1453"/>
                      </a:lnTo>
                      <a:lnTo>
                        <a:pt x="1487" y="1397"/>
                      </a:lnTo>
                      <a:lnTo>
                        <a:pt x="1543" y="1342"/>
                      </a:lnTo>
                      <a:lnTo>
                        <a:pt x="1588" y="1275"/>
                      </a:lnTo>
                      <a:lnTo>
                        <a:pt x="1633" y="1207"/>
                      </a:lnTo>
                      <a:lnTo>
                        <a:pt x="1666" y="1140"/>
                      </a:lnTo>
                      <a:lnTo>
                        <a:pt x="1688" y="1062"/>
                      </a:lnTo>
                      <a:lnTo>
                        <a:pt x="1711" y="984"/>
                      </a:lnTo>
                      <a:lnTo>
                        <a:pt x="1722" y="906"/>
                      </a:lnTo>
                      <a:lnTo>
                        <a:pt x="1733" y="816"/>
                      </a:lnTo>
                      <a:lnTo>
                        <a:pt x="1722" y="738"/>
                      </a:lnTo>
                      <a:lnTo>
                        <a:pt x="1711" y="648"/>
                      </a:lnTo>
                      <a:lnTo>
                        <a:pt x="1688" y="570"/>
                      </a:lnTo>
                      <a:lnTo>
                        <a:pt x="1666" y="503"/>
                      </a:lnTo>
                      <a:lnTo>
                        <a:pt x="1633" y="425"/>
                      </a:lnTo>
                      <a:lnTo>
                        <a:pt x="1588" y="358"/>
                      </a:lnTo>
                      <a:lnTo>
                        <a:pt x="1543" y="302"/>
                      </a:lnTo>
                      <a:lnTo>
                        <a:pt x="1487" y="235"/>
                      </a:lnTo>
                      <a:lnTo>
                        <a:pt x="1431" y="190"/>
                      </a:lnTo>
                      <a:lnTo>
                        <a:pt x="1364" y="145"/>
                      </a:lnTo>
                      <a:lnTo>
                        <a:pt x="1297" y="101"/>
                      </a:lnTo>
                      <a:lnTo>
                        <a:pt x="1230" y="67"/>
                      </a:lnTo>
                      <a:lnTo>
                        <a:pt x="1152" y="34"/>
                      </a:lnTo>
                      <a:lnTo>
                        <a:pt x="1074" y="22"/>
                      </a:lnTo>
                      <a:lnTo>
                        <a:pt x="99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30"/>
                <p:cNvSpPr/>
                <p:nvPr/>
              </p:nvSpPr>
              <p:spPr>
                <a:xfrm>
                  <a:off x="516759" y="3905442"/>
                  <a:ext cx="72763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633" extrusionOk="0">
                      <a:moveTo>
                        <a:pt x="0" y="1"/>
                      </a:moveTo>
                      <a:lnTo>
                        <a:pt x="0" y="1633"/>
                      </a:lnTo>
                      <a:lnTo>
                        <a:pt x="995" y="1633"/>
                      </a:lnTo>
                      <a:lnTo>
                        <a:pt x="1074" y="1622"/>
                      </a:lnTo>
                      <a:lnTo>
                        <a:pt x="1152" y="1599"/>
                      </a:lnTo>
                      <a:lnTo>
                        <a:pt x="1230" y="1577"/>
                      </a:lnTo>
                      <a:lnTo>
                        <a:pt x="1297" y="1543"/>
                      </a:lnTo>
                      <a:lnTo>
                        <a:pt x="1364" y="1499"/>
                      </a:lnTo>
                      <a:lnTo>
                        <a:pt x="1431" y="1454"/>
                      </a:lnTo>
                      <a:lnTo>
                        <a:pt x="1487" y="1398"/>
                      </a:lnTo>
                      <a:lnTo>
                        <a:pt x="1543" y="1342"/>
                      </a:lnTo>
                      <a:lnTo>
                        <a:pt x="1588" y="1275"/>
                      </a:lnTo>
                      <a:lnTo>
                        <a:pt x="1633" y="1208"/>
                      </a:lnTo>
                      <a:lnTo>
                        <a:pt x="1666" y="1141"/>
                      </a:lnTo>
                      <a:lnTo>
                        <a:pt x="1688" y="1063"/>
                      </a:lnTo>
                      <a:lnTo>
                        <a:pt x="1711" y="984"/>
                      </a:lnTo>
                      <a:lnTo>
                        <a:pt x="1722" y="906"/>
                      </a:lnTo>
                      <a:lnTo>
                        <a:pt x="1733" y="817"/>
                      </a:lnTo>
                      <a:lnTo>
                        <a:pt x="1722" y="738"/>
                      </a:lnTo>
                      <a:lnTo>
                        <a:pt x="1711" y="660"/>
                      </a:lnTo>
                      <a:lnTo>
                        <a:pt x="1688" y="582"/>
                      </a:lnTo>
                      <a:lnTo>
                        <a:pt x="1666" y="504"/>
                      </a:lnTo>
                      <a:lnTo>
                        <a:pt x="1633" y="425"/>
                      </a:lnTo>
                      <a:lnTo>
                        <a:pt x="1588" y="358"/>
                      </a:lnTo>
                      <a:lnTo>
                        <a:pt x="1543" y="302"/>
                      </a:lnTo>
                      <a:lnTo>
                        <a:pt x="1487" y="246"/>
                      </a:lnTo>
                      <a:lnTo>
                        <a:pt x="1431" y="191"/>
                      </a:lnTo>
                      <a:lnTo>
                        <a:pt x="1364" y="146"/>
                      </a:lnTo>
                      <a:lnTo>
                        <a:pt x="1297" y="101"/>
                      </a:lnTo>
                      <a:lnTo>
                        <a:pt x="1230" y="68"/>
                      </a:lnTo>
                      <a:lnTo>
                        <a:pt x="1152" y="45"/>
                      </a:lnTo>
                      <a:lnTo>
                        <a:pt x="1074" y="23"/>
                      </a:lnTo>
                      <a:lnTo>
                        <a:pt x="995" y="12"/>
                      </a:lnTo>
                      <a:lnTo>
                        <a:pt x="90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41" name="Google Shape;1241;p30"/>
              <p:cNvGrpSpPr/>
              <p:nvPr/>
            </p:nvGrpSpPr>
            <p:grpSpPr>
              <a:xfrm>
                <a:off x="2944457" y="3505749"/>
                <a:ext cx="72301" cy="1168152"/>
                <a:chOff x="2944457" y="3505749"/>
                <a:chExt cx="72301" cy="1168152"/>
              </a:xfrm>
            </p:grpSpPr>
            <p:sp>
              <p:nvSpPr>
                <p:cNvPr id="1242" name="Google Shape;1242;p30"/>
                <p:cNvSpPr/>
                <p:nvPr/>
              </p:nvSpPr>
              <p:spPr>
                <a:xfrm>
                  <a:off x="2944457" y="4305596"/>
                  <a:ext cx="72301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3" extrusionOk="0">
                      <a:moveTo>
                        <a:pt x="727" y="1"/>
                      </a:moveTo>
                      <a:lnTo>
                        <a:pt x="649" y="12"/>
                      </a:lnTo>
                      <a:lnTo>
                        <a:pt x="571" y="34"/>
                      </a:lnTo>
                      <a:lnTo>
                        <a:pt x="492" y="57"/>
                      </a:lnTo>
                      <a:lnTo>
                        <a:pt x="425" y="90"/>
                      </a:lnTo>
                      <a:lnTo>
                        <a:pt x="358" y="135"/>
                      </a:lnTo>
                      <a:lnTo>
                        <a:pt x="291" y="180"/>
                      </a:lnTo>
                      <a:lnTo>
                        <a:pt x="235" y="235"/>
                      </a:lnTo>
                      <a:lnTo>
                        <a:pt x="179" y="291"/>
                      </a:lnTo>
                      <a:lnTo>
                        <a:pt x="135" y="358"/>
                      </a:lnTo>
                      <a:lnTo>
                        <a:pt x="90" y="426"/>
                      </a:lnTo>
                      <a:lnTo>
                        <a:pt x="56" y="493"/>
                      </a:lnTo>
                      <a:lnTo>
                        <a:pt x="34" y="571"/>
                      </a:lnTo>
                      <a:lnTo>
                        <a:pt x="12" y="649"/>
                      </a:lnTo>
                      <a:lnTo>
                        <a:pt x="0" y="727"/>
                      </a:lnTo>
                      <a:lnTo>
                        <a:pt x="0" y="817"/>
                      </a:lnTo>
                      <a:lnTo>
                        <a:pt x="0" y="895"/>
                      </a:lnTo>
                      <a:lnTo>
                        <a:pt x="12" y="973"/>
                      </a:lnTo>
                      <a:lnTo>
                        <a:pt x="34" y="1052"/>
                      </a:lnTo>
                      <a:lnTo>
                        <a:pt x="56" y="1130"/>
                      </a:lnTo>
                      <a:lnTo>
                        <a:pt x="90" y="1197"/>
                      </a:lnTo>
                      <a:lnTo>
                        <a:pt x="135" y="1264"/>
                      </a:lnTo>
                      <a:lnTo>
                        <a:pt x="179" y="1331"/>
                      </a:lnTo>
                      <a:lnTo>
                        <a:pt x="235" y="1387"/>
                      </a:lnTo>
                      <a:lnTo>
                        <a:pt x="291" y="1443"/>
                      </a:lnTo>
                      <a:lnTo>
                        <a:pt x="358" y="1488"/>
                      </a:lnTo>
                      <a:lnTo>
                        <a:pt x="425" y="1532"/>
                      </a:lnTo>
                      <a:lnTo>
                        <a:pt x="492" y="1566"/>
                      </a:lnTo>
                      <a:lnTo>
                        <a:pt x="571" y="1588"/>
                      </a:lnTo>
                      <a:lnTo>
                        <a:pt x="649" y="1611"/>
                      </a:lnTo>
                      <a:lnTo>
                        <a:pt x="727" y="1622"/>
                      </a:lnTo>
                      <a:lnTo>
                        <a:pt x="817" y="1633"/>
                      </a:lnTo>
                      <a:lnTo>
                        <a:pt x="1722" y="1633"/>
                      </a:lnTo>
                      <a:lnTo>
                        <a:pt x="172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3" name="Google Shape;1243;p30"/>
                <p:cNvSpPr/>
                <p:nvPr/>
              </p:nvSpPr>
              <p:spPr>
                <a:xfrm>
                  <a:off x="2944457" y="4205222"/>
                  <a:ext cx="72301" cy="68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44" extrusionOk="0">
                      <a:moveTo>
                        <a:pt x="817" y="0"/>
                      </a:moveTo>
                      <a:lnTo>
                        <a:pt x="727" y="11"/>
                      </a:lnTo>
                      <a:lnTo>
                        <a:pt x="649" y="23"/>
                      </a:lnTo>
                      <a:lnTo>
                        <a:pt x="571" y="45"/>
                      </a:lnTo>
                      <a:lnTo>
                        <a:pt x="492" y="67"/>
                      </a:lnTo>
                      <a:lnTo>
                        <a:pt x="425" y="101"/>
                      </a:lnTo>
                      <a:lnTo>
                        <a:pt x="358" y="146"/>
                      </a:lnTo>
                      <a:lnTo>
                        <a:pt x="291" y="190"/>
                      </a:lnTo>
                      <a:lnTo>
                        <a:pt x="235" y="246"/>
                      </a:lnTo>
                      <a:lnTo>
                        <a:pt x="179" y="302"/>
                      </a:lnTo>
                      <a:lnTo>
                        <a:pt x="135" y="369"/>
                      </a:lnTo>
                      <a:lnTo>
                        <a:pt x="90" y="436"/>
                      </a:lnTo>
                      <a:lnTo>
                        <a:pt x="56" y="503"/>
                      </a:lnTo>
                      <a:lnTo>
                        <a:pt x="34" y="582"/>
                      </a:lnTo>
                      <a:lnTo>
                        <a:pt x="12" y="660"/>
                      </a:lnTo>
                      <a:lnTo>
                        <a:pt x="0" y="738"/>
                      </a:lnTo>
                      <a:lnTo>
                        <a:pt x="0" y="828"/>
                      </a:lnTo>
                      <a:lnTo>
                        <a:pt x="0" y="906"/>
                      </a:lnTo>
                      <a:lnTo>
                        <a:pt x="12" y="984"/>
                      </a:lnTo>
                      <a:lnTo>
                        <a:pt x="34" y="1062"/>
                      </a:lnTo>
                      <a:lnTo>
                        <a:pt x="56" y="1141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42"/>
                      </a:lnTo>
                      <a:lnTo>
                        <a:pt x="235" y="1398"/>
                      </a:lnTo>
                      <a:lnTo>
                        <a:pt x="291" y="1454"/>
                      </a:lnTo>
                      <a:lnTo>
                        <a:pt x="358" y="1498"/>
                      </a:lnTo>
                      <a:lnTo>
                        <a:pt x="425" y="1543"/>
                      </a:lnTo>
                      <a:lnTo>
                        <a:pt x="492" y="1577"/>
                      </a:lnTo>
                      <a:lnTo>
                        <a:pt x="571" y="1599"/>
                      </a:lnTo>
                      <a:lnTo>
                        <a:pt x="649" y="1621"/>
                      </a:lnTo>
                      <a:lnTo>
                        <a:pt x="727" y="1633"/>
                      </a:lnTo>
                      <a:lnTo>
                        <a:pt x="817" y="1644"/>
                      </a:lnTo>
                      <a:lnTo>
                        <a:pt x="1722" y="1644"/>
                      </a:lnTo>
                      <a:lnTo>
                        <a:pt x="172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4" name="Google Shape;1244;p30"/>
                <p:cNvSpPr/>
                <p:nvPr/>
              </p:nvSpPr>
              <p:spPr>
                <a:xfrm>
                  <a:off x="2944457" y="4105309"/>
                  <a:ext cx="72301" cy="68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44" extrusionOk="0">
                      <a:moveTo>
                        <a:pt x="817" y="0"/>
                      </a:moveTo>
                      <a:lnTo>
                        <a:pt x="727" y="11"/>
                      </a:lnTo>
                      <a:lnTo>
                        <a:pt x="649" y="22"/>
                      </a:lnTo>
                      <a:lnTo>
                        <a:pt x="571" y="45"/>
                      </a:lnTo>
                      <a:lnTo>
                        <a:pt x="492" y="67"/>
                      </a:lnTo>
                      <a:lnTo>
                        <a:pt x="425" y="101"/>
                      </a:lnTo>
                      <a:lnTo>
                        <a:pt x="358" y="145"/>
                      </a:lnTo>
                      <a:lnTo>
                        <a:pt x="291" y="190"/>
                      </a:lnTo>
                      <a:lnTo>
                        <a:pt x="235" y="246"/>
                      </a:lnTo>
                      <a:lnTo>
                        <a:pt x="179" y="302"/>
                      </a:lnTo>
                      <a:lnTo>
                        <a:pt x="135" y="369"/>
                      </a:lnTo>
                      <a:lnTo>
                        <a:pt x="90" y="436"/>
                      </a:lnTo>
                      <a:lnTo>
                        <a:pt x="56" y="503"/>
                      </a:lnTo>
                      <a:lnTo>
                        <a:pt x="34" y="581"/>
                      </a:lnTo>
                      <a:lnTo>
                        <a:pt x="12" y="660"/>
                      </a:lnTo>
                      <a:lnTo>
                        <a:pt x="0" y="738"/>
                      </a:lnTo>
                      <a:lnTo>
                        <a:pt x="0" y="816"/>
                      </a:lnTo>
                      <a:lnTo>
                        <a:pt x="0" y="906"/>
                      </a:lnTo>
                      <a:lnTo>
                        <a:pt x="12" y="984"/>
                      </a:lnTo>
                      <a:lnTo>
                        <a:pt x="34" y="1062"/>
                      </a:lnTo>
                      <a:lnTo>
                        <a:pt x="56" y="1140"/>
                      </a:lnTo>
                      <a:lnTo>
                        <a:pt x="90" y="1207"/>
                      </a:lnTo>
                      <a:lnTo>
                        <a:pt x="135" y="1275"/>
                      </a:lnTo>
                      <a:lnTo>
                        <a:pt x="179" y="1342"/>
                      </a:lnTo>
                      <a:lnTo>
                        <a:pt x="235" y="1397"/>
                      </a:lnTo>
                      <a:lnTo>
                        <a:pt x="291" y="1453"/>
                      </a:lnTo>
                      <a:lnTo>
                        <a:pt x="358" y="1498"/>
                      </a:lnTo>
                      <a:lnTo>
                        <a:pt x="425" y="1543"/>
                      </a:lnTo>
                      <a:lnTo>
                        <a:pt x="492" y="1576"/>
                      </a:lnTo>
                      <a:lnTo>
                        <a:pt x="571" y="1599"/>
                      </a:lnTo>
                      <a:lnTo>
                        <a:pt x="649" y="1621"/>
                      </a:lnTo>
                      <a:lnTo>
                        <a:pt x="727" y="1632"/>
                      </a:lnTo>
                      <a:lnTo>
                        <a:pt x="817" y="1643"/>
                      </a:lnTo>
                      <a:lnTo>
                        <a:pt x="1722" y="1643"/>
                      </a:lnTo>
                      <a:lnTo>
                        <a:pt x="172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30"/>
                <p:cNvSpPr/>
                <p:nvPr/>
              </p:nvSpPr>
              <p:spPr>
                <a:xfrm>
                  <a:off x="2944457" y="4505464"/>
                  <a:ext cx="72301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3" extrusionOk="0">
                      <a:moveTo>
                        <a:pt x="727" y="0"/>
                      </a:moveTo>
                      <a:lnTo>
                        <a:pt x="649" y="11"/>
                      </a:lnTo>
                      <a:lnTo>
                        <a:pt x="571" y="34"/>
                      </a:lnTo>
                      <a:lnTo>
                        <a:pt x="492" y="56"/>
                      </a:lnTo>
                      <a:lnTo>
                        <a:pt x="425" y="101"/>
                      </a:lnTo>
                      <a:lnTo>
                        <a:pt x="358" y="134"/>
                      </a:lnTo>
                      <a:lnTo>
                        <a:pt x="291" y="179"/>
                      </a:lnTo>
                      <a:lnTo>
                        <a:pt x="235" y="235"/>
                      </a:lnTo>
                      <a:lnTo>
                        <a:pt x="179" y="291"/>
                      </a:lnTo>
                      <a:lnTo>
                        <a:pt x="135" y="358"/>
                      </a:lnTo>
                      <a:lnTo>
                        <a:pt x="90" y="425"/>
                      </a:lnTo>
                      <a:lnTo>
                        <a:pt x="56" y="492"/>
                      </a:lnTo>
                      <a:lnTo>
                        <a:pt x="34" y="570"/>
                      </a:lnTo>
                      <a:lnTo>
                        <a:pt x="12" y="649"/>
                      </a:lnTo>
                      <a:lnTo>
                        <a:pt x="0" y="727"/>
                      </a:lnTo>
                      <a:lnTo>
                        <a:pt x="0" y="816"/>
                      </a:lnTo>
                      <a:lnTo>
                        <a:pt x="0" y="895"/>
                      </a:lnTo>
                      <a:lnTo>
                        <a:pt x="12" y="984"/>
                      </a:lnTo>
                      <a:lnTo>
                        <a:pt x="34" y="1062"/>
                      </a:lnTo>
                      <a:lnTo>
                        <a:pt x="56" y="1129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31"/>
                      </a:lnTo>
                      <a:lnTo>
                        <a:pt x="235" y="1386"/>
                      </a:lnTo>
                      <a:lnTo>
                        <a:pt x="291" y="1442"/>
                      </a:lnTo>
                      <a:lnTo>
                        <a:pt x="358" y="1487"/>
                      </a:lnTo>
                      <a:lnTo>
                        <a:pt x="425" y="1532"/>
                      </a:lnTo>
                      <a:lnTo>
                        <a:pt x="492" y="1565"/>
                      </a:lnTo>
                      <a:lnTo>
                        <a:pt x="571" y="1599"/>
                      </a:lnTo>
                      <a:lnTo>
                        <a:pt x="649" y="1610"/>
                      </a:lnTo>
                      <a:lnTo>
                        <a:pt x="727" y="1632"/>
                      </a:lnTo>
                      <a:lnTo>
                        <a:pt x="1722" y="1632"/>
                      </a:lnTo>
                      <a:lnTo>
                        <a:pt x="172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30"/>
                <p:cNvSpPr/>
                <p:nvPr/>
              </p:nvSpPr>
              <p:spPr>
                <a:xfrm>
                  <a:off x="2944457" y="4405509"/>
                  <a:ext cx="72301" cy="68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4" extrusionOk="0">
                      <a:moveTo>
                        <a:pt x="727" y="1"/>
                      </a:moveTo>
                      <a:lnTo>
                        <a:pt x="649" y="12"/>
                      </a:lnTo>
                      <a:lnTo>
                        <a:pt x="571" y="35"/>
                      </a:lnTo>
                      <a:lnTo>
                        <a:pt x="492" y="57"/>
                      </a:lnTo>
                      <a:lnTo>
                        <a:pt x="425" y="90"/>
                      </a:lnTo>
                      <a:lnTo>
                        <a:pt x="358" y="135"/>
                      </a:lnTo>
                      <a:lnTo>
                        <a:pt x="291" y="180"/>
                      </a:lnTo>
                      <a:lnTo>
                        <a:pt x="235" y="236"/>
                      </a:lnTo>
                      <a:lnTo>
                        <a:pt x="179" y="292"/>
                      </a:lnTo>
                      <a:lnTo>
                        <a:pt x="135" y="359"/>
                      </a:lnTo>
                      <a:lnTo>
                        <a:pt x="90" y="426"/>
                      </a:lnTo>
                      <a:lnTo>
                        <a:pt x="56" y="493"/>
                      </a:lnTo>
                      <a:lnTo>
                        <a:pt x="34" y="571"/>
                      </a:lnTo>
                      <a:lnTo>
                        <a:pt x="12" y="649"/>
                      </a:lnTo>
                      <a:lnTo>
                        <a:pt x="0" y="728"/>
                      </a:lnTo>
                      <a:lnTo>
                        <a:pt x="0" y="817"/>
                      </a:lnTo>
                      <a:lnTo>
                        <a:pt x="0" y="895"/>
                      </a:lnTo>
                      <a:lnTo>
                        <a:pt x="12" y="974"/>
                      </a:lnTo>
                      <a:lnTo>
                        <a:pt x="34" y="1052"/>
                      </a:lnTo>
                      <a:lnTo>
                        <a:pt x="56" y="1130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31"/>
                      </a:lnTo>
                      <a:lnTo>
                        <a:pt x="235" y="1387"/>
                      </a:lnTo>
                      <a:lnTo>
                        <a:pt x="291" y="1443"/>
                      </a:lnTo>
                      <a:lnTo>
                        <a:pt x="358" y="1488"/>
                      </a:lnTo>
                      <a:lnTo>
                        <a:pt x="425" y="1533"/>
                      </a:lnTo>
                      <a:lnTo>
                        <a:pt x="492" y="1566"/>
                      </a:lnTo>
                      <a:lnTo>
                        <a:pt x="571" y="1600"/>
                      </a:lnTo>
                      <a:lnTo>
                        <a:pt x="649" y="1611"/>
                      </a:lnTo>
                      <a:lnTo>
                        <a:pt x="727" y="1622"/>
                      </a:lnTo>
                      <a:lnTo>
                        <a:pt x="817" y="1633"/>
                      </a:lnTo>
                      <a:lnTo>
                        <a:pt x="1722" y="1633"/>
                      </a:lnTo>
                      <a:lnTo>
                        <a:pt x="172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30"/>
                <p:cNvSpPr/>
                <p:nvPr/>
              </p:nvSpPr>
              <p:spPr>
                <a:xfrm>
                  <a:off x="2944457" y="4605376"/>
                  <a:ext cx="72301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3" extrusionOk="0">
                      <a:moveTo>
                        <a:pt x="727" y="0"/>
                      </a:moveTo>
                      <a:lnTo>
                        <a:pt x="649" y="12"/>
                      </a:lnTo>
                      <a:lnTo>
                        <a:pt x="571" y="34"/>
                      </a:lnTo>
                      <a:lnTo>
                        <a:pt x="492" y="68"/>
                      </a:lnTo>
                      <a:lnTo>
                        <a:pt x="425" y="101"/>
                      </a:lnTo>
                      <a:lnTo>
                        <a:pt x="358" y="135"/>
                      </a:lnTo>
                      <a:lnTo>
                        <a:pt x="291" y="191"/>
                      </a:lnTo>
                      <a:lnTo>
                        <a:pt x="235" y="235"/>
                      </a:lnTo>
                      <a:lnTo>
                        <a:pt x="179" y="291"/>
                      </a:lnTo>
                      <a:lnTo>
                        <a:pt x="135" y="358"/>
                      </a:lnTo>
                      <a:lnTo>
                        <a:pt x="90" y="425"/>
                      </a:lnTo>
                      <a:lnTo>
                        <a:pt x="56" y="492"/>
                      </a:lnTo>
                      <a:lnTo>
                        <a:pt x="34" y="571"/>
                      </a:lnTo>
                      <a:lnTo>
                        <a:pt x="12" y="649"/>
                      </a:lnTo>
                      <a:lnTo>
                        <a:pt x="0" y="727"/>
                      </a:lnTo>
                      <a:lnTo>
                        <a:pt x="0" y="817"/>
                      </a:lnTo>
                      <a:lnTo>
                        <a:pt x="0" y="895"/>
                      </a:lnTo>
                      <a:lnTo>
                        <a:pt x="12" y="984"/>
                      </a:lnTo>
                      <a:lnTo>
                        <a:pt x="34" y="1063"/>
                      </a:lnTo>
                      <a:lnTo>
                        <a:pt x="56" y="1130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31"/>
                      </a:lnTo>
                      <a:lnTo>
                        <a:pt x="235" y="1398"/>
                      </a:lnTo>
                      <a:lnTo>
                        <a:pt x="291" y="1443"/>
                      </a:lnTo>
                      <a:lnTo>
                        <a:pt x="358" y="1487"/>
                      </a:lnTo>
                      <a:lnTo>
                        <a:pt x="425" y="1532"/>
                      </a:lnTo>
                      <a:lnTo>
                        <a:pt x="492" y="1566"/>
                      </a:lnTo>
                      <a:lnTo>
                        <a:pt x="571" y="1599"/>
                      </a:lnTo>
                      <a:lnTo>
                        <a:pt x="649" y="1610"/>
                      </a:lnTo>
                      <a:lnTo>
                        <a:pt x="727" y="1633"/>
                      </a:lnTo>
                      <a:lnTo>
                        <a:pt x="1722" y="1633"/>
                      </a:lnTo>
                      <a:lnTo>
                        <a:pt x="172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30"/>
                <p:cNvSpPr/>
                <p:nvPr/>
              </p:nvSpPr>
              <p:spPr>
                <a:xfrm>
                  <a:off x="2944457" y="3705617"/>
                  <a:ext cx="72301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3" extrusionOk="0">
                      <a:moveTo>
                        <a:pt x="727" y="0"/>
                      </a:moveTo>
                      <a:lnTo>
                        <a:pt x="649" y="22"/>
                      </a:lnTo>
                      <a:lnTo>
                        <a:pt x="571" y="34"/>
                      </a:lnTo>
                      <a:lnTo>
                        <a:pt x="492" y="67"/>
                      </a:lnTo>
                      <a:lnTo>
                        <a:pt x="425" y="101"/>
                      </a:lnTo>
                      <a:lnTo>
                        <a:pt x="358" y="145"/>
                      </a:lnTo>
                      <a:lnTo>
                        <a:pt x="291" y="190"/>
                      </a:lnTo>
                      <a:lnTo>
                        <a:pt x="235" y="235"/>
                      </a:lnTo>
                      <a:lnTo>
                        <a:pt x="179" y="302"/>
                      </a:lnTo>
                      <a:lnTo>
                        <a:pt x="135" y="358"/>
                      </a:lnTo>
                      <a:lnTo>
                        <a:pt x="90" y="425"/>
                      </a:lnTo>
                      <a:lnTo>
                        <a:pt x="56" y="503"/>
                      </a:lnTo>
                      <a:lnTo>
                        <a:pt x="34" y="570"/>
                      </a:lnTo>
                      <a:lnTo>
                        <a:pt x="12" y="648"/>
                      </a:lnTo>
                      <a:lnTo>
                        <a:pt x="0" y="738"/>
                      </a:lnTo>
                      <a:lnTo>
                        <a:pt x="0" y="816"/>
                      </a:lnTo>
                      <a:lnTo>
                        <a:pt x="0" y="906"/>
                      </a:lnTo>
                      <a:lnTo>
                        <a:pt x="12" y="984"/>
                      </a:lnTo>
                      <a:lnTo>
                        <a:pt x="34" y="1062"/>
                      </a:lnTo>
                      <a:lnTo>
                        <a:pt x="56" y="1140"/>
                      </a:lnTo>
                      <a:lnTo>
                        <a:pt x="90" y="1207"/>
                      </a:lnTo>
                      <a:lnTo>
                        <a:pt x="135" y="1275"/>
                      </a:lnTo>
                      <a:lnTo>
                        <a:pt x="179" y="1342"/>
                      </a:lnTo>
                      <a:lnTo>
                        <a:pt x="235" y="1397"/>
                      </a:lnTo>
                      <a:lnTo>
                        <a:pt x="291" y="1453"/>
                      </a:lnTo>
                      <a:lnTo>
                        <a:pt x="358" y="1498"/>
                      </a:lnTo>
                      <a:lnTo>
                        <a:pt x="425" y="1532"/>
                      </a:lnTo>
                      <a:lnTo>
                        <a:pt x="492" y="1565"/>
                      </a:lnTo>
                      <a:lnTo>
                        <a:pt x="571" y="1599"/>
                      </a:lnTo>
                      <a:lnTo>
                        <a:pt x="649" y="1621"/>
                      </a:lnTo>
                      <a:lnTo>
                        <a:pt x="727" y="1632"/>
                      </a:lnTo>
                      <a:lnTo>
                        <a:pt x="1722" y="1632"/>
                      </a:lnTo>
                      <a:lnTo>
                        <a:pt x="172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30"/>
                <p:cNvSpPr/>
                <p:nvPr/>
              </p:nvSpPr>
              <p:spPr>
                <a:xfrm>
                  <a:off x="2944457" y="3605662"/>
                  <a:ext cx="72301" cy="68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4" extrusionOk="0">
                      <a:moveTo>
                        <a:pt x="727" y="1"/>
                      </a:moveTo>
                      <a:lnTo>
                        <a:pt x="649" y="12"/>
                      </a:lnTo>
                      <a:lnTo>
                        <a:pt x="571" y="34"/>
                      </a:lnTo>
                      <a:lnTo>
                        <a:pt x="492" y="68"/>
                      </a:lnTo>
                      <a:lnTo>
                        <a:pt x="425" y="101"/>
                      </a:lnTo>
                      <a:lnTo>
                        <a:pt x="358" y="135"/>
                      </a:lnTo>
                      <a:lnTo>
                        <a:pt x="291" y="191"/>
                      </a:lnTo>
                      <a:lnTo>
                        <a:pt x="235" y="236"/>
                      </a:lnTo>
                      <a:lnTo>
                        <a:pt x="179" y="303"/>
                      </a:lnTo>
                      <a:lnTo>
                        <a:pt x="135" y="359"/>
                      </a:lnTo>
                      <a:lnTo>
                        <a:pt x="90" y="426"/>
                      </a:lnTo>
                      <a:lnTo>
                        <a:pt x="56" y="504"/>
                      </a:lnTo>
                      <a:lnTo>
                        <a:pt x="34" y="571"/>
                      </a:lnTo>
                      <a:lnTo>
                        <a:pt x="12" y="649"/>
                      </a:lnTo>
                      <a:lnTo>
                        <a:pt x="0" y="739"/>
                      </a:lnTo>
                      <a:lnTo>
                        <a:pt x="0" y="817"/>
                      </a:lnTo>
                      <a:lnTo>
                        <a:pt x="0" y="906"/>
                      </a:lnTo>
                      <a:lnTo>
                        <a:pt x="12" y="985"/>
                      </a:lnTo>
                      <a:lnTo>
                        <a:pt x="34" y="1063"/>
                      </a:lnTo>
                      <a:lnTo>
                        <a:pt x="56" y="1130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42"/>
                      </a:lnTo>
                      <a:lnTo>
                        <a:pt x="235" y="1398"/>
                      </a:lnTo>
                      <a:lnTo>
                        <a:pt x="291" y="1443"/>
                      </a:lnTo>
                      <a:lnTo>
                        <a:pt x="358" y="1499"/>
                      </a:lnTo>
                      <a:lnTo>
                        <a:pt x="425" y="1532"/>
                      </a:lnTo>
                      <a:lnTo>
                        <a:pt x="492" y="1566"/>
                      </a:lnTo>
                      <a:lnTo>
                        <a:pt x="571" y="1599"/>
                      </a:lnTo>
                      <a:lnTo>
                        <a:pt x="649" y="1622"/>
                      </a:lnTo>
                      <a:lnTo>
                        <a:pt x="727" y="1633"/>
                      </a:lnTo>
                      <a:lnTo>
                        <a:pt x="1722" y="1633"/>
                      </a:lnTo>
                      <a:lnTo>
                        <a:pt x="172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30"/>
                <p:cNvSpPr/>
                <p:nvPr/>
              </p:nvSpPr>
              <p:spPr>
                <a:xfrm>
                  <a:off x="2944457" y="3505749"/>
                  <a:ext cx="72301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3" extrusionOk="0">
                      <a:moveTo>
                        <a:pt x="727" y="1"/>
                      </a:moveTo>
                      <a:lnTo>
                        <a:pt x="649" y="12"/>
                      </a:lnTo>
                      <a:lnTo>
                        <a:pt x="571" y="34"/>
                      </a:lnTo>
                      <a:lnTo>
                        <a:pt x="492" y="68"/>
                      </a:lnTo>
                      <a:lnTo>
                        <a:pt x="425" y="101"/>
                      </a:lnTo>
                      <a:lnTo>
                        <a:pt x="358" y="135"/>
                      </a:lnTo>
                      <a:lnTo>
                        <a:pt x="291" y="191"/>
                      </a:lnTo>
                      <a:lnTo>
                        <a:pt x="235" y="235"/>
                      </a:lnTo>
                      <a:lnTo>
                        <a:pt x="179" y="291"/>
                      </a:lnTo>
                      <a:lnTo>
                        <a:pt x="135" y="358"/>
                      </a:lnTo>
                      <a:lnTo>
                        <a:pt x="90" y="425"/>
                      </a:lnTo>
                      <a:lnTo>
                        <a:pt x="56" y="504"/>
                      </a:lnTo>
                      <a:lnTo>
                        <a:pt x="34" y="571"/>
                      </a:lnTo>
                      <a:lnTo>
                        <a:pt x="12" y="649"/>
                      </a:lnTo>
                      <a:lnTo>
                        <a:pt x="0" y="727"/>
                      </a:lnTo>
                      <a:lnTo>
                        <a:pt x="0" y="817"/>
                      </a:lnTo>
                      <a:lnTo>
                        <a:pt x="0" y="895"/>
                      </a:lnTo>
                      <a:lnTo>
                        <a:pt x="12" y="984"/>
                      </a:lnTo>
                      <a:lnTo>
                        <a:pt x="34" y="1063"/>
                      </a:lnTo>
                      <a:lnTo>
                        <a:pt x="56" y="1130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31"/>
                      </a:lnTo>
                      <a:lnTo>
                        <a:pt x="235" y="1398"/>
                      </a:lnTo>
                      <a:lnTo>
                        <a:pt x="291" y="1443"/>
                      </a:lnTo>
                      <a:lnTo>
                        <a:pt x="358" y="1499"/>
                      </a:lnTo>
                      <a:lnTo>
                        <a:pt x="425" y="1532"/>
                      </a:lnTo>
                      <a:lnTo>
                        <a:pt x="492" y="1566"/>
                      </a:lnTo>
                      <a:lnTo>
                        <a:pt x="571" y="1599"/>
                      </a:lnTo>
                      <a:lnTo>
                        <a:pt x="649" y="1622"/>
                      </a:lnTo>
                      <a:lnTo>
                        <a:pt x="727" y="1633"/>
                      </a:lnTo>
                      <a:lnTo>
                        <a:pt x="1722" y="1633"/>
                      </a:lnTo>
                      <a:lnTo>
                        <a:pt x="172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30"/>
                <p:cNvSpPr/>
                <p:nvPr/>
              </p:nvSpPr>
              <p:spPr>
                <a:xfrm>
                  <a:off x="2944457" y="3805529"/>
                  <a:ext cx="72301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3" extrusionOk="0">
                      <a:moveTo>
                        <a:pt x="817" y="0"/>
                      </a:moveTo>
                      <a:lnTo>
                        <a:pt x="727" y="11"/>
                      </a:lnTo>
                      <a:lnTo>
                        <a:pt x="649" y="23"/>
                      </a:lnTo>
                      <a:lnTo>
                        <a:pt x="571" y="34"/>
                      </a:lnTo>
                      <a:lnTo>
                        <a:pt x="492" y="67"/>
                      </a:lnTo>
                      <a:lnTo>
                        <a:pt x="425" y="101"/>
                      </a:lnTo>
                      <a:lnTo>
                        <a:pt x="358" y="146"/>
                      </a:lnTo>
                      <a:lnTo>
                        <a:pt x="291" y="190"/>
                      </a:lnTo>
                      <a:lnTo>
                        <a:pt x="235" y="246"/>
                      </a:lnTo>
                      <a:lnTo>
                        <a:pt x="179" y="302"/>
                      </a:lnTo>
                      <a:lnTo>
                        <a:pt x="135" y="358"/>
                      </a:lnTo>
                      <a:lnTo>
                        <a:pt x="90" y="425"/>
                      </a:lnTo>
                      <a:lnTo>
                        <a:pt x="56" y="503"/>
                      </a:lnTo>
                      <a:lnTo>
                        <a:pt x="34" y="570"/>
                      </a:lnTo>
                      <a:lnTo>
                        <a:pt x="12" y="649"/>
                      </a:lnTo>
                      <a:lnTo>
                        <a:pt x="0" y="738"/>
                      </a:lnTo>
                      <a:lnTo>
                        <a:pt x="0" y="816"/>
                      </a:lnTo>
                      <a:lnTo>
                        <a:pt x="0" y="906"/>
                      </a:lnTo>
                      <a:lnTo>
                        <a:pt x="12" y="984"/>
                      </a:lnTo>
                      <a:lnTo>
                        <a:pt x="34" y="1062"/>
                      </a:lnTo>
                      <a:lnTo>
                        <a:pt x="56" y="1141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42"/>
                      </a:lnTo>
                      <a:lnTo>
                        <a:pt x="235" y="1398"/>
                      </a:lnTo>
                      <a:lnTo>
                        <a:pt x="291" y="1454"/>
                      </a:lnTo>
                      <a:lnTo>
                        <a:pt x="358" y="1498"/>
                      </a:lnTo>
                      <a:lnTo>
                        <a:pt x="425" y="1532"/>
                      </a:lnTo>
                      <a:lnTo>
                        <a:pt x="492" y="1577"/>
                      </a:lnTo>
                      <a:lnTo>
                        <a:pt x="571" y="1599"/>
                      </a:lnTo>
                      <a:lnTo>
                        <a:pt x="649" y="1621"/>
                      </a:lnTo>
                      <a:lnTo>
                        <a:pt x="727" y="1633"/>
                      </a:lnTo>
                      <a:lnTo>
                        <a:pt x="1722" y="1633"/>
                      </a:lnTo>
                      <a:lnTo>
                        <a:pt x="172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30"/>
                <p:cNvSpPr/>
                <p:nvPr/>
              </p:nvSpPr>
              <p:spPr>
                <a:xfrm>
                  <a:off x="2944457" y="3905442"/>
                  <a:ext cx="72301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3" extrusionOk="0">
                      <a:moveTo>
                        <a:pt x="817" y="1"/>
                      </a:moveTo>
                      <a:lnTo>
                        <a:pt x="727" y="12"/>
                      </a:lnTo>
                      <a:lnTo>
                        <a:pt x="649" y="23"/>
                      </a:lnTo>
                      <a:lnTo>
                        <a:pt x="571" y="45"/>
                      </a:lnTo>
                      <a:lnTo>
                        <a:pt x="492" y="68"/>
                      </a:lnTo>
                      <a:lnTo>
                        <a:pt x="425" y="101"/>
                      </a:lnTo>
                      <a:lnTo>
                        <a:pt x="358" y="146"/>
                      </a:lnTo>
                      <a:lnTo>
                        <a:pt x="291" y="191"/>
                      </a:lnTo>
                      <a:lnTo>
                        <a:pt x="235" y="246"/>
                      </a:lnTo>
                      <a:lnTo>
                        <a:pt x="179" y="302"/>
                      </a:lnTo>
                      <a:lnTo>
                        <a:pt x="135" y="358"/>
                      </a:lnTo>
                      <a:lnTo>
                        <a:pt x="90" y="425"/>
                      </a:lnTo>
                      <a:lnTo>
                        <a:pt x="56" y="504"/>
                      </a:lnTo>
                      <a:lnTo>
                        <a:pt x="34" y="582"/>
                      </a:lnTo>
                      <a:lnTo>
                        <a:pt x="12" y="660"/>
                      </a:lnTo>
                      <a:lnTo>
                        <a:pt x="0" y="738"/>
                      </a:lnTo>
                      <a:lnTo>
                        <a:pt x="0" y="817"/>
                      </a:lnTo>
                      <a:lnTo>
                        <a:pt x="0" y="906"/>
                      </a:lnTo>
                      <a:lnTo>
                        <a:pt x="12" y="984"/>
                      </a:lnTo>
                      <a:lnTo>
                        <a:pt x="34" y="1063"/>
                      </a:lnTo>
                      <a:lnTo>
                        <a:pt x="56" y="1141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42"/>
                      </a:lnTo>
                      <a:lnTo>
                        <a:pt x="235" y="1398"/>
                      </a:lnTo>
                      <a:lnTo>
                        <a:pt x="291" y="1454"/>
                      </a:lnTo>
                      <a:lnTo>
                        <a:pt x="358" y="1499"/>
                      </a:lnTo>
                      <a:lnTo>
                        <a:pt x="425" y="1543"/>
                      </a:lnTo>
                      <a:lnTo>
                        <a:pt x="492" y="1577"/>
                      </a:lnTo>
                      <a:lnTo>
                        <a:pt x="571" y="1599"/>
                      </a:lnTo>
                      <a:lnTo>
                        <a:pt x="649" y="1622"/>
                      </a:lnTo>
                      <a:lnTo>
                        <a:pt x="727" y="1633"/>
                      </a:lnTo>
                      <a:lnTo>
                        <a:pt x="1722" y="1633"/>
                      </a:lnTo>
                      <a:lnTo>
                        <a:pt x="172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3" name="Google Shape;1253;p30"/>
                <p:cNvSpPr/>
                <p:nvPr/>
              </p:nvSpPr>
              <p:spPr>
                <a:xfrm>
                  <a:off x="2944457" y="4005355"/>
                  <a:ext cx="72301" cy="68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3" h="1634" extrusionOk="0">
                      <a:moveTo>
                        <a:pt x="817" y="1"/>
                      </a:moveTo>
                      <a:lnTo>
                        <a:pt x="727" y="12"/>
                      </a:lnTo>
                      <a:lnTo>
                        <a:pt x="649" y="23"/>
                      </a:lnTo>
                      <a:lnTo>
                        <a:pt x="571" y="46"/>
                      </a:lnTo>
                      <a:lnTo>
                        <a:pt x="492" y="68"/>
                      </a:lnTo>
                      <a:lnTo>
                        <a:pt x="425" y="101"/>
                      </a:lnTo>
                      <a:lnTo>
                        <a:pt x="358" y="146"/>
                      </a:lnTo>
                      <a:lnTo>
                        <a:pt x="291" y="191"/>
                      </a:lnTo>
                      <a:lnTo>
                        <a:pt x="235" y="247"/>
                      </a:lnTo>
                      <a:lnTo>
                        <a:pt x="179" y="303"/>
                      </a:lnTo>
                      <a:lnTo>
                        <a:pt x="135" y="370"/>
                      </a:lnTo>
                      <a:lnTo>
                        <a:pt x="90" y="437"/>
                      </a:lnTo>
                      <a:lnTo>
                        <a:pt x="56" y="504"/>
                      </a:lnTo>
                      <a:lnTo>
                        <a:pt x="34" y="582"/>
                      </a:lnTo>
                      <a:lnTo>
                        <a:pt x="12" y="660"/>
                      </a:lnTo>
                      <a:lnTo>
                        <a:pt x="0" y="739"/>
                      </a:lnTo>
                      <a:lnTo>
                        <a:pt x="0" y="817"/>
                      </a:lnTo>
                      <a:lnTo>
                        <a:pt x="0" y="906"/>
                      </a:lnTo>
                      <a:lnTo>
                        <a:pt x="12" y="985"/>
                      </a:lnTo>
                      <a:lnTo>
                        <a:pt x="34" y="1063"/>
                      </a:lnTo>
                      <a:lnTo>
                        <a:pt x="56" y="1141"/>
                      </a:lnTo>
                      <a:lnTo>
                        <a:pt x="90" y="1208"/>
                      </a:lnTo>
                      <a:lnTo>
                        <a:pt x="135" y="1275"/>
                      </a:lnTo>
                      <a:lnTo>
                        <a:pt x="179" y="1342"/>
                      </a:lnTo>
                      <a:lnTo>
                        <a:pt x="235" y="1398"/>
                      </a:lnTo>
                      <a:lnTo>
                        <a:pt x="291" y="1454"/>
                      </a:lnTo>
                      <a:lnTo>
                        <a:pt x="358" y="1499"/>
                      </a:lnTo>
                      <a:lnTo>
                        <a:pt x="425" y="1544"/>
                      </a:lnTo>
                      <a:lnTo>
                        <a:pt x="492" y="1577"/>
                      </a:lnTo>
                      <a:lnTo>
                        <a:pt x="571" y="1599"/>
                      </a:lnTo>
                      <a:lnTo>
                        <a:pt x="649" y="1622"/>
                      </a:lnTo>
                      <a:lnTo>
                        <a:pt x="727" y="1633"/>
                      </a:lnTo>
                      <a:lnTo>
                        <a:pt x="1722" y="1633"/>
                      </a:lnTo>
                      <a:lnTo>
                        <a:pt x="172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54" name="Google Shape;1254;p30"/>
              <p:cNvSpPr/>
              <p:nvPr/>
            </p:nvSpPr>
            <p:spPr>
              <a:xfrm>
                <a:off x="705800" y="3839771"/>
                <a:ext cx="476190" cy="892291"/>
              </a:xfrm>
              <a:custGeom>
                <a:avLst/>
                <a:gdLst/>
                <a:ahLst/>
                <a:cxnLst/>
                <a:rect l="l" t="t" r="r" b="b"/>
                <a:pathLst>
                  <a:path w="11348" h="21264" extrusionOk="0">
                    <a:moveTo>
                      <a:pt x="1" y="0"/>
                    </a:moveTo>
                    <a:lnTo>
                      <a:pt x="1" y="21264"/>
                    </a:lnTo>
                    <a:lnTo>
                      <a:pt x="11348" y="21264"/>
                    </a:lnTo>
                    <a:lnTo>
                      <a:pt x="113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0"/>
              <p:cNvSpPr/>
              <p:nvPr/>
            </p:nvSpPr>
            <p:spPr>
              <a:xfrm>
                <a:off x="1404811" y="3601927"/>
                <a:ext cx="1369404" cy="787217"/>
              </a:xfrm>
              <a:custGeom>
                <a:avLst/>
                <a:gdLst/>
                <a:ahLst/>
                <a:cxnLst/>
                <a:rect l="l" t="t" r="r" b="b"/>
                <a:pathLst>
                  <a:path w="32634" h="18760" extrusionOk="0">
                    <a:moveTo>
                      <a:pt x="0" y="0"/>
                    </a:moveTo>
                    <a:lnTo>
                      <a:pt x="0" y="18760"/>
                    </a:lnTo>
                    <a:lnTo>
                      <a:pt x="32633" y="18760"/>
                    </a:lnTo>
                    <a:lnTo>
                      <a:pt x="32633" y="0"/>
                    </a:lnTo>
                    <a:close/>
                  </a:path>
                </a:pathLst>
              </a:custGeom>
              <a:solidFill>
                <a:srgbClr val="94D3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0"/>
              <p:cNvSpPr/>
              <p:nvPr/>
            </p:nvSpPr>
            <p:spPr>
              <a:xfrm>
                <a:off x="1704088" y="3601927"/>
                <a:ext cx="897494" cy="787217"/>
              </a:xfrm>
              <a:custGeom>
                <a:avLst/>
                <a:gdLst/>
                <a:ahLst/>
                <a:cxnLst/>
                <a:rect l="l" t="t" r="r" b="b"/>
                <a:pathLst>
                  <a:path w="21388" h="18760" extrusionOk="0">
                    <a:moveTo>
                      <a:pt x="18749" y="0"/>
                    </a:moveTo>
                    <a:lnTo>
                      <a:pt x="1" y="18760"/>
                    </a:lnTo>
                    <a:lnTo>
                      <a:pt x="2639" y="18760"/>
                    </a:lnTo>
                    <a:lnTo>
                      <a:pt x="21387" y="0"/>
                    </a:lnTo>
                    <a:close/>
                  </a:path>
                </a:pathLst>
              </a:custGeom>
              <a:solidFill>
                <a:srgbClr val="BAE8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0"/>
              <p:cNvSpPr/>
              <p:nvPr/>
            </p:nvSpPr>
            <p:spPr>
              <a:xfrm>
                <a:off x="2151660" y="3766588"/>
                <a:ext cx="622556" cy="622556"/>
              </a:xfrm>
              <a:custGeom>
                <a:avLst/>
                <a:gdLst/>
                <a:ahLst/>
                <a:cxnLst/>
                <a:rect l="l" t="t" r="r" b="b"/>
                <a:pathLst>
                  <a:path w="14836" h="14836" extrusionOk="0">
                    <a:moveTo>
                      <a:pt x="14835" y="0"/>
                    </a:moveTo>
                    <a:lnTo>
                      <a:pt x="0" y="14836"/>
                    </a:lnTo>
                    <a:lnTo>
                      <a:pt x="7188" y="14836"/>
                    </a:lnTo>
                    <a:lnTo>
                      <a:pt x="14835" y="7189"/>
                    </a:lnTo>
                    <a:lnTo>
                      <a:pt x="14835" y="0"/>
                    </a:lnTo>
                    <a:close/>
                  </a:path>
                </a:pathLst>
              </a:custGeom>
              <a:solidFill>
                <a:srgbClr val="BAE8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0"/>
              <p:cNvSpPr/>
              <p:nvPr/>
            </p:nvSpPr>
            <p:spPr>
              <a:xfrm>
                <a:off x="1513159" y="3601927"/>
                <a:ext cx="897494" cy="787217"/>
              </a:xfrm>
              <a:custGeom>
                <a:avLst/>
                <a:gdLst/>
                <a:ahLst/>
                <a:cxnLst/>
                <a:rect l="l" t="t" r="r" b="b"/>
                <a:pathLst>
                  <a:path w="21388" h="18760" extrusionOk="0">
                    <a:moveTo>
                      <a:pt x="18749" y="0"/>
                    </a:moveTo>
                    <a:lnTo>
                      <a:pt x="1" y="18760"/>
                    </a:lnTo>
                    <a:lnTo>
                      <a:pt x="2639" y="18760"/>
                    </a:lnTo>
                    <a:lnTo>
                      <a:pt x="21387" y="0"/>
                    </a:lnTo>
                    <a:close/>
                  </a:path>
                </a:pathLst>
              </a:custGeom>
              <a:solidFill>
                <a:srgbClr val="BAE8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0"/>
              <p:cNvSpPr/>
              <p:nvPr/>
            </p:nvSpPr>
            <p:spPr>
              <a:xfrm>
                <a:off x="1404811" y="3601927"/>
                <a:ext cx="645090" cy="645551"/>
              </a:xfrm>
              <a:custGeom>
                <a:avLst/>
                <a:gdLst/>
                <a:ahLst/>
                <a:cxnLst/>
                <a:rect l="l" t="t" r="r" b="b"/>
                <a:pathLst>
                  <a:path w="15373" h="15384" extrusionOk="0">
                    <a:moveTo>
                      <a:pt x="8184" y="0"/>
                    </a:moveTo>
                    <a:lnTo>
                      <a:pt x="0" y="8195"/>
                    </a:lnTo>
                    <a:lnTo>
                      <a:pt x="0" y="15383"/>
                    </a:lnTo>
                    <a:lnTo>
                      <a:pt x="15372" y="0"/>
                    </a:lnTo>
                    <a:close/>
                  </a:path>
                </a:pathLst>
              </a:custGeom>
              <a:solidFill>
                <a:srgbClr val="BAE8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0"/>
              <p:cNvSpPr/>
              <p:nvPr/>
            </p:nvSpPr>
            <p:spPr>
              <a:xfrm>
                <a:off x="1350848" y="4389102"/>
                <a:ext cx="1476828" cy="38060"/>
              </a:xfrm>
              <a:custGeom>
                <a:avLst/>
                <a:gdLst/>
                <a:ahLst/>
                <a:cxnLst/>
                <a:rect l="l" t="t" r="r" b="b"/>
                <a:pathLst>
                  <a:path w="35194" h="907" extrusionOk="0">
                    <a:moveTo>
                      <a:pt x="370" y="1"/>
                    </a:moveTo>
                    <a:lnTo>
                      <a:pt x="280" y="34"/>
                    </a:lnTo>
                    <a:lnTo>
                      <a:pt x="202" y="79"/>
                    </a:lnTo>
                    <a:lnTo>
                      <a:pt x="135" y="135"/>
                    </a:lnTo>
                    <a:lnTo>
                      <a:pt x="79" y="202"/>
                    </a:lnTo>
                    <a:lnTo>
                      <a:pt x="45" y="269"/>
                    </a:lnTo>
                    <a:lnTo>
                      <a:pt x="12" y="358"/>
                    </a:lnTo>
                    <a:lnTo>
                      <a:pt x="1" y="448"/>
                    </a:lnTo>
                    <a:lnTo>
                      <a:pt x="12" y="537"/>
                    </a:lnTo>
                    <a:lnTo>
                      <a:pt x="45" y="627"/>
                    </a:lnTo>
                    <a:lnTo>
                      <a:pt x="79" y="705"/>
                    </a:lnTo>
                    <a:lnTo>
                      <a:pt x="135" y="772"/>
                    </a:lnTo>
                    <a:lnTo>
                      <a:pt x="202" y="828"/>
                    </a:lnTo>
                    <a:lnTo>
                      <a:pt x="280" y="862"/>
                    </a:lnTo>
                    <a:lnTo>
                      <a:pt x="370" y="895"/>
                    </a:lnTo>
                    <a:lnTo>
                      <a:pt x="459" y="906"/>
                    </a:lnTo>
                    <a:lnTo>
                      <a:pt x="34735" y="906"/>
                    </a:lnTo>
                    <a:lnTo>
                      <a:pt x="34836" y="895"/>
                    </a:lnTo>
                    <a:lnTo>
                      <a:pt x="34914" y="862"/>
                    </a:lnTo>
                    <a:lnTo>
                      <a:pt x="34993" y="828"/>
                    </a:lnTo>
                    <a:lnTo>
                      <a:pt x="35060" y="772"/>
                    </a:lnTo>
                    <a:lnTo>
                      <a:pt x="35116" y="705"/>
                    </a:lnTo>
                    <a:lnTo>
                      <a:pt x="35160" y="627"/>
                    </a:lnTo>
                    <a:lnTo>
                      <a:pt x="35183" y="537"/>
                    </a:lnTo>
                    <a:lnTo>
                      <a:pt x="35194" y="448"/>
                    </a:lnTo>
                    <a:lnTo>
                      <a:pt x="35183" y="358"/>
                    </a:lnTo>
                    <a:lnTo>
                      <a:pt x="35160" y="269"/>
                    </a:lnTo>
                    <a:lnTo>
                      <a:pt x="35116" y="202"/>
                    </a:lnTo>
                    <a:lnTo>
                      <a:pt x="35060" y="135"/>
                    </a:lnTo>
                    <a:lnTo>
                      <a:pt x="34993" y="79"/>
                    </a:lnTo>
                    <a:lnTo>
                      <a:pt x="34914" y="34"/>
                    </a:lnTo>
                    <a:lnTo>
                      <a:pt x="348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0"/>
              <p:cNvSpPr/>
              <p:nvPr/>
            </p:nvSpPr>
            <p:spPr>
              <a:xfrm>
                <a:off x="1072678" y="4274166"/>
                <a:ext cx="62902" cy="6244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488" extrusionOk="0">
                    <a:moveTo>
                      <a:pt x="671" y="1"/>
                    </a:moveTo>
                    <a:lnTo>
                      <a:pt x="604" y="12"/>
                    </a:lnTo>
                    <a:lnTo>
                      <a:pt x="526" y="34"/>
                    </a:lnTo>
                    <a:lnTo>
                      <a:pt x="458" y="57"/>
                    </a:lnTo>
                    <a:lnTo>
                      <a:pt x="391" y="90"/>
                    </a:lnTo>
                    <a:lnTo>
                      <a:pt x="336" y="124"/>
                    </a:lnTo>
                    <a:lnTo>
                      <a:pt x="280" y="168"/>
                    </a:lnTo>
                    <a:lnTo>
                      <a:pt x="224" y="213"/>
                    </a:lnTo>
                    <a:lnTo>
                      <a:pt x="179" y="269"/>
                    </a:lnTo>
                    <a:lnTo>
                      <a:pt x="134" y="325"/>
                    </a:lnTo>
                    <a:lnTo>
                      <a:pt x="90" y="392"/>
                    </a:lnTo>
                    <a:lnTo>
                      <a:pt x="67" y="459"/>
                    </a:lnTo>
                    <a:lnTo>
                      <a:pt x="34" y="526"/>
                    </a:lnTo>
                    <a:lnTo>
                      <a:pt x="22" y="593"/>
                    </a:lnTo>
                    <a:lnTo>
                      <a:pt x="11" y="671"/>
                    </a:lnTo>
                    <a:lnTo>
                      <a:pt x="0" y="750"/>
                    </a:lnTo>
                    <a:lnTo>
                      <a:pt x="11" y="817"/>
                    </a:lnTo>
                    <a:lnTo>
                      <a:pt x="22" y="895"/>
                    </a:lnTo>
                    <a:lnTo>
                      <a:pt x="34" y="962"/>
                    </a:lnTo>
                    <a:lnTo>
                      <a:pt x="67" y="1040"/>
                    </a:lnTo>
                    <a:lnTo>
                      <a:pt x="90" y="1096"/>
                    </a:lnTo>
                    <a:lnTo>
                      <a:pt x="134" y="1163"/>
                    </a:lnTo>
                    <a:lnTo>
                      <a:pt x="179" y="1219"/>
                    </a:lnTo>
                    <a:lnTo>
                      <a:pt x="224" y="1275"/>
                    </a:lnTo>
                    <a:lnTo>
                      <a:pt x="280" y="1320"/>
                    </a:lnTo>
                    <a:lnTo>
                      <a:pt x="336" y="1365"/>
                    </a:lnTo>
                    <a:lnTo>
                      <a:pt x="391" y="1398"/>
                    </a:lnTo>
                    <a:lnTo>
                      <a:pt x="458" y="1432"/>
                    </a:lnTo>
                    <a:lnTo>
                      <a:pt x="526" y="1454"/>
                    </a:lnTo>
                    <a:lnTo>
                      <a:pt x="604" y="1476"/>
                    </a:lnTo>
                    <a:lnTo>
                      <a:pt x="671" y="1488"/>
                    </a:lnTo>
                    <a:lnTo>
                      <a:pt x="827" y="1488"/>
                    </a:lnTo>
                    <a:lnTo>
                      <a:pt x="906" y="1476"/>
                    </a:lnTo>
                    <a:lnTo>
                      <a:pt x="973" y="1454"/>
                    </a:lnTo>
                    <a:lnTo>
                      <a:pt x="1040" y="1432"/>
                    </a:lnTo>
                    <a:lnTo>
                      <a:pt x="1107" y="1398"/>
                    </a:lnTo>
                    <a:lnTo>
                      <a:pt x="1163" y="1365"/>
                    </a:lnTo>
                    <a:lnTo>
                      <a:pt x="1230" y="1320"/>
                    </a:lnTo>
                    <a:lnTo>
                      <a:pt x="1275" y="1275"/>
                    </a:lnTo>
                    <a:lnTo>
                      <a:pt x="1330" y="1219"/>
                    </a:lnTo>
                    <a:lnTo>
                      <a:pt x="1375" y="1163"/>
                    </a:lnTo>
                    <a:lnTo>
                      <a:pt x="1409" y="1096"/>
                    </a:lnTo>
                    <a:lnTo>
                      <a:pt x="1442" y="1040"/>
                    </a:lnTo>
                    <a:lnTo>
                      <a:pt x="1465" y="962"/>
                    </a:lnTo>
                    <a:lnTo>
                      <a:pt x="1487" y="895"/>
                    </a:lnTo>
                    <a:lnTo>
                      <a:pt x="1498" y="817"/>
                    </a:lnTo>
                    <a:lnTo>
                      <a:pt x="1498" y="750"/>
                    </a:lnTo>
                    <a:lnTo>
                      <a:pt x="1498" y="671"/>
                    </a:lnTo>
                    <a:lnTo>
                      <a:pt x="1487" y="593"/>
                    </a:lnTo>
                    <a:lnTo>
                      <a:pt x="1465" y="526"/>
                    </a:lnTo>
                    <a:lnTo>
                      <a:pt x="1442" y="459"/>
                    </a:lnTo>
                    <a:lnTo>
                      <a:pt x="1409" y="392"/>
                    </a:lnTo>
                    <a:lnTo>
                      <a:pt x="1375" y="325"/>
                    </a:lnTo>
                    <a:lnTo>
                      <a:pt x="1330" y="269"/>
                    </a:lnTo>
                    <a:lnTo>
                      <a:pt x="1275" y="213"/>
                    </a:lnTo>
                    <a:lnTo>
                      <a:pt x="1230" y="168"/>
                    </a:lnTo>
                    <a:lnTo>
                      <a:pt x="1163" y="124"/>
                    </a:lnTo>
                    <a:lnTo>
                      <a:pt x="1107" y="90"/>
                    </a:lnTo>
                    <a:lnTo>
                      <a:pt x="1040" y="57"/>
                    </a:lnTo>
                    <a:lnTo>
                      <a:pt x="973" y="34"/>
                    </a:lnTo>
                    <a:lnTo>
                      <a:pt x="906" y="12"/>
                    </a:lnTo>
                    <a:lnTo>
                      <a:pt x="82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0"/>
              <p:cNvSpPr/>
              <p:nvPr/>
            </p:nvSpPr>
            <p:spPr>
              <a:xfrm>
                <a:off x="743818" y="2822726"/>
                <a:ext cx="2045882" cy="320887"/>
              </a:xfrm>
              <a:custGeom>
                <a:avLst/>
                <a:gdLst/>
                <a:ahLst/>
                <a:cxnLst/>
                <a:rect l="l" t="t" r="r" b="b"/>
                <a:pathLst>
                  <a:path w="48755" h="7647" extrusionOk="0">
                    <a:moveTo>
                      <a:pt x="3634" y="0"/>
                    </a:moveTo>
                    <a:lnTo>
                      <a:pt x="3444" y="22"/>
                    </a:lnTo>
                    <a:lnTo>
                      <a:pt x="3254" y="45"/>
                    </a:lnTo>
                    <a:lnTo>
                      <a:pt x="3063" y="78"/>
                    </a:lnTo>
                    <a:lnTo>
                      <a:pt x="2873" y="123"/>
                    </a:lnTo>
                    <a:lnTo>
                      <a:pt x="2695" y="168"/>
                    </a:lnTo>
                    <a:lnTo>
                      <a:pt x="2516" y="235"/>
                    </a:lnTo>
                    <a:lnTo>
                      <a:pt x="2337" y="302"/>
                    </a:lnTo>
                    <a:lnTo>
                      <a:pt x="2169" y="380"/>
                    </a:lnTo>
                    <a:lnTo>
                      <a:pt x="2013" y="458"/>
                    </a:lnTo>
                    <a:lnTo>
                      <a:pt x="1845" y="548"/>
                    </a:lnTo>
                    <a:lnTo>
                      <a:pt x="1688" y="648"/>
                    </a:lnTo>
                    <a:lnTo>
                      <a:pt x="1543" y="760"/>
                    </a:lnTo>
                    <a:lnTo>
                      <a:pt x="1398" y="872"/>
                    </a:lnTo>
                    <a:lnTo>
                      <a:pt x="1264" y="995"/>
                    </a:lnTo>
                    <a:lnTo>
                      <a:pt x="1129" y="1118"/>
                    </a:lnTo>
                    <a:lnTo>
                      <a:pt x="995" y="1252"/>
                    </a:lnTo>
                    <a:lnTo>
                      <a:pt x="883" y="1386"/>
                    </a:lnTo>
                    <a:lnTo>
                      <a:pt x="760" y="1532"/>
                    </a:lnTo>
                    <a:lnTo>
                      <a:pt x="660" y="1688"/>
                    </a:lnTo>
                    <a:lnTo>
                      <a:pt x="559" y="1845"/>
                    </a:lnTo>
                    <a:lnTo>
                      <a:pt x="470" y="2001"/>
                    </a:lnTo>
                    <a:lnTo>
                      <a:pt x="380" y="2169"/>
                    </a:lnTo>
                    <a:lnTo>
                      <a:pt x="302" y="2337"/>
                    </a:lnTo>
                    <a:lnTo>
                      <a:pt x="235" y="2504"/>
                    </a:lnTo>
                    <a:lnTo>
                      <a:pt x="179" y="2683"/>
                    </a:lnTo>
                    <a:lnTo>
                      <a:pt x="123" y="2873"/>
                    </a:lnTo>
                    <a:lnTo>
                      <a:pt x="79" y="3052"/>
                    </a:lnTo>
                    <a:lnTo>
                      <a:pt x="45" y="3242"/>
                    </a:lnTo>
                    <a:lnTo>
                      <a:pt x="23" y="3432"/>
                    </a:lnTo>
                    <a:lnTo>
                      <a:pt x="11" y="3633"/>
                    </a:lnTo>
                    <a:lnTo>
                      <a:pt x="0" y="3823"/>
                    </a:lnTo>
                    <a:lnTo>
                      <a:pt x="11" y="4025"/>
                    </a:lnTo>
                    <a:lnTo>
                      <a:pt x="23" y="4215"/>
                    </a:lnTo>
                    <a:lnTo>
                      <a:pt x="45" y="4405"/>
                    </a:lnTo>
                    <a:lnTo>
                      <a:pt x="79" y="4595"/>
                    </a:lnTo>
                    <a:lnTo>
                      <a:pt x="123" y="4785"/>
                    </a:lnTo>
                    <a:lnTo>
                      <a:pt x="179" y="4964"/>
                    </a:lnTo>
                    <a:lnTo>
                      <a:pt x="235" y="5143"/>
                    </a:lnTo>
                    <a:lnTo>
                      <a:pt x="302" y="5310"/>
                    </a:lnTo>
                    <a:lnTo>
                      <a:pt x="380" y="5489"/>
                    </a:lnTo>
                    <a:lnTo>
                      <a:pt x="470" y="5646"/>
                    </a:lnTo>
                    <a:lnTo>
                      <a:pt x="559" y="5813"/>
                    </a:lnTo>
                    <a:lnTo>
                      <a:pt x="660" y="5970"/>
                    </a:lnTo>
                    <a:lnTo>
                      <a:pt x="760" y="6115"/>
                    </a:lnTo>
                    <a:lnTo>
                      <a:pt x="883" y="6261"/>
                    </a:lnTo>
                    <a:lnTo>
                      <a:pt x="995" y="6395"/>
                    </a:lnTo>
                    <a:lnTo>
                      <a:pt x="1129" y="6529"/>
                    </a:lnTo>
                    <a:lnTo>
                      <a:pt x="1264" y="6663"/>
                    </a:lnTo>
                    <a:lnTo>
                      <a:pt x="1398" y="6775"/>
                    </a:lnTo>
                    <a:lnTo>
                      <a:pt x="1543" y="6887"/>
                    </a:lnTo>
                    <a:lnTo>
                      <a:pt x="1688" y="6998"/>
                    </a:lnTo>
                    <a:lnTo>
                      <a:pt x="1845" y="7099"/>
                    </a:lnTo>
                    <a:lnTo>
                      <a:pt x="2013" y="7189"/>
                    </a:lnTo>
                    <a:lnTo>
                      <a:pt x="2169" y="7278"/>
                    </a:lnTo>
                    <a:lnTo>
                      <a:pt x="2337" y="7356"/>
                    </a:lnTo>
                    <a:lnTo>
                      <a:pt x="2516" y="7423"/>
                    </a:lnTo>
                    <a:lnTo>
                      <a:pt x="2695" y="7479"/>
                    </a:lnTo>
                    <a:lnTo>
                      <a:pt x="2873" y="7535"/>
                    </a:lnTo>
                    <a:lnTo>
                      <a:pt x="3063" y="7569"/>
                    </a:lnTo>
                    <a:lnTo>
                      <a:pt x="3254" y="7602"/>
                    </a:lnTo>
                    <a:lnTo>
                      <a:pt x="3444" y="7636"/>
                    </a:lnTo>
                    <a:lnTo>
                      <a:pt x="3634" y="7647"/>
                    </a:lnTo>
                    <a:lnTo>
                      <a:pt x="45121" y="7647"/>
                    </a:lnTo>
                    <a:lnTo>
                      <a:pt x="45311" y="7636"/>
                    </a:lnTo>
                    <a:lnTo>
                      <a:pt x="45501" y="7602"/>
                    </a:lnTo>
                    <a:lnTo>
                      <a:pt x="45691" y="7569"/>
                    </a:lnTo>
                    <a:lnTo>
                      <a:pt x="45881" y="7535"/>
                    </a:lnTo>
                    <a:lnTo>
                      <a:pt x="46060" y="7479"/>
                    </a:lnTo>
                    <a:lnTo>
                      <a:pt x="46239" y="7423"/>
                    </a:lnTo>
                    <a:lnTo>
                      <a:pt x="46418" y="7356"/>
                    </a:lnTo>
                    <a:lnTo>
                      <a:pt x="46585" y="7278"/>
                    </a:lnTo>
                    <a:lnTo>
                      <a:pt x="46753" y="7189"/>
                    </a:lnTo>
                    <a:lnTo>
                      <a:pt x="46910" y="7099"/>
                    </a:lnTo>
                    <a:lnTo>
                      <a:pt x="47066" y="6998"/>
                    </a:lnTo>
                    <a:lnTo>
                      <a:pt x="47211" y="6887"/>
                    </a:lnTo>
                    <a:lnTo>
                      <a:pt x="47357" y="6775"/>
                    </a:lnTo>
                    <a:lnTo>
                      <a:pt x="47491" y="6663"/>
                    </a:lnTo>
                    <a:lnTo>
                      <a:pt x="47625" y="6529"/>
                    </a:lnTo>
                    <a:lnTo>
                      <a:pt x="47759" y="6395"/>
                    </a:lnTo>
                    <a:lnTo>
                      <a:pt x="47871" y="6261"/>
                    </a:lnTo>
                    <a:lnTo>
                      <a:pt x="47994" y="6115"/>
                    </a:lnTo>
                    <a:lnTo>
                      <a:pt x="48095" y="5970"/>
                    </a:lnTo>
                    <a:lnTo>
                      <a:pt x="48195" y="5813"/>
                    </a:lnTo>
                    <a:lnTo>
                      <a:pt x="48285" y="5646"/>
                    </a:lnTo>
                    <a:lnTo>
                      <a:pt x="48374" y="5489"/>
                    </a:lnTo>
                    <a:lnTo>
                      <a:pt x="48452" y="5310"/>
                    </a:lnTo>
                    <a:lnTo>
                      <a:pt x="48519" y="5143"/>
                    </a:lnTo>
                    <a:lnTo>
                      <a:pt x="48575" y="4964"/>
                    </a:lnTo>
                    <a:lnTo>
                      <a:pt x="48631" y="4785"/>
                    </a:lnTo>
                    <a:lnTo>
                      <a:pt x="48676" y="4595"/>
                    </a:lnTo>
                    <a:lnTo>
                      <a:pt x="48710" y="4405"/>
                    </a:lnTo>
                    <a:lnTo>
                      <a:pt x="48732" y="4215"/>
                    </a:lnTo>
                    <a:lnTo>
                      <a:pt x="48743" y="4025"/>
                    </a:lnTo>
                    <a:lnTo>
                      <a:pt x="48754" y="3823"/>
                    </a:lnTo>
                    <a:lnTo>
                      <a:pt x="48743" y="3633"/>
                    </a:lnTo>
                    <a:lnTo>
                      <a:pt x="48732" y="3432"/>
                    </a:lnTo>
                    <a:lnTo>
                      <a:pt x="48710" y="3242"/>
                    </a:lnTo>
                    <a:lnTo>
                      <a:pt x="48676" y="3052"/>
                    </a:lnTo>
                    <a:lnTo>
                      <a:pt x="48631" y="2873"/>
                    </a:lnTo>
                    <a:lnTo>
                      <a:pt x="48575" y="2683"/>
                    </a:lnTo>
                    <a:lnTo>
                      <a:pt x="48519" y="2504"/>
                    </a:lnTo>
                    <a:lnTo>
                      <a:pt x="48452" y="2337"/>
                    </a:lnTo>
                    <a:lnTo>
                      <a:pt x="48374" y="2169"/>
                    </a:lnTo>
                    <a:lnTo>
                      <a:pt x="48285" y="2001"/>
                    </a:lnTo>
                    <a:lnTo>
                      <a:pt x="48195" y="1845"/>
                    </a:lnTo>
                    <a:lnTo>
                      <a:pt x="48095" y="1688"/>
                    </a:lnTo>
                    <a:lnTo>
                      <a:pt x="47994" y="1532"/>
                    </a:lnTo>
                    <a:lnTo>
                      <a:pt x="47871" y="1386"/>
                    </a:lnTo>
                    <a:lnTo>
                      <a:pt x="47759" y="1252"/>
                    </a:lnTo>
                    <a:lnTo>
                      <a:pt x="47625" y="1118"/>
                    </a:lnTo>
                    <a:lnTo>
                      <a:pt x="47491" y="995"/>
                    </a:lnTo>
                    <a:lnTo>
                      <a:pt x="47357" y="872"/>
                    </a:lnTo>
                    <a:lnTo>
                      <a:pt x="47211" y="760"/>
                    </a:lnTo>
                    <a:lnTo>
                      <a:pt x="47066" y="648"/>
                    </a:lnTo>
                    <a:lnTo>
                      <a:pt x="46910" y="548"/>
                    </a:lnTo>
                    <a:lnTo>
                      <a:pt x="46753" y="458"/>
                    </a:lnTo>
                    <a:lnTo>
                      <a:pt x="46585" y="380"/>
                    </a:lnTo>
                    <a:lnTo>
                      <a:pt x="46418" y="302"/>
                    </a:lnTo>
                    <a:lnTo>
                      <a:pt x="46239" y="235"/>
                    </a:lnTo>
                    <a:lnTo>
                      <a:pt x="46060" y="168"/>
                    </a:lnTo>
                    <a:lnTo>
                      <a:pt x="45881" y="123"/>
                    </a:lnTo>
                    <a:lnTo>
                      <a:pt x="45691" y="78"/>
                    </a:lnTo>
                    <a:lnTo>
                      <a:pt x="45501" y="45"/>
                    </a:lnTo>
                    <a:lnTo>
                      <a:pt x="45311" y="22"/>
                    </a:lnTo>
                    <a:lnTo>
                      <a:pt x="451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0"/>
              <p:cNvSpPr/>
              <p:nvPr/>
            </p:nvSpPr>
            <p:spPr>
              <a:xfrm>
                <a:off x="892072" y="2901531"/>
                <a:ext cx="156226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4126" extrusionOk="0">
                    <a:moveTo>
                      <a:pt x="0" y="0"/>
                    </a:moveTo>
                    <a:lnTo>
                      <a:pt x="1330" y="4126"/>
                    </a:lnTo>
                    <a:lnTo>
                      <a:pt x="2348" y="4126"/>
                    </a:lnTo>
                    <a:lnTo>
                      <a:pt x="3723" y="0"/>
                    </a:lnTo>
                    <a:lnTo>
                      <a:pt x="2784" y="0"/>
                    </a:lnTo>
                    <a:lnTo>
                      <a:pt x="1856" y="2896"/>
                    </a:lnTo>
                    <a:lnTo>
                      <a:pt x="1845" y="2896"/>
                    </a:lnTo>
                    <a:lnTo>
                      <a:pt x="928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0"/>
              <p:cNvSpPr/>
              <p:nvPr/>
            </p:nvSpPr>
            <p:spPr>
              <a:xfrm>
                <a:off x="1087197" y="2901531"/>
                <a:ext cx="131385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4126" extrusionOk="0">
                    <a:moveTo>
                      <a:pt x="1" y="0"/>
                    </a:moveTo>
                    <a:lnTo>
                      <a:pt x="1" y="4126"/>
                    </a:lnTo>
                    <a:lnTo>
                      <a:pt x="3131" y="4126"/>
                    </a:lnTo>
                    <a:lnTo>
                      <a:pt x="3131" y="3365"/>
                    </a:lnTo>
                    <a:lnTo>
                      <a:pt x="906" y="3365"/>
                    </a:lnTo>
                    <a:lnTo>
                      <a:pt x="906" y="2348"/>
                    </a:lnTo>
                    <a:lnTo>
                      <a:pt x="2907" y="2348"/>
                    </a:lnTo>
                    <a:lnTo>
                      <a:pt x="2907" y="1644"/>
                    </a:lnTo>
                    <a:lnTo>
                      <a:pt x="906" y="1644"/>
                    </a:lnTo>
                    <a:lnTo>
                      <a:pt x="906" y="760"/>
                    </a:lnTo>
                    <a:lnTo>
                      <a:pt x="3086" y="760"/>
                    </a:lnTo>
                    <a:lnTo>
                      <a:pt x="3086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0"/>
              <p:cNvSpPr/>
              <p:nvPr/>
            </p:nvSpPr>
            <p:spPr>
              <a:xfrm>
                <a:off x="1255131" y="2901531"/>
                <a:ext cx="141749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3378" h="4126" extrusionOk="0">
                    <a:moveTo>
                      <a:pt x="1" y="0"/>
                    </a:moveTo>
                    <a:lnTo>
                      <a:pt x="1" y="760"/>
                    </a:lnTo>
                    <a:lnTo>
                      <a:pt x="1231" y="760"/>
                    </a:lnTo>
                    <a:lnTo>
                      <a:pt x="1231" y="4126"/>
                    </a:lnTo>
                    <a:lnTo>
                      <a:pt x="2136" y="4126"/>
                    </a:lnTo>
                    <a:lnTo>
                      <a:pt x="2136" y="760"/>
                    </a:lnTo>
                    <a:lnTo>
                      <a:pt x="3377" y="760"/>
                    </a:lnTo>
                    <a:lnTo>
                      <a:pt x="3377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0"/>
              <p:cNvSpPr/>
              <p:nvPr/>
            </p:nvSpPr>
            <p:spPr>
              <a:xfrm>
                <a:off x="1440941" y="2901531"/>
                <a:ext cx="131385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4126" extrusionOk="0">
                    <a:moveTo>
                      <a:pt x="0" y="0"/>
                    </a:moveTo>
                    <a:lnTo>
                      <a:pt x="0" y="4126"/>
                    </a:lnTo>
                    <a:lnTo>
                      <a:pt x="3130" y="4126"/>
                    </a:lnTo>
                    <a:lnTo>
                      <a:pt x="3130" y="3365"/>
                    </a:lnTo>
                    <a:lnTo>
                      <a:pt x="906" y="3365"/>
                    </a:lnTo>
                    <a:lnTo>
                      <a:pt x="906" y="2348"/>
                    </a:lnTo>
                    <a:lnTo>
                      <a:pt x="2907" y="2348"/>
                    </a:lnTo>
                    <a:lnTo>
                      <a:pt x="2907" y="1644"/>
                    </a:lnTo>
                    <a:lnTo>
                      <a:pt x="906" y="1644"/>
                    </a:lnTo>
                    <a:lnTo>
                      <a:pt x="906" y="760"/>
                    </a:lnTo>
                    <a:lnTo>
                      <a:pt x="3086" y="760"/>
                    </a:lnTo>
                    <a:lnTo>
                      <a:pt x="3086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0"/>
              <p:cNvSpPr/>
              <p:nvPr/>
            </p:nvSpPr>
            <p:spPr>
              <a:xfrm>
                <a:off x="1622471" y="2901531"/>
                <a:ext cx="148757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4126" extrusionOk="0">
                    <a:moveTo>
                      <a:pt x="1901" y="705"/>
                    </a:moveTo>
                    <a:lnTo>
                      <a:pt x="2046" y="716"/>
                    </a:lnTo>
                    <a:lnTo>
                      <a:pt x="2169" y="738"/>
                    </a:lnTo>
                    <a:lnTo>
                      <a:pt x="2281" y="783"/>
                    </a:lnTo>
                    <a:lnTo>
                      <a:pt x="2359" y="839"/>
                    </a:lnTo>
                    <a:lnTo>
                      <a:pt x="2404" y="872"/>
                    </a:lnTo>
                    <a:lnTo>
                      <a:pt x="2438" y="917"/>
                    </a:lnTo>
                    <a:lnTo>
                      <a:pt x="2482" y="1018"/>
                    </a:lnTo>
                    <a:lnTo>
                      <a:pt x="2516" y="1129"/>
                    </a:lnTo>
                    <a:lnTo>
                      <a:pt x="2516" y="1275"/>
                    </a:lnTo>
                    <a:lnTo>
                      <a:pt x="2516" y="1420"/>
                    </a:lnTo>
                    <a:lnTo>
                      <a:pt x="2482" y="1543"/>
                    </a:lnTo>
                    <a:lnTo>
                      <a:pt x="2460" y="1599"/>
                    </a:lnTo>
                    <a:lnTo>
                      <a:pt x="2438" y="1644"/>
                    </a:lnTo>
                    <a:lnTo>
                      <a:pt x="2404" y="1688"/>
                    </a:lnTo>
                    <a:lnTo>
                      <a:pt x="2359" y="1722"/>
                    </a:lnTo>
                    <a:lnTo>
                      <a:pt x="2281" y="1789"/>
                    </a:lnTo>
                    <a:lnTo>
                      <a:pt x="2169" y="1834"/>
                    </a:lnTo>
                    <a:lnTo>
                      <a:pt x="2046" y="1856"/>
                    </a:lnTo>
                    <a:lnTo>
                      <a:pt x="1901" y="1867"/>
                    </a:lnTo>
                    <a:lnTo>
                      <a:pt x="906" y="1867"/>
                    </a:lnTo>
                    <a:lnTo>
                      <a:pt x="906" y="705"/>
                    </a:lnTo>
                    <a:close/>
                    <a:moveTo>
                      <a:pt x="1" y="0"/>
                    </a:moveTo>
                    <a:lnTo>
                      <a:pt x="1" y="4126"/>
                    </a:lnTo>
                    <a:lnTo>
                      <a:pt x="906" y="4126"/>
                    </a:lnTo>
                    <a:lnTo>
                      <a:pt x="906" y="2516"/>
                    </a:lnTo>
                    <a:lnTo>
                      <a:pt x="1968" y="2516"/>
                    </a:lnTo>
                    <a:lnTo>
                      <a:pt x="2102" y="2549"/>
                    </a:lnTo>
                    <a:lnTo>
                      <a:pt x="2214" y="2594"/>
                    </a:lnTo>
                    <a:lnTo>
                      <a:pt x="2259" y="2627"/>
                    </a:lnTo>
                    <a:lnTo>
                      <a:pt x="2304" y="2661"/>
                    </a:lnTo>
                    <a:lnTo>
                      <a:pt x="2371" y="2750"/>
                    </a:lnTo>
                    <a:lnTo>
                      <a:pt x="2427" y="2851"/>
                    </a:lnTo>
                    <a:lnTo>
                      <a:pt x="2471" y="2985"/>
                    </a:lnTo>
                    <a:lnTo>
                      <a:pt x="2494" y="3131"/>
                    </a:lnTo>
                    <a:lnTo>
                      <a:pt x="2527" y="3388"/>
                    </a:lnTo>
                    <a:lnTo>
                      <a:pt x="2549" y="3656"/>
                    </a:lnTo>
                    <a:lnTo>
                      <a:pt x="2561" y="3790"/>
                    </a:lnTo>
                    <a:lnTo>
                      <a:pt x="2583" y="3902"/>
                    </a:lnTo>
                    <a:lnTo>
                      <a:pt x="2605" y="4025"/>
                    </a:lnTo>
                    <a:lnTo>
                      <a:pt x="2639" y="4126"/>
                    </a:lnTo>
                    <a:lnTo>
                      <a:pt x="3544" y="4126"/>
                    </a:lnTo>
                    <a:lnTo>
                      <a:pt x="3489" y="4025"/>
                    </a:lnTo>
                    <a:lnTo>
                      <a:pt x="3455" y="3913"/>
                    </a:lnTo>
                    <a:lnTo>
                      <a:pt x="3421" y="3779"/>
                    </a:lnTo>
                    <a:lnTo>
                      <a:pt x="3410" y="3645"/>
                    </a:lnTo>
                    <a:lnTo>
                      <a:pt x="3388" y="3376"/>
                    </a:lnTo>
                    <a:lnTo>
                      <a:pt x="3377" y="3142"/>
                    </a:lnTo>
                    <a:lnTo>
                      <a:pt x="3354" y="2985"/>
                    </a:lnTo>
                    <a:lnTo>
                      <a:pt x="3332" y="2829"/>
                    </a:lnTo>
                    <a:lnTo>
                      <a:pt x="3287" y="2683"/>
                    </a:lnTo>
                    <a:lnTo>
                      <a:pt x="3231" y="2549"/>
                    </a:lnTo>
                    <a:lnTo>
                      <a:pt x="3153" y="2426"/>
                    </a:lnTo>
                    <a:lnTo>
                      <a:pt x="3053" y="2326"/>
                    </a:lnTo>
                    <a:lnTo>
                      <a:pt x="2997" y="2281"/>
                    </a:lnTo>
                    <a:lnTo>
                      <a:pt x="2930" y="2236"/>
                    </a:lnTo>
                    <a:lnTo>
                      <a:pt x="2851" y="2203"/>
                    </a:lnTo>
                    <a:lnTo>
                      <a:pt x="2773" y="2180"/>
                    </a:lnTo>
                    <a:lnTo>
                      <a:pt x="2773" y="2169"/>
                    </a:lnTo>
                    <a:lnTo>
                      <a:pt x="2941" y="2091"/>
                    </a:lnTo>
                    <a:lnTo>
                      <a:pt x="3075" y="2001"/>
                    </a:lnTo>
                    <a:lnTo>
                      <a:pt x="3131" y="1945"/>
                    </a:lnTo>
                    <a:lnTo>
                      <a:pt x="3187" y="1890"/>
                    </a:lnTo>
                    <a:lnTo>
                      <a:pt x="3231" y="1834"/>
                    </a:lnTo>
                    <a:lnTo>
                      <a:pt x="3276" y="1767"/>
                    </a:lnTo>
                    <a:lnTo>
                      <a:pt x="3343" y="1621"/>
                    </a:lnTo>
                    <a:lnTo>
                      <a:pt x="3388" y="1476"/>
                    </a:lnTo>
                    <a:lnTo>
                      <a:pt x="3421" y="1308"/>
                    </a:lnTo>
                    <a:lnTo>
                      <a:pt x="3433" y="1141"/>
                    </a:lnTo>
                    <a:lnTo>
                      <a:pt x="3421" y="1018"/>
                    </a:lnTo>
                    <a:lnTo>
                      <a:pt x="3410" y="906"/>
                    </a:lnTo>
                    <a:lnTo>
                      <a:pt x="3377" y="794"/>
                    </a:lnTo>
                    <a:lnTo>
                      <a:pt x="3343" y="693"/>
                    </a:lnTo>
                    <a:lnTo>
                      <a:pt x="3299" y="593"/>
                    </a:lnTo>
                    <a:lnTo>
                      <a:pt x="3243" y="503"/>
                    </a:lnTo>
                    <a:lnTo>
                      <a:pt x="3176" y="414"/>
                    </a:lnTo>
                    <a:lnTo>
                      <a:pt x="3097" y="336"/>
                    </a:lnTo>
                    <a:lnTo>
                      <a:pt x="3019" y="257"/>
                    </a:lnTo>
                    <a:lnTo>
                      <a:pt x="2930" y="190"/>
                    </a:lnTo>
                    <a:lnTo>
                      <a:pt x="2829" y="134"/>
                    </a:lnTo>
                    <a:lnTo>
                      <a:pt x="2717" y="90"/>
                    </a:lnTo>
                    <a:lnTo>
                      <a:pt x="2605" y="45"/>
                    </a:lnTo>
                    <a:lnTo>
                      <a:pt x="2482" y="23"/>
                    </a:lnTo>
                    <a:lnTo>
                      <a:pt x="2359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0"/>
              <p:cNvSpPr/>
              <p:nvPr/>
            </p:nvSpPr>
            <p:spPr>
              <a:xfrm>
                <a:off x="1821373" y="2901531"/>
                <a:ext cx="38060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907" h="4126" extrusionOk="0">
                    <a:moveTo>
                      <a:pt x="1" y="0"/>
                    </a:moveTo>
                    <a:lnTo>
                      <a:pt x="1" y="4126"/>
                    </a:lnTo>
                    <a:lnTo>
                      <a:pt x="906" y="4126"/>
                    </a:lnTo>
                    <a:lnTo>
                      <a:pt x="906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0"/>
              <p:cNvSpPr/>
              <p:nvPr/>
            </p:nvSpPr>
            <p:spPr>
              <a:xfrm>
                <a:off x="1917090" y="2901531"/>
                <a:ext cx="146407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3489" h="4126" extrusionOk="0">
                    <a:moveTo>
                      <a:pt x="0" y="0"/>
                    </a:moveTo>
                    <a:lnTo>
                      <a:pt x="0" y="4126"/>
                    </a:lnTo>
                    <a:lnTo>
                      <a:pt x="850" y="4126"/>
                    </a:lnTo>
                    <a:lnTo>
                      <a:pt x="850" y="1364"/>
                    </a:lnTo>
                    <a:lnTo>
                      <a:pt x="861" y="1364"/>
                    </a:lnTo>
                    <a:lnTo>
                      <a:pt x="2583" y="4126"/>
                    </a:lnTo>
                    <a:lnTo>
                      <a:pt x="3488" y="4126"/>
                    </a:lnTo>
                    <a:lnTo>
                      <a:pt x="3488" y="0"/>
                    </a:lnTo>
                    <a:lnTo>
                      <a:pt x="2639" y="0"/>
                    </a:lnTo>
                    <a:lnTo>
                      <a:pt x="2639" y="2762"/>
                    </a:lnTo>
                    <a:lnTo>
                      <a:pt x="2627" y="2762"/>
                    </a:lnTo>
                    <a:lnTo>
                      <a:pt x="906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0"/>
              <p:cNvSpPr/>
              <p:nvPr/>
            </p:nvSpPr>
            <p:spPr>
              <a:xfrm>
                <a:off x="2102858" y="2901531"/>
                <a:ext cx="169403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4126" extrusionOk="0">
                    <a:moveTo>
                      <a:pt x="2024" y="1018"/>
                    </a:moveTo>
                    <a:lnTo>
                      <a:pt x="2549" y="2527"/>
                    </a:lnTo>
                    <a:lnTo>
                      <a:pt x="1476" y="2527"/>
                    </a:lnTo>
                    <a:lnTo>
                      <a:pt x="2013" y="1018"/>
                    </a:lnTo>
                    <a:close/>
                    <a:moveTo>
                      <a:pt x="1566" y="0"/>
                    </a:moveTo>
                    <a:lnTo>
                      <a:pt x="0" y="4126"/>
                    </a:lnTo>
                    <a:lnTo>
                      <a:pt x="917" y="4126"/>
                    </a:lnTo>
                    <a:lnTo>
                      <a:pt x="1241" y="3209"/>
                    </a:lnTo>
                    <a:lnTo>
                      <a:pt x="2784" y="3209"/>
                    </a:lnTo>
                    <a:lnTo>
                      <a:pt x="3097" y="4126"/>
                    </a:lnTo>
                    <a:lnTo>
                      <a:pt x="4036" y="4126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>
                <a:off x="2311621" y="2901531"/>
                <a:ext cx="148757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4126" extrusionOk="0">
                    <a:moveTo>
                      <a:pt x="1901" y="705"/>
                    </a:moveTo>
                    <a:lnTo>
                      <a:pt x="2046" y="716"/>
                    </a:lnTo>
                    <a:lnTo>
                      <a:pt x="2169" y="738"/>
                    </a:lnTo>
                    <a:lnTo>
                      <a:pt x="2281" y="783"/>
                    </a:lnTo>
                    <a:lnTo>
                      <a:pt x="2359" y="839"/>
                    </a:lnTo>
                    <a:lnTo>
                      <a:pt x="2404" y="872"/>
                    </a:lnTo>
                    <a:lnTo>
                      <a:pt x="2437" y="917"/>
                    </a:lnTo>
                    <a:lnTo>
                      <a:pt x="2482" y="1018"/>
                    </a:lnTo>
                    <a:lnTo>
                      <a:pt x="2516" y="1129"/>
                    </a:lnTo>
                    <a:lnTo>
                      <a:pt x="2516" y="1275"/>
                    </a:lnTo>
                    <a:lnTo>
                      <a:pt x="2516" y="1420"/>
                    </a:lnTo>
                    <a:lnTo>
                      <a:pt x="2482" y="1543"/>
                    </a:lnTo>
                    <a:lnTo>
                      <a:pt x="2460" y="1599"/>
                    </a:lnTo>
                    <a:lnTo>
                      <a:pt x="2437" y="1644"/>
                    </a:lnTo>
                    <a:lnTo>
                      <a:pt x="2404" y="1688"/>
                    </a:lnTo>
                    <a:lnTo>
                      <a:pt x="2359" y="1722"/>
                    </a:lnTo>
                    <a:lnTo>
                      <a:pt x="2281" y="1789"/>
                    </a:lnTo>
                    <a:lnTo>
                      <a:pt x="2169" y="1834"/>
                    </a:lnTo>
                    <a:lnTo>
                      <a:pt x="2046" y="1856"/>
                    </a:lnTo>
                    <a:lnTo>
                      <a:pt x="1901" y="1867"/>
                    </a:lnTo>
                    <a:lnTo>
                      <a:pt x="906" y="1867"/>
                    </a:lnTo>
                    <a:lnTo>
                      <a:pt x="906" y="705"/>
                    </a:lnTo>
                    <a:close/>
                    <a:moveTo>
                      <a:pt x="0" y="0"/>
                    </a:moveTo>
                    <a:lnTo>
                      <a:pt x="0" y="4126"/>
                    </a:lnTo>
                    <a:lnTo>
                      <a:pt x="906" y="4126"/>
                    </a:lnTo>
                    <a:lnTo>
                      <a:pt x="906" y="2516"/>
                    </a:lnTo>
                    <a:lnTo>
                      <a:pt x="1968" y="2516"/>
                    </a:lnTo>
                    <a:lnTo>
                      <a:pt x="2102" y="2549"/>
                    </a:lnTo>
                    <a:lnTo>
                      <a:pt x="2214" y="2594"/>
                    </a:lnTo>
                    <a:lnTo>
                      <a:pt x="2259" y="2627"/>
                    </a:lnTo>
                    <a:lnTo>
                      <a:pt x="2303" y="2661"/>
                    </a:lnTo>
                    <a:lnTo>
                      <a:pt x="2370" y="2750"/>
                    </a:lnTo>
                    <a:lnTo>
                      <a:pt x="2426" y="2851"/>
                    </a:lnTo>
                    <a:lnTo>
                      <a:pt x="2471" y="2985"/>
                    </a:lnTo>
                    <a:lnTo>
                      <a:pt x="2493" y="3131"/>
                    </a:lnTo>
                    <a:lnTo>
                      <a:pt x="2527" y="3388"/>
                    </a:lnTo>
                    <a:lnTo>
                      <a:pt x="2549" y="3656"/>
                    </a:lnTo>
                    <a:lnTo>
                      <a:pt x="2560" y="3790"/>
                    </a:lnTo>
                    <a:lnTo>
                      <a:pt x="2583" y="3902"/>
                    </a:lnTo>
                    <a:lnTo>
                      <a:pt x="2605" y="4025"/>
                    </a:lnTo>
                    <a:lnTo>
                      <a:pt x="2639" y="4126"/>
                    </a:lnTo>
                    <a:lnTo>
                      <a:pt x="3544" y="4126"/>
                    </a:lnTo>
                    <a:lnTo>
                      <a:pt x="3488" y="4025"/>
                    </a:lnTo>
                    <a:lnTo>
                      <a:pt x="3455" y="3913"/>
                    </a:lnTo>
                    <a:lnTo>
                      <a:pt x="3421" y="3779"/>
                    </a:lnTo>
                    <a:lnTo>
                      <a:pt x="3410" y="3645"/>
                    </a:lnTo>
                    <a:lnTo>
                      <a:pt x="3388" y="3376"/>
                    </a:lnTo>
                    <a:lnTo>
                      <a:pt x="3376" y="3142"/>
                    </a:lnTo>
                    <a:lnTo>
                      <a:pt x="3354" y="2985"/>
                    </a:lnTo>
                    <a:lnTo>
                      <a:pt x="3332" y="2829"/>
                    </a:lnTo>
                    <a:lnTo>
                      <a:pt x="3287" y="2683"/>
                    </a:lnTo>
                    <a:lnTo>
                      <a:pt x="3231" y="2549"/>
                    </a:lnTo>
                    <a:lnTo>
                      <a:pt x="3153" y="2426"/>
                    </a:lnTo>
                    <a:lnTo>
                      <a:pt x="3052" y="2326"/>
                    </a:lnTo>
                    <a:lnTo>
                      <a:pt x="2996" y="2281"/>
                    </a:lnTo>
                    <a:lnTo>
                      <a:pt x="2929" y="2236"/>
                    </a:lnTo>
                    <a:lnTo>
                      <a:pt x="2851" y="2203"/>
                    </a:lnTo>
                    <a:lnTo>
                      <a:pt x="2773" y="2180"/>
                    </a:lnTo>
                    <a:lnTo>
                      <a:pt x="2773" y="2169"/>
                    </a:lnTo>
                    <a:lnTo>
                      <a:pt x="2940" y="2091"/>
                    </a:lnTo>
                    <a:lnTo>
                      <a:pt x="3075" y="2001"/>
                    </a:lnTo>
                    <a:lnTo>
                      <a:pt x="3131" y="1945"/>
                    </a:lnTo>
                    <a:lnTo>
                      <a:pt x="3186" y="1890"/>
                    </a:lnTo>
                    <a:lnTo>
                      <a:pt x="3231" y="1834"/>
                    </a:lnTo>
                    <a:lnTo>
                      <a:pt x="3276" y="1767"/>
                    </a:lnTo>
                    <a:lnTo>
                      <a:pt x="3343" y="1621"/>
                    </a:lnTo>
                    <a:lnTo>
                      <a:pt x="3388" y="1476"/>
                    </a:lnTo>
                    <a:lnTo>
                      <a:pt x="3421" y="1308"/>
                    </a:lnTo>
                    <a:lnTo>
                      <a:pt x="3432" y="1141"/>
                    </a:lnTo>
                    <a:lnTo>
                      <a:pt x="3421" y="1018"/>
                    </a:lnTo>
                    <a:lnTo>
                      <a:pt x="3410" y="906"/>
                    </a:lnTo>
                    <a:lnTo>
                      <a:pt x="3376" y="794"/>
                    </a:lnTo>
                    <a:lnTo>
                      <a:pt x="3343" y="693"/>
                    </a:lnTo>
                    <a:lnTo>
                      <a:pt x="3298" y="593"/>
                    </a:lnTo>
                    <a:lnTo>
                      <a:pt x="3242" y="503"/>
                    </a:lnTo>
                    <a:lnTo>
                      <a:pt x="3175" y="414"/>
                    </a:lnTo>
                    <a:lnTo>
                      <a:pt x="3097" y="336"/>
                    </a:lnTo>
                    <a:lnTo>
                      <a:pt x="3019" y="257"/>
                    </a:lnTo>
                    <a:lnTo>
                      <a:pt x="2929" y="190"/>
                    </a:lnTo>
                    <a:lnTo>
                      <a:pt x="2829" y="134"/>
                    </a:lnTo>
                    <a:lnTo>
                      <a:pt x="2717" y="90"/>
                    </a:lnTo>
                    <a:lnTo>
                      <a:pt x="2605" y="45"/>
                    </a:lnTo>
                    <a:lnTo>
                      <a:pt x="2482" y="23"/>
                    </a:lnTo>
                    <a:lnTo>
                      <a:pt x="2359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>
                <a:off x="2482828" y="2901531"/>
                <a:ext cx="166130" cy="173137"/>
              </a:xfrm>
              <a:custGeom>
                <a:avLst/>
                <a:gdLst/>
                <a:ahLst/>
                <a:cxnLst/>
                <a:rect l="l" t="t" r="r" b="b"/>
                <a:pathLst>
                  <a:path w="3959" h="4126" extrusionOk="0">
                    <a:moveTo>
                      <a:pt x="1" y="0"/>
                    </a:moveTo>
                    <a:lnTo>
                      <a:pt x="1521" y="2516"/>
                    </a:lnTo>
                    <a:lnTo>
                      <a:pt x="1521" y="4126"/>
                    </a:lnTo>
                    <a:lnTo>
                      <a:pt x="2427" y="4126"/>
                    </a:lnTo>
                    <a:lnTo>
                      <a:pt x="2427" y="2538"/>
                    </a:lnTo>
                    <a:lnTo>
                      <a:pt x="3958" y="0"/>
                    </a:lnTo>
                    <a:lnTo>
                      <a:pt x="2941" y="0"/>
                    </a:lnTo>
                    <a:lnTo>
                      <a:pt x="1991" y="1621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rgbClr val="F2E1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73" name="Google Shape;1273;p30"/>
            <p:cNvSpPr/>
            <p:nvPr/>
          </p:nvSpPr>
          <p:spPr>
            <a:xfrm>
              <a:off x="3487200" y="3700350"/>
              <a:ext cx="2169600" cy="47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40;p20">
            <a:extLst>
              <a:ext uri="{FF2B5EF4-FFF2-40B4-BE49-F238E27FC236}">
                <a16:creationId xmlns:a16="http://schemas.microsoft.com/office/drawing/2014/main" id="{83A2F62E-40B0-4767-302C-B7B0529F9F05}"/>
              </a:ext>
            </a:extLst>
          </p:cNvPr>
          <p:cNvSpPr txBox="1"/>
          <p:nvPr/>
        </p:nvSpPr>
        <p:spPr>
          <a:xfrm>
            <a:off x="206940" y="4667135"/>
            <a:ext cx="872986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design of a dashboard ultimately benefits from user research i.e. your feedback throughout development is valuable!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8" name="Google Shape;1758;p38"/>
          <p:cNvGrpSpPr/>
          <p:nvPr/>
        </p:nvGrpSpPr>
        <p:grpSpPr>
          <a:xfrm>
            <a:off x="2696353" y="1195492"/>
            <a:ext cx="3751294" cy="3326606"/>
            <a:chOff x="856225" y="238125"/>
            <a:chExt cx="5907550" cy="5238750"/>
          </a:xfrm>
        </p:grpSpPr>
        <p:sp>
          <p:nvSpPr>
            <p:cNvPr id="1759" name="Google Shape;1759;p38"/>
            <p:cNvSpPr/>
            <p:nvPr/>
          </p:nvSpPr>
          <p:spPr>
            <a:xfrm>
              <a:off x="856225" y="4632825"/>
              <a:ext cx="5907550" cy="844050"/>
            </a:xfrm>
            <a:custGeom>
              <a:avLst/>
              <a:gdLst/>
              <a:ahLst/>
              <a:cxnLst/>
              <a:rect l="l" t="t" r="r" b="b"/>
              <a:pathLst>
                <a:path w="236302" h="33762" extrusionOk="0">
                  <a:moveTo>
                    <a:pt x="115104" y="1"/>
                  </a:moveTo>
                  <a:lnTo>
                    <a:pt x="112071" y="27"/>
                  </a:lnTo>
                  <a:lnTo>
                    <a:pt x="109063" y="53"/>
                  </a:lnTo>
                  <a:lnTo>
                    <a:pt x="106069" y="92"/>
                  </a:lnTo>
                  <a:lnTo>
                    <a:pt x="103101" y="131"/>
                  </a:lnTo>
                  <a:lnTo>
                    <a:pt x="100159" y="197"/>
                  </a:lnTo>
                  <a:lnTo>
                    <a:pt x="97230" y="262"/>
                  </a:lnTo>
                  <a:lnTo>
                    <a:pt x="94340" y="341"/>
                  </a:lnTo>
                  <a:lnTo>
                    <a:pt x="91464" y="432"/>
                  </a:lnTo>
                  <a:lnTo>
                    <a:pt x="88626" y="537"/>
                  </a:lnTo>
                  <a:lnTo>
                    <a:pt x="85802" y="641"/>
                  </a:lnTo>
                  <a:lnTo>
                    <a:pt x="83017" y="759"/>
                  </a:lnTo>
                  <a:lnTo>
                    <a:pt x="80258" y="890"/>
                  </a:lnTo>
                  <a:lnTo>
                    <a:pt x="77525" y="1021"/>
                  </a:lnTo>
                  <a:lnTo>
                    <a:pt x="74832" y="1178"/>
                  </a:lnTo>
                  <a:lnTo>
                    <a:pt x="72164" y="1321"/>
                  </a:lnTo>
                  <a:lnTo>
                    <a:pt x="69523" y="1491"/>
                  </a:lnTo>
                  <a:lnTo>
                    <a:pt x="66921" y="1661"/>
                  </a:lnTo>
                  <a:lnTo>
                    <a:pt x="64358" y="1844"/>
                  </a:lnTo>
                  <a:lnTo>
                    <a:pt x="61834" y="2041"/>
                  </a:lnTo>
                  <a:lnTo>
                    <a:pt x="59337" y="2237"/>
                  </a:lnTo>
                  <a:lnTo>
                    <a:pt x="56879" y="2446"/>
                  </a:lnTo>
                  <a:lnTo>
                    <a:pt x="54473" y="2655"/>
                  </a:lnTo>
                  <a:lnTo>
                    <a:pt x="52093" y="2877"/>
                  </a:lnTo>
                  <a:lnTo>
                    <a:pt x="49753" y="3113"/>
                  </a:lnTo>
                  <a:lnTo>
                    <a:pt x="47451" y="3348"/>
                  </a:lnTo>
                  <a:lnTo>
                    <a:pt x="45202" y="3597"/>
                  </a:lnTo>
                  <a:lnTo>
                    <a:pt x="42993" y="3858"/>
                  </a:lnTo>
                  <a:lnTo>
                    <a:pt x="40822" y="4120"/>
                  </a:lnTo>
                  <a:lnTo>
                    <a:pt x="38704" y="4381"/>
                  </a:lnTo>
                  <a:lnTo>
                    <a:pt x="36638" y="4656"/>
                  </a:lnTo>
                  <a:lnTo>
                    <a:pt x="34598" y="4943"/>
                  </a:lnTo>
                  <a:lnTo>
                    <a:pt x="32624" y="5231"/>
                  </a:lnTo>
                  <a:lnTo>
                    <a:pt x="30688" y="5532"/>
                  </a:lnTo>
                  <a:lnTo>
                    <a:pt x="28806" y="5832"/>
                  </a:lnTo>
                  <a:lnTo>
                    <a:pt x="26975" y="6146"/>
                  </a:lnTo>
                  <a:lnTo>
                    <a:pt x="25197" y="6460"/>
                  </a:lnTo>
                  <a:lnTo>
                    <a:pt x="23471" y="6787"/>
                  </a:lnTo>
                  <a:lnTo>
                    <a:pt x="21797" y="7114"/>
                  </a:lnTo>
                  <a:lnTo>
                    <a:pt x="20176" y="7441"/>
                  </a:lnTo>
                  <a:lnTo>
                    <a:pt x="18607" y="7781"/>
                  </a:lnTo>
                  <a:lnTo>
                    <a:pt x="17103" y="8134"/>
                  </a:lnTo>
                  <a:lnTo>
                    <a:pt x="15651" y="8474"/>
                  </a:lnTo>
                  <a:lnTo>
                    <a:pt x="14252" y="8840"/>
                  </a:lnTo>
                  <a:lnTo>
                    <a:pt x="12919" y="9193"/>
                  </a:lnTo>
                  <a:lnTo>
                    <a:pt x="11650" y="9559"/>
                  </a:lnTo>
                  <a:lnTo>
                    <a:pt x="10434" y="9938"/>
                  </a:lnTo>
                  <a:lnTo>
                    <a:pt x="9284" y="10304"/>
                  </a:lnTo>
                  <a:lnTo>
                    <a:pt x="8185" y="10697"/>
                  </a:lnTo>
                  <a:lnTo>
                    <a:pt x="7165" y="11076"/>
                  </a:lnTo>
                  <a:lnTo>
                    <a:pt x="6198" y="11468"/>
                  </a:lnTo>
                  <a:lnTo>
                    <a:pt x="5309" y="11860"/>
                  </a:lnTo>
                  <a:lnTo>
                    <a:pt x="4890" y="12056"/>
                  </a:lnTo>
                  <a:lnTo>
                    <a:pt x="4485" y="12266"/>
                  </a:lnTo>
                  <a:lnTo>
                    <a:pt x="4093" y="12462"/>
                  </a:lnTo>
                  <a:lnTo>
                    <a:pt x="3713" y="12658"/>
                  </a:lnTo>
                  <a:lnTo>
                    <a:pt x="3360" y="12867"/>
                  </a:lnTo>
                  <a:lnTo>
                    <a:pt x="3020" y="13063"/>
                  </a:lnTo>
                  <a:lnTo>
                    <a:pt x="2707" y="13273"/>
                  </a:lnTo>
                  <a:lnTo>
                    <a:pt x="2393" y="13482"/>
                  </a:lnTo>
                  <a:lnTo>
                    <a:pt x="2105" y="13691"/>
                  </a:lnTo>
                  <a:lnTo>
                    <a:pt x="1844" y="13887"/>
                  </a:lnTo>
                  <a:lnTo>
                    <a:pt x="1595" y="14096"/>
                  </a:lnTo>
                  <a:lnTo>
                    <a:pt x="1360" y="14305"/>
                  </a:lnTo>
                  <a:lnTo>
                    <a:pt x="1138" y="14515"/>
                  </a:lnTo>
                  <a:lnTo>
                    <a:pt x="941" y="14737"/>
                  </a:lnTo>
                  <a:lnTo>
                    <a:pt x="771" y="14946"/>
                  </a:lnTo>
                  <a:lnTo>
                    <a:pt x="601" y="15155"/>
                  </a:lnTo>
                  <a:lnTo>
                    <a:pt x="458" y="15365"/>
                  </a:lnTo>
                  <a:lnTo>
                    <a:pt x="340" y="15587"/>
                  </a:lnTo>
                  <a:lnTo>
                    <a:pt x="235" y="15796"/>
                  </a:lnTo>
                  <a:lnTo>
                    <a:pt x="144" y="16018"/>
                  </a:lnTo>
                  <a:lnTo>
                    <a:pt x="78" y="16228"/>
                  </a:lnTo>
                  <a:lnTo>
                    <a:pt x="39" y="16450"/>
                  </a:lnTo>
                  <a:lnTo>
                    <a:pt x="0" y="16659"/>
                  </a:lnTo>
                  <a:lnTo>
                    <a:pt x="0" y="16881"/>
                  </a:lnTo>
                  <a:lnTo>
                    <a:pt x="0" y="17104"/>
                  </a:lnTo>
                  <a:lnTo>
                    <a:pt x="39" y="17313"/>
                  </a:lnTo>
                  <a:lnTo>
                    <a:pt x="78" y="17535"/>
                  </a:lnTo>
                  <a:lnTo>
                    <a:pt x="144" y="17744"/>
                  </a:lnTo>
                  <a:lnTo>
                    <a:pt x="235" y="17967"/>
                  </a:lnTo>
                  <a:lnTo>
                    <a:pt x="340" y="18176"/>
                  </a:lnTo>
                  <a:lnTo>
                    <a:pt x="458" y="18398"/>
                  </a:lnTo>
                  <a:lnTo>
                    <a:pt x="601" y="18607"/>
                  </a:lnTo>
                  <a:lnTo>
                    <a:pt x="771" y="18817"/>
                  </a:lnTo>
                  <a:lnTo>
                    <a:pt x="941" y="19026"/>
                  </a:lnTo>
                  <a:lnTo>
                    <a:pt x="1138" y="19248"/>
                  </a:lnTo>
                  <a:lnTo>
                    <a:pt x="1360" y="19457"/>
                  </a:lnTo>
                  <a:lnTo>
                    <a:pt x="1595" y="19666"/>
                  </a:lnTo>
                  <a:lnTo>
                    <a:pt x="1844" y="19863"/>
                  </a:lnTo>
                  <a:lnTo>
                    <a:pt x="2105" y="20072"/>
                  </a:lnTo>
                  <a:lnTo>
                    <a:pt x="2393" y="20281"/>
                  </a:lnTo>
                  <a:lnTo>
                    <a:pt x="2707" y="20490"/>
                  </a:lnTo>
                  <a:lnTo>
                    <a:pt x="3020" y="20686"/>
                  </a:lnTo>
                  <a:lnTo>
                    <a:pt x="3360" y="20896"/>
                  </a:lnTo>
                  <a:lnTo>
                    <a:pt x="3713" y="21105"/>
                  </a:lnTo>
                  <a:lnTo>
                    <a:pt x="4093" y="21301"/>
                  </a:lnTo>
                  <a:lnTo>
                    <a:pt x="4485" y="21497"/>
                  </a:lnTo>
                  <a:lnTo>
                    <a:pt x="4890" y="21706"/>
                  </a:lnTo>
                  <a:lnTo>
                    <a:pt x="5309" y="21902"/>
                  </a:lnTo>
                  <a:lnTo>
                    <a:pt x="6198" y="22295"/>
                  </a:lnTo>
                  <a:lnTo>
                    <a:pt x="7165" y="22687"/>
                  </a:lnTo>
                  <a:lnTo>
                    <a:pt x="8185" y="23066"/>
                  </a:lnTo>
                  <a:lnTo>
                    <a:pt x="9284" y="23445"/>
                  </a:lnTo>
                  <a:lnTo>
                    <a:pt x="10434" y="23825"/>
                  </a:lnTo>
                  <a:lnTo>
                    <a:pt x="11650" y="24204"/>
                  </a:lnTo>
                  <a:lnTo>
                    <a:pt x="12919" y="24570"/>
                  </a:lnTo>
                  <a:lnTo>
                    <a:pt x="14252" y="24923"/>
                  </a:lnTo>
                  <a:lnTo>
                    <a:pt x="15651" y="25276"/>
                  </a:lnTo>
                  <a:lnTo>
                    <a:pt x="17103" y="25629"/>
                  </a:lnTo>
                  <a:lnTo>
                    <a:pt x="18607" y="25982"/>
                  </a:lnTo>
                  <a:lnTo>
                    <a:pt x="20176" y="26322"/>
                  </a:lnTo>
                  <a:lnTo>
                    <a:pt x="21797" y="26649"/>
                  </a:lnTo>
                  <a:lnTo>
                    <a:pt x="23471" y="26976"/>
                  </a:lnTo>
                  <a:lnTo>
                    <a:pt x="25197" y="27303"/>
                  </a:lnTo>
                  <a:lnTo>
                    <a:pt x="26975" y="27616"/>
                  </a:lnTo>
                  <a:lnTo>
                    <a:pt x="28806" y="27930"/>
                  </a:lnTo>
                  <a:lnTo>
                    <a:pt x="30688" y="28231"/>
                  </a:lnTo>
                  <a:lnTo>
                    <a:pt x="32624" y="28532"/>
                  </a:lnTo>
                  <a:lnTo>
                    <a:pt x="34598" y="28819"/>
                  </a:lnTo>
                  <a:lnTo>
                    <a:pt x="36638" y="29094"/>
                  </a:lnTo>
                  <a:lnTo>
                    <a:pt x="38704" y="29369"/>
                  </a:lnTo>
                  <a:lnTo>
                    <a:pt x="40822" y="29643"/>
                  </a:lnTo>
                  <a:lnTo>
                    <a:pt x="42993" y="29905"/>
                  </a:lnTo>
                  <a:lnTo>
                    <a:pt x="45202" y="30153"/>
                  </a:lnTo>
                  <a:lnTo>
                    <a:pt x="47451" y="30402"/>
                  </a:lnTo>
                  <a:lnTo>
                    <a:pt x="49753" y="30650"/>
                  </a:lnTo>
                  <a:lnTo>
                    <a:pt x="52093" y="30872"/>
                  </a:lnTo>
                  <a:lnTo>
                    <a:pt x="54473" y="31095"/>
                  </a:lnTo>
                  <a:lnTo>
                    <a:pt x="56879" y="31317"/>
                  </a:lnTo>
                  <a:lnTo>
                    <a:pt x="59337" y="31526"/>
                  </a:lnTo>
                  <a:lnTo>
                    <a:pt x="61834" y="31722"/>
                  </a:lnTo>
                  <a:lnTo>
                    <a:pt x="64358" y="31918"/>
                  </a:lnTo>
                  <a:lnTo>
                    <a:pt x="66921" y="32101"/>
                  </a:lnTo>
                  <a:lnTo>
                    <a:pt x="69523" y="32271"/>
                  </a:lnTo>
                  <a:lnTo>
                    <a:pt x="72164" y="32428"/>
                  </a:lnTo>
                  <a:lnTo>
                    <a:pt x="74832" y="32585"/>
                  </a:lnTo>
                  <a:lnTo>
                    <a:pt x="77525" y="32729"/>
                  </a:lnTo>
                  <a:lnTo>
                    <a:pt x="80258" y="32873"/>
                  </a:lnTo>
                  <a:lnTo>
                    <a:pt x="83017" y="33004"/>
                  </a:lnTo>
                  <a:lnTo>
                    <a:pt x="85802" y="33121"/>
                  </a:lnTo>
                  <a:lnTo>
                    <a:pt x="88626" y="33226"/>
                  </a:lnTo>
                  <a:lnTo>
                    <a:pt x="91464" y="33331"/>
                  </a:lnTo>
                  <a:lnTo>
                    <a:pt x="94340" y="33422"/>
                  </a:lnTo>
                  <a:lnTo>
                    <a:pt x="97230" y="33500"/>
                  </a:lnTo>
                  <a:lnTo>
                    <a:pt x="100159" y="33566"/>
                  </a:lnTo>
                  <a:lnTo>
                    <a:pt x="103101" y="33618"/>
                  </a:lnTo>
                  <a:lnTo>
                    <a:pt x="106069" y="33670"/>
                  </a:lnTo>
                  <a:lnTo>
                    <a:pt x="109063" y="33710"/>
                  </a:lnTo>
                  <a:lnTo>
                    <a:pt x="112071" y="33736"/>
                  </a:lnTo>
                  <a:lnTo>
                    <a:pt x="115104" y="33749"/>
                  </a:lnTo>
                  <a:lnTo>
                    <a:pt x="118151" y="33762"/>
                  </a:lnTo>
                  <a:lnTo>
                    <a:pt x="121198" y="33749"/>
                  </a:lnTo>
                  <a:lnTo>
                    <a:pt x="124231" y="33736"/>
                  </a:lnTo>
                  <a:lnTo>
                    <a:pt x="127239" y="33710"/>
                  </a:lnTo>
                  <a:lnTo>
                    <a:pt x="130233" y="33670"/>
                  </a:lnTo>
                  <a:lnTo>
                    <a:pt x="133201" y="33618"/>
                  </a:lnTo>
                  <a:lnTo>
                    <a:pt x="136143" y="33566"/>
                  </a:lnTo>
                  <a:lnTo>
                    <a:pt x="139072" y="33500"/>
                  </a:lnTo>
                  <a:lnTo>
                    <a:pt x="141962" y="33422"/>
                  </a:lnTo>
                  <a:lnTo>
                    <a:pt x="144838" y="33331"/>
                  </a:lnTo>
                  <a:lnTo>
                    <a:pt x="147676" y="33226"/>
                  </a:lnTo>
                  <a:lnTo>
                    <a:pt x="150500" y="33121"/>
                  </a:lnTo>
                  <a:lnTo>
                    <a:pt x="153285" y="33004"/>
                  </a:lnTo>
                  <a:lnTo>
                    <a:pt x="156044" y="32873"/>
                  </a:lnTo>
                  <a:lnTo>
                    <a:pt x="158777" y="32729"/>
                  </a:lnTo>
                  <a:lnTo>
                    <a:pt x="161470" y="32585"/>
                  </a:lnTo>
                  <a:lnTo>
                    <a:pt x="164138" y="32428"/>
                  </a:lnTo>
                  <a:lnTo>
                    <a:pt x="166779" y="32271"/>
                  </a:lnTo>
                  <a:lnTo>
                    <a:pt x="169381" y="32101"/>
                  </a:lnTo>
                  <a:lnTo>
                    <a:pt x="171944" y="31918"/>
                  </a:lnTo>
                  <a:lnTo>
                    <a:pt x="174468" y="31722"/>
                  </a:lnTo>
                  <a:lnTo>
                    <a:pt x="176965" y="31526"/>
                  </a:lnTo>
                  <a:lnTo>
                    <a:pt x="179423" y="31317"/>
                  </a:lnTo>
                  <a:lnTo>
                    <a:pt x="181842" y="31095"/>
                  </a:lnTo>
                  <a:lnTo>
                    <a:pt x="184209" y="30872"/>
                  </a:lnTo>
                  <a:lnTo>
                    <a:pt x="186549" y="30650"/>
                  </a:lnTo>
                  <a:lnTo>
                    <a:pt x="188851" y="30402"/>
                  </a:lnTo>
                  <a:lnTo>
                    <a:pt x="191100" y="30153"/>
                  </a:lnTo>
                  <a:lnTo>
                    <a:pt x="193309" y="29905"/>
                  </a:lnTo>
                  <a:lnTo>
                    <a:pt x="195480" y="29643"/>
                  </a:lnTo>
                  <a:lnTo>
                    <a:pt x="197598" y="29369"/>
                  </a:lnTo>
                  <a:lnTo>
                    <a:pt x="199677" y="29094"/>
                  </a:lnTo>
                  <a:lnTo>
                    <a:pt x="201704" y="28819"/>
                  </a:lnTo>
                  <a:lnTo>
                    <a:pt x="203678" y="28532"/>
                  </a:lnTo>
                  <a:lnTo>
                    <a:pt x="205614" y="28231"/>
                  </a:lnTo>
                  <a:lnTo>
                    <a:pt x="207496" y="27930"/>
                  </a:lnTo>
                  <a:lnTo>
                    <a:pt x="209327" y="27616"/>
                  </a:lnTo>
                  <a:lnTo>
                    <a:pt x="211105" y="27303"/>
                  </a:lnTo>
                  <a:lnTo>
                    <a:pt x="212831" y="26976"/>
                  </a:lnTo>
                  <a:lnTo>
                    <a:pt x="214505" y="26649"/>
                  </a:lnTo>
                  <a:lnTo>
                    <a:pt x="216126" y="26322"/>
                  </a:lnTo>
                  <a:lnTo>
                    <a:pt x="217695" y="25982"/>
                  </a:lnTo>
                  <a:lnTo>
                    <a:pt x="219199" y="25629"/>
                  </a:lnTo>
                  <a:lnTo>
                    <a:pt x="220651" y="25276"/>
                  </a:lnTo>
                  <a:lnTo>
                    <a:pt x="222050" y="24923"/>
                  </a:lnTo>
                  <a:lnTo>
                    <a:pt x="223383" y="24570"/>
                  </a:lnTo>
                  <a:lnTo>
                    <a:pt x="224652" y="24204"/>
                  </a:lnTo>
                  <a:lnTo>
                    <a:pt x="225868" y="23825"/>
                  </a:lnTo>
                  <a:lnTo>
                    <a:pt x="227018" y="23445"/>
                  </a:lnTo>
                  <a:lnTo>
                    <a:pt x="228117" y="23066"/>
                  </a:lnTo>
                  <a:lnTo>
                    <a:pt x="229137" y="22687"/>
                  </a:lnTo>
                  <a:lnTo>
                    <a:pt x="230104" y="22295"/>
                  </a:lnTo>
                  <a:lnTo>
                    <a:pt x="230993" y="21902"/>
                  </a:lnTo>
                  <a:lnTo>
                    <a:pt x="231425" y="21706"/>
                  </a:lnTo>
                  <a:lnTo>
                    <a:pt x="231830" y="21497"/>
                  </a:lnTo>
                  <a:lnTo>
                    <a:pt x="232209" y="21301"/>
                  </a:lnTo>
                  <a:lnTo>
                    <a:pt x="232589" y="21105"/>
                  </a:lnTo>
                  <a:lnTo>
                    <a:pt x="232942" y="20896"/>
                  </a:lnTo>
                  <a:lnTo>
                    <a:pt x="233282" y="20686"/>
                  </a:lnTo>
                  <a:lnTo>
                    <a:pt x="233608" y="20490"/>
                  </a:lnTo>
                  <a:lnTo>
                    <a:pt x="233909" y="20281"/>
                  </a:lnTo>
                  <a:lnTo>
                    <a:pt x="234197" y="20072"/>
                  </a:lnTo>
                  <a:lnTo>
                    <a:pt x="234458" y="19863"/>
                  </a:lnTo>
                  <a:lnTo>
                    <a:pt x="234720" y="19666"/>
                  </a:lnTo>
                  <a:lnTo>
                    <a:pt x="234942" y="19457"/>
                  </a:lnTo>
                  <a:lnTo>
                    <a:pt x="235164" y="19248"/>
                  </a:lnTo>
                  <a:lnTo>
                    <a:pt x="235361" y="19026"/>
                  </a:lnTo>
                  <a:lnTo>
                    <a:pt x="235544" y="18817"/>
                  </a:lnTo>
                  <a:lnTo>
                    <a:pt x="235701" y="18607"/>
                  </a:lnTo>
                  <a:lnTo>
                    <a:pt x="235844" y="18398"/>
                  </a:lnTo>
                  <a:lnTo>
                    <a:pt x="235962" y="18176"/>
                  </a:lnTo>
                  <a:lnTo>
                    <a:pt x="236067" y="17967"/>
                  </a:lnTo>
                  <a:lnTo>
                    <a:pt x="236158" y="17744"/>
                  </a:lnTo>
                  <a:lnTo>
                    <a:pt x="236224" y="17535"/>
                  </a:lnTo>
                  <a:lnTo>
                    <a:pt x="236276" y="17313"/>
                  </a:lnTo>
                  <a:lnTo>
                    <a:pt x="236302" y="17104"/>
                  </a:lnTo>
                  <a:lnTo>
                    <a:pt x="236302" y="16881"/>
                  </a:lnTo>
                  <a:lnTo>
                    <a:pt x="236302" y="16659"/>
                  </a:lnTo>
                  <a:lnTo>
                    <a:pt x="236276" y="16450"/>
                  </a:lnTo>
                  <a:lnTo>
                    <a:pt x="236224" y="16228"/>
                  </a:lnTo>
                  <a:lnTo>
                    <a:pt x="236158" y="16018"/>
                  </a:lnTo>
                  <a:lnTo>
                    <a:pt x="236067" y="15796"/>
                  </a:lnTo>
                  <a:lnTo>
                    <a:pt x="235962" y="15587"/>
                  </a:lnTo>
                  <a:lnTo>
                    <a:pt x="235844" y="15365"/>
                  </a:lnTo>
                  <a:lnTo>
                    <a:pt x="235701" y="15155"/>
                  </a:lnTo>
                  <a:lnTo>
                    <a:pt x="235544" y="14946"/>
                  </a:lnTo>
                  <a:lnTo>
                    <a:pt x="235361" y="14737"/>
                  </a:lnTo>
                  <a:lnTo>
                    <a:pt x="235164" y="14515"/>
                  </a:lnTo>
                  <a:lnTo>
                    <a:pt x="234942" y="14305"/>
                  </a:lnTo>
                  <a:lnTo>
                    <a:pt x="234720" y="14096"/>
                  </a:lnTo>
                  <a:lnTo>
                    <a:pt x="234458" y="13887"/>
                  </a:lnTo>
                  <a:lnTo>
                    <a:pt x="234197" y="13691"/>
                  </a:lnTo>
                  <a:lnTo>
                    <a:pt x="233909" y="13482"/>
                  </a:lnTo>
                  <a:lnTo>
                    <a:pt x="233608" y="13273"/>
                  </a:lnTo>
                  <a:lnTo>
                    <a:pt x="233282" y="13063"/>
                  </a:lnTo>
                  <a:lnTo>
                    <a:pt x="232942" y="12867"/>
                  </a:lnTo>
                  <a:lnTo>
                    <a:pt x="232589" y="12658"/>
                  </a:lnTo>
                  <a:lnTo>
                    <a:pt x="232209" y="12462"/>
                  </a:lnTo>
                  <a:lnTo>
                    <a:pt x="231830" y="12266"/>
                  </a:lnTo>
                  <a:lnTo>
                    <a:pt x="231425" y="12056"/>
                  </a:lnTo>
                  <a:lnTo>
                    <a:pt x="230993" y="11860"/>
                  </a:lnTo>
                  <a:lnTo>
                    <a:pt x="230104" y="11468"/>
                  </a:lnTo>
                  <a:lnTo>
                    <a:pt x="229137" y="11076"/>
                  </a:lnTo>
                  <a:lnTo>
                    <a:pt x="228117" y="10697"/>
                  </a:lnTo>
                  <a:lnTo>
                    <a:pt x="227018" y="10304"/>
                  </a:lnTo>
                  <a:lnTo>
                    <a:pt x="225868" y="9938"/>
                  </a:lnTo>
                  <a:lnTo>
                    <a:pt x="224652" y="9559"/>
                  </a:lnTo>
                  <a:lnTo>
                    <a:pt x="223383" y="9193"/>
                  </a:lnTo>
                  <a:lnTo>
                    <a:pt x="222050" y="8840"/>
                  </a:lnTo>
                  <a:lnTo>
                    <a:pt x="220651" y="8474"/>
                  </a:lnTo>
                  <a:lnTo>
                    <a:pt x="219199" y="8134"/>
                  </a:lnTo>
                  <a:lnTo>
                    <a:pt x="217695" y="7781"/>
                  </a:lnTo>
                  <a:lnTo>
                    <a:pt x="216126" y="7441"/>
                  </a:lnTo>
                  <a:lnTo>
                    <a:pt x="214505" y="7114"/>
                  </a:lnTo>
                  <a:lnTo>
                    <a:pt x="212831" y="6787"/>
                  </a:lnTo>
                  <a:lnTo>
                    <a:pt x="211105" y="6460"/>
                  </a:lnTo>
                  <a:lnTo>
                    <a:pt x="209327" y="6146"/>
                  </a:lnTo>
                  <a:lnTo>
                    <a:pt x="207496" y="5832"/>
                  </a:lnTo>
                  <a:lnTo>
                    <a:pt x="205614" y="5532"/>
                  </a:lnTo>
                  <a:lnTo>
                    <a:pt x="203678" y="5231"/>
                  </a:lnTo>
                  <a:lnTo>
                    <a:pt x="201704" y="4943"/>
                  </a:lnTo>
                  <a:lnTo>
                    <a:pt x="199677" y="4656"/>
                  </a:lnTo>
                  <a:lnTo>
                    <a:pt x="197598" y="4381"/>
                  </a:lnTo>
                  <a:lnTo>
                    <a:pt x="195480" y="4120"/>
                  </a:lnTo>
                  <a:lnTo>
                    <a:pt x="193309" y="3858"/>
                  </a:lnTo>
                  <a:lnTo>
                    <a:pt x="191100" y="3597"/>
                  </a:lnTo>
                  <a:lnTo>
                    <a:pt x="188851" y="3348"/>
                  </a:lnTo>
                  <a:lnTo>
                    <a:pt x="186549" y="3113"/>
                  </a:lnTo>
                  <a:lnTo>
                    <a:pt x="184209" y="2877"/>
                  </a:lnTo>
                  <a:lnTo>
                    <a:pt x="181842" y="2655"/>
                  </a:lnTo>
                  <a:lnTo>
                    <a:pt x="179423" y="2446"/>
                  </a:lnTo>
                  <a:lnTo>
                    <a:pt x="176965" y="2237"/>
                  </a:lnTo>
                  <a:lnTo>
                    <a:pt x="174468" y="2041"/>
                  </a:lnTo>
                  <a:lnTo>
                    <a:pt x="171944" y="1844"/>
                  </a:lnTo>
                  <a:lnTo>
                    <a:pt x="169381" y="1661"/>
                  </a:lnTo>
                  <a:lnTo>
                    <a:pt x="166779" y="1491"/>
                  </a:lnTo>
                  <a:lnTo>
                    <a:pt x="164138" y="1321"/>
                  </a:lnTo>
                  <a:lnTo>
                    <a:pt x="161470" y="1178"/>
                  </a:lnTo>
                  <a:lnTo>
                    <a:pt x="158777" y="1021"/>
                  </a:lnTo>
                  <a:lnTo>
                    <a:pt x="156044" y="890"/>
                  </a:lnTo>
                  <a:lnTo>
                    <a:pt x="153285" y="759"/>
                  </a:lnTo>
                  <a:lnTo>
                    <a:pt x="150500" y="641"/>
                  </a:lnTo>
                  <a:lnTo>
                    <a:pt x="147676" y="537"/>
                  </a:lnTo>
                  <a:lnTo>
                    <a:pt x="144838" y="432"/>
                  </a:lnTo>
                  <a:lnTo>
                    <a:pt x="141962" y="341"/>
                  </a:lnTo>
                  <a:lnTo>
                    <a:pt x="139072" y="262"/>
                  </a:lnTo>
                  <a:lnTo>
                    <a:pt x="136143" y="197"/>
                  </a:lnTo>
                  <a:lnTo>
                    <a:pt x="133201" y="131"/>
                  </a:lnTo>
                  <a:lnTo>
                    <a:pt x="130233" y="92"/>
                  </a:lnTo>
                  <a:lnTo>
                    <a:pt x="127239" y="53"/>
                  </a:lnTo>
                  <a:lnTo>
                    <a:pt x="124231" y="27"/>
                  </a:lnTo>
                  <a:lnTo>
                    <a:pt x="121198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8"/>
            <p:cNvSpPr/>
            <p:nvPr/>
          </p:nvSpPr>
          <p:spPr>
            <a:xfrm>
              <a:off x="4930575" y="3183725"/>
              <a:ext cx="1177800" cy="1356625"/>
            </a:xfrm>
            <a:custGeom>
              <a:avLst/>
              <a:gdLst/>
              <a:ahLst/>
              <a:cxnLst/>
              <a:rect l="l" t="t" r="r" b="b"/>
              <a:pathLst>
                <a:path w="47112" h="54265" extrusionOk="0">
                  <a:moveTo>
                    <a:pt x="44483" y="0"/>
                  </a:moveTo>
                  <a:lnTo>
                    <a:pt x="44300" y="14"/>
                  </a:lnTo>
                  <a:lnTo>
                    <a:pt x="44130" y="40"/>
                  </a:lnTo>
                  <a:lnTo>
                    <a:pt x="43960" y="105"/>
                  </a:lnTo>
                  <a:lnTo>
                    <a:pt x="43803" y="197"/>
                  </a:lnTo>
                  <a:lnTo>
                    <a:pt x="43738" y="249"/>
                  </a:lnTo>
                  <a:lnTo>
                    <a:pt x="43660" y="314"/>
                  </a:lnTo>
                  <a:lnTo>
                    <a:pt x="43594" y="393"/>
                  </a:lnTo>
                  <a:lnTo>
                    <a:pt x="43542" y="471"/>
                  </a:lnTo>
                  <a:lnTo>
                    <a:pt x="43476" y="550"/>
                  </a:lnTo>
                  <a:lnTo>
                    <a:pt x="43424" y="654"/>
                  </a:lnTo>
                  <a:lnTo>
                    <a:pt x="43385" y="746"/>
                  </a:lnTo>
                  <a:lnTo>
                    <a:pt x="43346" y="863"/>
                  </a:lnTo>
                  <a:lnTo>
                    <a:pt x="42718" y="2746"/>
                  </a:lnTo>
                  <a:lnTo>
                    <a:pt x="42064" y="4655"/>
                  </a:lnTo>
                  <a:lnTo>
                    <a:pt x="41371" y="6564"/>
                  </a:lnTo>
                  <a:lnTo>
                    <a:pt x="41005" y="7519"/>
                  </a:lnTo>
                  <a:lnTo>
                    <a:pt x="40639" y="8473"/>
                  </a:lnTo>
                  <a:lnTo>
                    <a:pt x="40273" y="9428"/>
                  </a:lnTo>
                  <a:lnTo>
                    <a:pt x="39881" y="10383"/>
                  </a:lnTo>
                  <a:lnTo>
                    <a:pt x="39488" y="11337"/>
                  </a:lnTo>
                  <a:lnTo>
                    <a:pt x="39083" y="12278"/>
                  </a:lnTo>
                  <a:lnTo>
                    <a:pt x="38665" y="13233"/>
                  </a:lnTo>
                  <a:lnTo>
                    <a:pt x="38246" y="14174"/>
                  </a:lnTo>
                  <a:lnTo>
                    <a:pt x="37815" y="15116"/>
                  </a:lnTo>
                  <a:lnTo>
                    <a:pt x="37370" y="16057"/>
                  </a:lnTo>
                  <a:lnTo>
                    <a:pt x="36912" y="16986"/>
                  </a:lnTo>
                  <a:lnTo>
                    <a:pt x="36442" y="17914"/>
                  </a:lnTo>
                  <a:lnTo>
                    <a:pt x="35971" y="18829"/>
                  </a:lnTo>
                  <a:lnTo>
                    <a:pt x="35487" y="19745"/>
                  </a:lnTo>
                  <a:lnTo>
                    <a:pt x="34990" y="20660"/>
                  </a:lnTo>
                  <a:lnTo>
                    <a:pt x="34480" y="21549"/>
                  </a:lnTo>
                  <a:lnTo>
                    <a:pt x="33957" y="22438"/>
                  </a:lnTo>
                  <a:lnTo>
                    <a:pt x="33434" y="23327"/>
                  </a:lnTo>
                  <a:lnTo>
                    <a:pt x="32885" y="24203"/>
                  </a:lnTo>
                  <a:lnTo>
                    <a:pt x="32336" y="25066"/>
                  </a:lnTo>
                  <a:lnTo>
                    <a:pt x="31774" y="25916"/>
                  </a:lnTo>
                  <a:lnTo>
                    <a:pt x="31185" y="26753"/>
                  </a:lnTo>
                  <a:lnTo>
                    <a:pt x="30597" y="27590"/>
                  </a:lnTo>
                  <a:lnTo>
                    <a:pt x="29996" y="28401"/>
                  </a:lnTo>
                  <a:lnTo>
                    <a:pt x="29381" y="29211"/>
                  </a:lnTo>
                  <a:lnTo>
                    <a:pt x="28753" y="29996"/>
                  </a:lnTo>
                  <a:lnTo>
                    <a:pt x="28126" y="30767"/>
                  </a:lnTo>
                  <a:lnTo>
                    <a:pt x="27472" y="31539"/>
                  </a:lnTo>
                  <a:lnTo>
                    <a:pt x="26805" y="32284"/>
                  </a:lnTo>
                  <a:lnTo>
                    <a:pt x="26125" y="33016"/>
                  </a:lnTo>
                  <a:lnTo>
                    <a:pt x="25432" y="33736"/>
                  </a:lnTo>
                  <a:lnTo>
                    <a:pt x="24726" y="34429"/>
                  </a:lnTo>
                  <a:lnTo>
                    <a:pt x="24007" y="35109"/>
                  </a:lnTo>
                  <a:lnTo>
                    <a:pt x="23275" y="35775"/>
                  </a:lnTo>
                  <a:lnTo>
                    <a:pt x="22529" y="36429"/>
                  </a:lnTo>
                  <a:lnTo>
                    <a:pt x="21771" y="37057"/>
                  </a:lnTo>
                  <a:lnTo>
                    <a:pt x="21000" y="37658"/>
                  </a:lnTo>
                  <a:lnTo>
                    <a:pt x="20202" y="38247"/>
                  </a:lnTo>
                  <a:lnTo>
                    <a:pt x="19404" y="38809"/>
                  </a:lnTo>
                  <a:lnTo>
                    <a:pt x="18581" y="39358"/>
                  </a:lnTo>
                  <a:lnTo>
                    <a:pt x="17744" y="39881"/>
                  </a:lnTo>
                  <a:lnTo>
                    <a:pt x="16907" y="40378"/>
                  </a:lnTo>
                  <a:lnTo>
                    <a:pt x="16031" y="40862"/>
                  </a:lnTo>
                  <a:lnTo>
                    <a:pt x="15155" y="41319"/>
                  </a:lnTo>
                  <a:lnTo>
                    <a:pt x="14266" y="41751"/>
                  </a:lnTo>
                  <a:lnTo>
                    <a:pt x="13350" y="42156"/>
                  </a:lnTo>
                  <a:lnTo>
                    <a:pt x="12435" y="42535"/>
                  </a:lnTo>
                  <a:lnTo>
                    <a:pt x="11494" y="42889"/>
                  </a:lnTo>
                  <a:lnTo>
                    <a:pt x="10526" y="43229"/>
                  </a:lnTo>
                  <a:lnTo>
                    <a:pt x="9558" y="43529"/>
                  </a:lnTo>
                  <a:lnTo>
                    <a:pt x="8565" y="43804"/>
                  </a:lnTo>
                  <a:lnTo>
                    <a:pt x="8068" y="43922"/>
                  </a:lnTo>
                  <a:lnTo>
                    <a:pt x="7558" y="44052"/>
                  </a:lnTo>
                  <a:lnTo>
                    <a:pt x="7048" y="44157"/>
                  </a:lnTo>
                  <a:lnTo>
                    <a:pt x="6538" y="44261"/>
                  </a:lnTo>
                  <a:lnTo>
                    <a:pt x="6015" y="44366"/>
                  </a:lnTo>
                  <a:lnTo>
                    <a:pt x="5505" y="44458"/>
                  </a:lnTo>
                  <a:lnTo>
                    <a:pt x="4969" y="44536"/>
                  </a:lnTo>
                  <a:lnTo>
                    <a:pt x="4446" y="44615"/>
                  </a:lnTo>
                  <a:lnTo>
                    <a:pt x="3910" y="44693"/>
                  </a:lnTo>
                  <a:lnTo>
                    <a:pt x="3374" y="44745"/>
                  </a:lnTo>
                  <a:lnTo>
                    <a:pt x="2824" y="44798"/>
                  </a:lnTo>
                  <a:lnTo>
                    <a:pt x="2275" y="44850"/>
                  </a:lnTo>
                  <a:lnTo>
                    <a:pt x="1726" y="44889"/>
                  </a:lnTo>
                  <a:lnTo>
                    <a:pt x="1164" y="44915"/>
                  </a:lnTo>
                  <a:lnTo>
                    <a:pt x="1033" y="44928"/>
                  </a:lnTo>
                  <a:lnTo>
                    <a:pt x="902" y="44954"/>
                  </a:lnTo>
                  <a:lnTo>
                    <a:pt x="772" y="44994"/>
                  </a:lnTo>
                  <a:lnTo>
                    <a:pt x="667" y="45046"/>
                  </a:lnTo>
                  <a:lnTo>
                    <a:pt x="562" y="45098"/>
                  </a:lnTo>
                  <a:lnTo>
                    <a:pt x="458" y="45177"/>
                  </a:lnTo>
                  <a:lnTo>
                    <a:pt x="379" y="45242"/>
                  </a:lnTo>
                  <a:lnTo>
                    <a:pt x="301" y="45334"/>
                  </a:lnTo>
                  <a:lnTo>
                    <a:pt x="235" y="45425"/>
                  </a:lnTo>
                  <a:lnTo>
                    <a:pt x="170" y="45517"/>
                  </a:lnTo>
                  <a:lnTo>
                    <a:pt x="118" y="45621"/>
                  </a:lnTo>
                  <a:lnTo>
                    <a:pt x="79" y="45726"/>
                  </a:lnTo>
                  <a:lnTo>
                    <a:pt x="52" y="45844"/>
                  </a:lnTo>
                  <a:lnTo>
                    <a:pt x="26" y="45948"/>
                  </a:lnTo>
                  <a:lnTo>
                    <a:pt x="13" y="46066"/>
                  </a:lnTo>
                  <a:lnTo>
                    <a:pt x="0" y="46171"/>
                  </a:lnTo>
                  <a:lnTo>
                    <a:pt x="13" y="46288"/>
                  </a:lnTo>
                  <a:lnTo>
                    <a:pt x="26" y="46393"/>
                  </a:lnTo>
                  <a:lnTo>
                    <a:pt x="52" y="46510"/>
                  </a:lnTo>
                  <a:lnTo>
                    <a:pt x="79" y="46615"/>
                  </a:lnTo>
                  <a:lnTo>
                    <a:pt x="118" y="46720"/>
                  </a:lnTo>
                  <a:lnTo>
                    <a:pt x="170" y="46811"/>
                  </a:lnTo>
                  <a:lnTo>
                    <a:pt x="222" y="46903"/>
                  </a:lnTo>
                  <a:lnTo>
                    <a:pt x="301" y="46994"/>
                  </a:lnTo>
                  <a:lnTo>
                    <a:pt x="379" y="47060"/>
                  </a:lnTo>
                  <a:lnTo>
                    <a:pt x="458" y="47138"/>
                  </a:lnTo>
                  <a:lnTo>
                    <a:pt x="549" y="47190"/>
                  </a:lnTo>
                  <a:lnTo>
                    <a:pt x="654" y="47243"/>
                  </a:lnTo>
                  <a:lnTo>
                    <a:pt x="772" y="47282"/>
                  </a:lnTo>
                  <a:lnTo>
                    <a:pt x="889" y="47308"/>
                  </a:lnTo>
                  <a:lnTo>
                    <a:pt x="1033" y="47321"/>
                  </a:lnTo>
                  <a:lnTo>
                    <a:pt x="1164" y="47321"/>
                  </a:lnTo>
                  <a:lnTo>
                    <a:pt x="1399" y="47308"/>
                  </a:lnTo>
                  <a:lnTo>
                    <a:pt x="1896" y="47883"/>
                  </a:lnTo>
                  <a:lnTo>
                    <a:pt x="2393" y="48446"/>
                  </a:lnTo>
                  <a:lnTo>
                    <a:pt x="2903" y="48969"/>
                  </a:lnTo>
                  <a:lnTo>
                    <a:pt x="3413" y="49479"/>
                  </a:lnTo>
                  <a:lnTo>
                    <a:pt x="3910" y="49949"/>
                  </a:lnTo>
                  <a:lnTo>
                    <a:pt x="4433" y="50394"/>
                  </a:lnTo>
                  <a:lnTo>
                    <a:pt x="4943" y="50812"/>
                  </a:lnTo>
                  <a:lnTo>
                    <a:pt x="5466" y="51218"/>
                  </a:lnTo>
                  <a:lnTo>
                    <a:pt x="5989" y="51584"/>
                  </a:lnTo>
                  <a:lnTo>
                    <a:pt x="6512" y="51924"/>
                  </a:lnTo>
                  <a:lnTo>
                    <a:pt x="7035" y="52251"/>
                  </a:lnTo>
                  <a:lnTo>
                    <a:pt x="7571" y="52538"/>
                  </a:lnTo>
                  <a:lnTo>
                    <a:pt x="8094" y="52813"/>
                  </a:lnTo>
                  <a:lnTo>
                    <a:pt x="8630" y="53061"/>
                  </a:lnTo>
                  <a:lnTo>
                    <a:pt x="9166" y="53284"/>
                  </a:lnTo>
                  <a:lnTo>
                    <a:pt x="9702" y="53480"/>
                  </a:lnTo>
                  <a:lnTo>
                    <a:pt x="10238" y="53650"/>
                  </a:lnTo>
                  <a:lnTo>
                    <a:pt x="10774" y="53807"/>
                  </a:lnTo>
                  <a:lnTo>
                    <a:pt x="11324" y="53937"/>
                  </a:lnTo>
                  <a:lnTo>
                    <a:pt x="11860" y="54042"/>
                  </a:lnTo>
                  <a:lnTo>
                    <a:pt x="12409" y="54134"/>
                  </a:lnTo>
                  <a:lnTo>
                    <a:pt x="12945" y="54199"/>
                  </a:lnTo>
                  <a:lnTo>
                    <a:pt x="13494" y="54238"/>
                  </a:lnTo>
                  <a:lnTo>
                    <a:pt x="14043" y="54264"/>
                  </a:lnTo>
                  <a:lnTo>
                    <a:pt x="14592" y="54264"/>
                  </a:lnTo>
                  <a:lnTo>
                    <a:pt x="15129" y="54238"/>
                  </a:lnTo>
                  <a:lnTo>
                    <a:pt x="15678" y="54199"/>
                  </a:lnTo>
                  <a:lnTo>
                    <a:pt x="16227" y="54147"/>
                  </a:lnTo>
                  <a:lnTo>
                    <a:pt x="16776" y="54068"/>
                  </a:lnTo>
                  <a:lnTo>
                    <a:pt x="17325" y="53964"/>
                  </a:lnTo>
                  <a:lnTo>
                    <a:pt x="17861" y="53846"/>
                  </a:lnTo>
                  <a:lnTo>
                    <a:pt x="18411" y="53715"/>
                  </a:lnTo>
                  <a:lnTo>
                    <a:pt x="18960" y="53558"/>
                  </a:lnTo>
                  <a:lnTo>
                    <a:pt x="19496" y="53388"/>
                  </a:lnTo>
                  <a:lnTo>
                    <a:pt x="20045" y="53205"/>
                  </a:lnTo>
                  <a:lnTo>
                    <a:pt x="20581" y="52996"/>
                  </a:lnTo>
                  <a:lnTo>
                    <a:pt x="21117" y="52774"/>
                  </a:lnTo>
                  <a:lnTo>
                    <a:pt x="21653" y="52525"/>
                  </a:lnTo>
                  <a:lnTo>
                    <a:pt x="22202" y="52277"/>
                  </a:lnTo>
                  <a:lnTo>
                    <a:pt x="22725" y="52002"/>
                  </a:lnTo>
                  <a:lnTo>
                    <a:pt x="23262" y="51715"/>
                  </a:lnTo>
                  <a:lnTo>
                    <a:pt x="23798" y="51401"/>
                  </a:lnTo>
                  <a:lnTo>
                    <a:pt x="24321" y="51087"/>
                  </a:lnTo>
                  <a:lnTo>
                    <a:pt x="24844" y="50747"/>
                  </a:lnTo>
                  <a:lnTo>
                    <a:pt x="25380" y="50407"/>
                  </a:lnTo>
                  <a:lnTo>
                    <a:pt x="25890" y="50041"/>
                  </a:lnTo>
                  <a:lnTo>
                    <a:pt x="26413" y="49662"/>
                  </a:lnTo>
                  <a:lnTo>
                    <a:pt x="26936" y="49269"/>
                  </a:lnTo>
                  <a:lnTo>
                    <a:pt x="27446" y="48864"/>
                  </a:lnTo>
                  <a:lnTo>
                    <a:pt x="27956" y="48446"/>
                  </a:lnTo>
                  <a:lnTo>
                    <a:pt x="28453" y="48014"/>
                  </a:lnTo>
                  <a:lnTo>
                    <a:pt x="28963" y="47583"/>
                  </a:lnTo>
                  <a:lnTo>
                    <a:pt x="29459" y="47125"/>
                  </a:lnTo>
                  <a:lnTo>
                    <a:pt x="29956" y="46654"/>
                  </a:lnTo>
                  <a:lnTo>
                    <a:pt x="30440" y="46184"/>
                  </a:lnTo>
                  <a:lnTo>
                    <a:pt x="30924" y="45687"/>
                  </a:lnTo>
                  <a:lnTo>
                    <a:pt x="31408" y="45190"/>
                  </a:lnTo>
                  <a:lnTo>
                    <a:pt x="31891" y="44680"/>
                  </a:lnTo>
                  <a:lnTo>
                    <a:pt x="32362" y="44157"/>
                  </a:lnTo>
                  <a:lnTo>
                    <a:pt x="32833" y="43621"/>
                  </a:lnTo>
                  <a:lnTo>
                    <a:pt x="33291" y="43085"/>
                  </a:lnTo>
                  <a:lnTo>
                    <a:pt x="33761" y="42535"/>
                  </a:lnTo>
                  <a:lnTo>
                    <a:pt x="34206" y="41973"/>
                  </a:lnTo>
                  <a:lnTo>
                    <a:pt x="34663" y="41411"/>
                  </a:lnTo>
                  <a:lnTo>
                    <a:pt x="35108" y="40836"/>
                  </a:lnTo>
                  <a:lnTo>
                    <a:pt x="35540" y="40247"/>
                  </a:lnTo>
                  <a:lnTo>
                    <a:pt x="35971" y="39659"/>
                  </a:lnTo>
                  <a:lnTo>
                    <a:pt x="36403" y="39057"/>
                  </a:lnTo>
                  <a:lnTo>
                    <a:pt x="36821" y="38443"/>
                  </a:lnTo>
                  <a:lnTo>
                    <a:pt x="37226" y="37828"/>
                  </a:lnTo>
                  <a:lnTo>
                    <a:pt x="37632" y="37214"/>
                  </a:lnTo>
                  <a:lnTo>
                    <a:pt x="38037" y="36586"/>
                  </a:lnTo>
                  <a:lnTo>
                    <a:pt x="38429" y="35958"/>
                  </a:lnTo>
                  <a:lnTo>
                    <a:pt x="38822" y="35318"/>
                  </a:lnTo>
                  <a:lnTo>
                    <a:pt x="39201" y="34664"/>
                  </a:lnTo>
                  <a:lnTo>
                    <a:pt x="39580" y="34023"/>
                  </a:lnTo>
                  <a:lnTo>
                    <a:pt x="39946" y="33369"/>
                  </a:lnTo>
                  <a:lnTo>
                    <a:pt x="40299" y="32703"/>
                  </a:lnTo>
                  <a:lnTo>
                    <a:pt x="40652" y="32049"/>
                  </a:lnTo>
                  <a:lnTo>
                    <a:pt x="40992" y="31382"/>
                  </a:lnTo>
                  <a:lnTo>
                    <a:pt x="41332" y="30702"/>
                  </a:lnTo>
                  <a:lnTo>
                    <a:pt x="41659" y="30035"/>
                  </a:lnTo>
                  <a:lnTo>
                    <a:pt x="41986" y="29355"/>
                  </a:lnTo>
                  <a:lnTo>
                    <a:pt x="42300" y="28675"/>
                  </a:lnTo>
                  <a:lnTo>
                    <a:pt x="42600" y="27995"/>
                  </a:lnTo>
                  <a:lnTo>
                    <a:pt x="42888" y="27315"/>
                  </a:lnTo>
                  <a:lnTo>
                    <a:pt x="43176" y="26636"/>
                  </a:lnTo>
                  <a:lnTo>
                    <a:pt x="43463" y="25943"/>
                  </a:lnTo>
                  <a:lnTo>
                    <a:pt x="43725" y="25263"/>
                  </a:lnTo>
                  <a:lnTo>
                    <a:pt x="43986" y="24570"/>
                  </a:lnTo>
                  <a:lnTo>
                    <a:pt x="44235" y="23877"/>
                  </a:lnTo>
                  <a:lnTo>
                    <a:pt x="44483" y="23197"/>
                  </a:lnTo>
                  <a:lnTo>
                    <a:pt x="44706" y="22504"/>
                  </a:lnTo>
                  <a:lnTo>
                    <a:pt x="44928" y="21811"/>
                  </a:lnTo>
                  <a:lnTo>
                    <a:pt x="45137" y="21131"/>
                  </a:lnTo>
                  <a:lnTo>
                    <a:pt x="45346" y="20438"/>
                  </a:lnTo>
                  <a:lnTo>
                    <a:pt x="45542" y="19758"/>
                  </a:lnTo>
                  <a:lnTo>
                    <a:pt x="45712" y="19065"/>
                  </a:lnTo>
                  <a:lnTo>
                    <a:pt x="45882" y="18385"/>
                  </a:lnTo>
                  <a:lnTo>
                    <a:pt x="46052" y="17705"/>
                  </a:lnTo>
                  <a:lnTo>
                    <a:pt x="46196" y="17038"/>
                  </a:lnTo>
                  <a:lnTo>
                    <a:pt x="46340" y="16358"/>
                  </a:lnTo>
                  <a:lnTo>
                    <a:pt x="46471" y="15691"/>
                  </a:lnTo>
                  <a:lnTo>
                    <a:pt x="46588" y="15024"/>
                  </a:lnTo>
                  <a:lnTo>
                    <a:pt x="46693" y="14358"/>
                  </a:lnTo>
                  <a:lnTo>
                    <a:pt x="46785" y="13704"/>
                  </a:lnTo>
                  <a:lnTo>
                    <a:pt x="46863" y="13050"/>
                  </a:lnTo>
                  <a:lnTo>
                    <a:pt x="46941" y="12396"/>
                  </a:lnTo>
                  <a:lnTo>
                    <a:pt x="46994" y="11755"/>
                  </a:lnTo>
                  <a:lnTo>
                    <a:pt x="47046" y="11115"/>
                  </a:lnTo>
                  <a:lnTo>
                    <a:pt x="47072" y="10474"/>
                  </a:lnTo>
                  <a:lnTo>
                    <a:pt x="47098" y="9846"/>
                  </a:lnTo>
                  <a:lnTo>
                    <a:pt x="47111" y="9232"/>
                  </a:lnTo>
                  <a:lnTo>
                    <a:pt x="47111" y="8617"/>
                  </a:lnTo>
                  <a:lnTo>
                    <a:pt x="47085" y="8003"/>
                  </a:lnTo>
                  <a:lnTo>
                    <a:pt x="47059" y="7401"/>
                  </a:lnTo>
                  <a:lnTo>
                    <a:pt x="47020" y="6813"/>
                  </a:lnTo>
                  <a:lnTo>
                    <a:pt x="46968" y="6224"/>
                  </a:lnTo>
                  <a:lnTo>
                    <a:pt x="46902" y="5649"/>
                  </a:lnTo>
                  <a:lnTo>
                    <a:pt x="46824" y="5074"/>
                  </a:lnTo>
                  <a:lnTo>
                    <a:pt x="46719" y="4512"/>
                  </a:lnTo>
                  <a:lnTo>
                    <a:pt x="46615" y="3962"/>
                  </a:lnTo>
                  <a:lnTo>
                    <a:pt x="46497" y="3426"/>
                  </a:lnTo>
                  <a:lnTo>
                    <a:pt x="46353" y="2890"/>
                  </a:lnTo>
                  <a:lnTo>
                    <a:pt x="46209" y="2367"/>
                  </a:lnTo>
                  <a:lnTo>
                    <a:pt x="46039" y="1857"/>
                  </a:lnTo>
                  <a:lnTo>
                    <a:pt x="45856" y="1347"/>
                  </a:lnTo>
                  <a:lnTo>
                    <a:pt x="45660" y="863"/>
                  </a:lnTo>
                  <a:lnTo>
                    <a:pt x="45569" y="667"/>
                  </a:lnTo>
                  <a:lnTo>
                    <a:pt x="45451" y="497"/>
                  </a:lnTo>
                  <a:lnTo>
                    <a:pt x="45320" y="354"/>
                  </a:lnTo>
                  <a:lnTo>
                    <a:pt x="45163" y="236"/>
                  </a:lnTo>
                  <a:lnTo>
                    <a:pt x="45006" y="144"/>
                  </a:lnTo>
                  <a:lnTo>
                    <a:pt x="44836" y="66"/>
                  </a:lnTo>
                  <a:lnTo>
                    <a:pt x="44666" y="27"/>
                  </a:lnTo>
                  <a:lnTo>
                    <a:pt x="444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8"/>
            <p:cNvSpPr/>
            <p:nvPr/>
          </p:nvSpPr>
          <p:spPr>
            <a:xfrm>
              <a:off x="3421975" y="2002025"/>
              <a:ext cx="2468375" cy="3059050"/>
            </a:xfrm>
            <a:custGeom>
              <a:avLst/>
              <a:gdLst/>
              <a:ahLst/>
              <a:cxnLst/>
              <a:rect l="l" t="t" r="r" b="b"/>
              <a:pathLst>
                <a:path w="98735" h="122362" extrusionOk="0">
                  <a:moveTo>
                    <a:pt x="41398" y="0"/>
                  </a:moveTo>
                  <a:lnTo>
                    <a:pt x="40875" y="13"/>
                  </a:lnTo>
                  <a:lnTo>
                    <a:pt x="40338" y="52"/>
                  </a:lnTo>
                  <a:lnTo>
                    <a:pt x="39815" y="105"/>
                  </a:lnTo>
                  <a:lnTo>
                    <a:pt x="39292" y="170"/>
                  </a:lnTo>
                  <a:lnTo>
                    <a:pt x="38769" y="249"/>
                  </a:lnTo>
                  <a:lnTo>
                    <a:pt x="38246" y="353"/>
                  </a:lnTo>
                  <a:lnTo>
                    <a:pt x="37736" y="484"/>
                  </a:lnTo>
                  <a:lnTo>
                    <a:pt x="37226" y="628"/>
                  </a:lnTo>
                  <a:lnTo>
                    <a:pt x="36703" y="785"/>
                  </a:lnTo>
                  <a:lnTo>
                    <a:pt x="36207" y="968"/>
                  </a:lnTo>
                  <a:lnTo>
                    <a:pt x="35697" y="1164"/>
                  </a:lnTo>
                  <a:lnTo>
                    <a:pt x="35200" y="1386"/>
                  </a:lnTo>
                  <a:lnTo>
                    <a:pt x="34703" y="1621"/>
                  </a:lnTo>
                  <a:lnTo>
                    <a:pt x="34206" y="1896"/>
                  </a:lnTo>
                  <a:lnTo>
                    <a:pt x="33709" y="2171"/>
                  </a:lnTo>
                  <a:lnTo>
                    <a:pt x="33225" y="2484"/>
                  </a:lnTo>
                  <a:lnTo>
                    <a:pt x="32742" y="2811"/>
                  </a:lnTo>
                  <a:lnTo>
                    <a:pt x="32271" y="3164"/>
                  </a:lnTo>
                  <a:lnTo>
                    <a:pt x="31800" y="3531"/>
                  </a:lnTo>
                  <a:lnTo>
                    <a:pt x="31329" y="3923"/>
                  </a:lnTo>
                  <a:lnTo>
                    <a:pt x="30872" y="4354"/>
                  </a:lnTo>
                  <a:lnTo>
                    <a:pt x="30414" y="4799"/>
                  </a:lnTo>
                  <a:lnTo>
                    <a:pt x="29943" y="5270"/>
                  </a:lnTo>
                  <a:lnTo>
                    <a:pt x="29499" y="5766"/>
                  </a:lnTo>
                  <a:lnTo>
                    <a:pt x="29067" y="6263"/>
                  </a:lnTo>
                  <a:lnTo>
                    <a:pt x="28636" y="6760"/>
                  </a:lnTo>
                  <a:lnTo>
                    <a:pt x="28230" y="7270"/>
                  </a:lnTo>
                  <a:lnTo>
                    <a:pt x="27838" y="7780"/>
                  </a:lnTo>
                  <a:lnTo>
                    <a:pt x="27459" y="8303"/>
                  </a:lnTo>
                  <a:lnTo>
                    <a:pt x="27093" y="8839"/>
                  </a:lnTo>
                  <a:lnTo>
                    <a:pt x="26740" y="9362"/>
                  </a:lnTo>
                  <a:lnTo>
                    <a:pt x="26400" y="9911"/>
                  </a:lnTo>
                  <a:lnTo>
                    <a:pt x="26073" y="10448"/>
                  </a:lnTo>
                  <a:lnTo>
                    <a:pt x="25759" y="10997"/>
                  </a:lnTo>
                  <a:lnTo>
                    <a:pt x="25445" y="11559"/>
                  </a:lnTo>
                  <a:lnTo>
                    <a:pt x="25158" y="12121"/>
                  </a:lnTo>
                  <a:lnTo>
                    <a:pt x="24870" y="12683"/>
                  </a:lnTo>
                  <a:lnTo>
                    <a:pt x="24595" y="13246"/>
                  </a:lnTo>
                  <a:lnTo>
                    <a:pt x="24321" y="13821"/>
                  </a:lnTo>
                  <a:lnTo>
                    <a:pt x="24072" y="14409"/>
                  </a:lnTo>
                  <a:lnTo>
                    <a:pt x="23811" y="14998"/>
                  </a:lnTo>
                  <a:lnTo>
                    <a:pt x="23576" y="15586"/>
                  </a:lnTo>
                  <a:lnTo>
                    <a:pt x="23340" y="16175"/>
                  </a:lnTo>
                  <a:lnTo>
                    <a:pt x="23105" y="16776"/>
                  </a:lnTo>
                  <a:lnTo>
                    <a:pt x="22673" y="17992"/>
                  </a:lnTo>
                  <a:lnTo>
                    <a:pt x="22255" y="19208"/>
                  </a:lnTo>
                  <a:lnTo>
                    <a:pt x="21863" y="20450"/>
                  </a:lnTo>
                  <a:lnTo>
                    <a:pt x="21483" y="21706"/>
                  </a:lnTo>
                  <a:lnTo>
                    <a:pt x="21104" y="22974"/>
                  </a:lnTo>
                  <a:lnTo>
                    <a:pt x="20542" y="24909"/>
                  </a:lnTo>
                  <a:lnTo>
                    <a:pt x="19967" y="26844"/>
                  </a:lnTo>
                  <a:lnTo>
                    <a:pt x="19391" y="28780"/>
                  </a:lnTo>
                  <a:lnTo>
                    <a:pt x="18790" y="30702"/>
                  </a:lnTo>
                  <a:lnTo>
                    <a:pt x="17587" y="34546"/>
                  </a:lnTo>
                  <a:lnTo>
                    <a:pt x="16358" y="38390"/>
                  </a:lnTo>
                  <a:lnTo>
                    <a:pt x="15116" y="42221"/>
                  </a:lnTo>
                  <a:lnTo>
                    <a:pt x="13900" y="46066"/>
                  </a:lnTo>
                  <a:lnTo>
                    <a:pt x="13298" y="47988"/>
                  </a:lnTo>
                  <a:lnTo>
                    <a:pt x="12697" y="49910"/>
                  </a:lnTo>
                  <a:lnTo>
                    <a:pt x="12108" y="51832"/>
                  </a:lnTo>
                  <a:lnTo>
                    <a:pt x="11520" y="53767"/>
                  </a:lnTo>
                  <a:lnTo>
                    <a:pt x="11088" y="55166"/>
                  </a:lnTo>
                  <a:lnTo>
                    <a:pt x="10631" y="56618"/>
                  </a:lnTo>
                  <a:lnTo>
                    <a:pt x="10121" y="58095"/>
                  </a:lnTo>
                  <a:lnTo>
                    <a:pt x="9598" y="59599"/>
                  </a:lnTo>
                  <a:lnTo>
                    <a:pt x="9049" y="61142"/>
                  </a:lnTo>
                  <a:lnTo>
                    <a:pt x="8473" y="62698"/>
                  </a:lnTo>
                  <a:lnTo>
                    <a:pt x="7296" y="65914"/>
                  </a:lnTo>
                  <a:lnTo>
                    <a:pt x="6094" y="69196"/>
                  </a:lnTo>
                  <a:lnTo>
                    <a:pt x="5505" y="70870"/>
                  </a:lnTo>
                  <a:lnTo>
                    <a:pt x="4917" y="72544"/>
                  </a:lnTo>
                  <a:lnTo>
                    <a:pt x="4328" y="74244"/>
                  </a:lnTo>
                  <a:lnTo>
                    <a:pt x="3779" y="75943"/>
                  </a:lnTo>
                  <a:lnTo>
                    <a:pt x="3230" y="77656"/>
                  </a:lnTo>
                  <a:lnTo>
                    <a:pt x="2720" y="79369"/>
                  </a:lnTo>
                  <a:lnTo>
                    <a:pt x="2472" y="80219"/>
                  </a:lnTo>
                  <a:lnTo>
                    <a:pt x="2236" y="81082"/>
                  </a:lnTo>
                  <a:lnTo>
                    <a:pt x="2014" y="81932"/>
                  </a:lnTo>
                  <a:lnTo>
                    <a:pt x="1792" y="82795"/>
                  </a:lnTo>
                  <a:lnTo>
                    <a:pt x="1582" y="83645"/>
                  </a:lnTo>
                  <a:lnTo>
                    <a:pt x="1386" y="84495"/>
                  </a:lnTo>
                  <a:lnTo>
                    <a:pt x="1203" y="85358"/>
                  </a:lnTo>
                  <a:lnTo>
                    <a:pt x="1020" y="86208"/>
                  </a:lnTo>
                  <a:lnTo>
                    <a:pt x="863" y="87058"/>
                  </a:lnTo>
                  <a:lnTo>
                    <a:pt x="706" y="87894"/>
                  </a:lnTo>
                  <a:lnTo>
                    <a:pt x="563" y="88744"/>
                  </a:lnTo>
                  <a:lnTo>
                    <a:pt x="445" y="89581"/>
                  </a:lnTo>
                  <a:lnTo>
                    <a:pt x="327" y="90418"/>
                  </a:lnTo>
                  <a:lnTo>
                    <a:pt x="236" y="91255"/>
                  </a:lnTo>
                  <a:lnTo>
                    <a:pt x="157" y="92092"/>
                  </a:lnTo>
                  <a:lnTo>
                    <a:pt x="92" y="92915"/>
                  </a:lnTo>
                  <a:lnTo>
                    <a:pt x="40" y="93739"/>
                  </a:lnTo>
                  <a:lnTo>
                    <a:pt x="13" y="94550"/>
                  </a:lnTo>
                  <a:lnTo>
                    <a:pt x="0" y="95361"/>
                  </a:lnTo>
                  <a:lnTo>
                    <a:pt x="13" y="96171"/>
                  </a:lnTo>
                  <a:lnTo>
                    <a:pt x="26" y="96969"/>
                  </a:lnTo>
                  <a:lnTo>
                    <a:pt x="79" y="97767"/>
                  </a:lnTo>
                  <a:lnTo>
                    <a:pt x="144" y="98551"/>
                  </a:lnTo>
                  <a:lnTo>
                    <a:pt x="223" y="99336"/>
                  </a:lnTo>
                  <a:lnTo>
                    <a:pt x="327" y="100120"/>
                  </a:lnTo>
                  <a:lnTo>
                    <a:pt x="458" y="100879"/>
                  </a:lnTo>
                  <a:lnTo>
                    <a:pt x="602" y="101650"/>
                  </a:lnTo>
                  <a:lnTo>
                    <a:pt x="772" y="102395"/>
                  </a:lnTo>
                  <a:lnTo>
                    <a:pt x="968" y="103141"/>
                  </a:lnTo>
                  <a:lnTo>
                    <a:pt x="1190" y="103886"/>
                  </a:lnTo>
                  <a:lnTo>
                    <a:pt x="1426" y="104605"/>
                  </a:lnTo>
                  <a:lnTo>
                    <a:pt x="1700" y="105324"/>
                  </a:lnTo>
                  <a:lnTo>
                    <a:pt x="1883" y="105795"/>
                  </a:lnTo>
                  <a:lnTo>
                    <a:pt x="2105" y="106240"/>
                  </a:lnTo>
                  <a:lnTo>
                    <a:pt x="2328" y="106684"/>
                  </a:lnTo>
                  <a:lnTo>
                    <a:pt x="2576" y="107116"/>
                  </a:lnTo>
                  <a:lnTo>
                    <a:pt x="2838" y="107547"/>
                  </a:lnTo>
                  <a:lnTo>
                    <a:pt x="3125" y="107952"/>
                  </a:lnTo>
                  <a:lnTo>
                    <a:pt x="3426" y="108358"/>
                  </a:lnTo>
                  <a:lnTo>
                    <a:pt x="3740" y="108763"/>
                  </a:lnTo>
                  <a:lnTo>
                    <a:pt x="4067" y="109155"/>
                  </a:lnTo>
                  <a:lnTo>
                    <a:pt x="4407" y="109535"/>
                  </a:lnTo>
                  <a:lnTo>
                    <a:pt x="4773" y="109901"/>
                  </a:lnTo>
                  <a:lnTo>
                    <a:pt x="5139" y="110267"/>
                  </a:lnTo>
                  <a:lnTo>
                    <a:pt x="5531" y="110620"/>
                  </a:lnTo>
                  <a:lnTo>
                    <a:pt x="5924" y="110973"/>
                  </a:lnTo>
                  <a:lnTo>
                    <a:pt x="6342" y="111313"/>
                  </a:lnTo>
                  <a:lnTo>
                    <a:pt x="6760" y="111640"/>
                  </a:lnTo>
                  <a:lnTo>
                    <a:pt x="7205" y="111967"/>
                  </a:lnTo>
                  <a:lnTo>
                    <a:pt x="7650" y="112281"/>
                  </a:lnTo>
                  <a:lnTo>
                    <a:pt x="8107" y="112594"/>
                  </a:lnTo>
                  <a:lnTo>
                    <a:pt x="8578" y="112895"/>
                  </a:lnTo>
                  <a:lnTo>
                    <a:pt x="9049" y="113183"/>
                  </a:lnTo>
                  <a:lnTo>
                    <a:pt x="9532" y="113470"/>
                  </a:lnTo>
                  <a:lnTo>
                    <a:pt x="10029" y="113758"/>
                  </a:lnTo>
                  <a:lnTo>
                    <a:pt x="10539" y="114033"/>
                  </a:lnTo>
                  <a:lnTo>
                    <a:pt x="11049" y="114294"/>
                  </a:lnTo>
                  <a:lnTo>
                    <a:pt x="11572" y="114556"/>
                  </a:lnTo>
                  <a:lnTo>
                    <a:pt x="12095" y="114804"/>
                  </a:lnTo>
                  <a:lnTo>
                    <a:pt x="12631" y="115053"/>
                  </a:lnTo>
                  <a:lnTo>
                    <a:pt x="13167" y="115288"/>
                  </a:lnTo>
                  <a:lnTo>
                    <a:pt x="13717" y="115523"/>
                  </a:lnTo>
                  <a:lnTo>
                    <a:pt x="14815" y="115981"/>
                  </a:lnTo>
                  <a:lnTo>
                    <a:pt x="15939" y="116399"/>
                  </a:lnTo>
                  <a:lnTo>
                    <a:pt x="17064" y="116805"/>
                  </a:lnTo>
                  <a:lnTo>
                    <a:pt x="18202" y="117197"/>
                  </a:lnTo>
                  <a:lnTo>
                    <a:pt x="19352" y="117550"/>
                  </a:lnTo>
                  <a:lnTo>
                    <a:pt x="20503" y="117890"/>
                  </a:lnTo>
                  <a:lnTo>
                    <a:pt x="21640" y="118217"/>
                  </a:lnTo>
                  <a:lnTo>
                    <a:pt x="22778" y="118518"/>
                  </a:lnTo>
                  <a:lnTo>
                    <a:pt x="23902" y="118818"/>
                  </a:lnTo>
                  <a:lnTo>
                    <a:pt x="25014" y="119080"/>
                  </a:lnTo>
                  <a:lnTo>
                    <a:pt x="26099" y="119341"/>
                  </a:lnTo>
                  <a:lnTo>
                    <a:pt x="27171" y="119577"/>
                  </a:lnTo>
                  <a:lnTo>
                    <a:pt x="28217" y="119812"/>
                  </a:lnTo>
                  <a:lnTo>
                    <a:pt x="30218" y="120230"/>
                  </a:lnTo>
                  <a:lnTo>
                    <a:pt x="32062" y="120610"/>
                  </a:lnTo>
                  <a:lnTo>
                    <a:pt x="32977" y="120780"/>
                  </a:lnTo>
                  <a:lnTo>
                    <a:pt x="33918" y="120963"/>
                  </a:lnTo>
                  <a:lnTo>
                    <a:pt x="34886" y="121120"/>
                  </a:lnTo>
                  <a:lnTo>
                    <a:pt x="35867" y="121277"/>
                  </a:lnTo>
                  <a:lnTo>
                    <a:pt x="36887" y="121420"/>
                  </a:lnTo>
                  <a:lnTo>
                    <a:pt x="37919" y="121564"/>
                  </a:lnTo>
                  <a:lnTo>
                    <a:pt x="38966" y="121682"/>
                  </a:lnTo>
                  <a:lnTo>
                    <a:pt x="40051" y="121800"/>
                  </a:lnTo>
                  <a:lnTo>
                    <a:pt x="41136" y="121917"/>
                  </a:lnTo>
                  <a:lnTo>
                    <a:pt x="42248" y="122009"/>
                  </a:lnTo>
                  <a:lnTo>
                    <a:pt x="43372" y="122100"/>
                  </a:lnTo>
                  <a:lnTo>
                    <a:pt x="44523" y="122166"/>
                  </a:lnTo>
                  <a:lnTo>
                    <a:pt x="45673" y="122231"/>
                  </a:lnTo>
                  <a:lnTo>
                    <a:pt x="46850" y="122283"/>
                  </a:lnTo>
                  <a:lnTo>
                    <a:pt x="48027" y="122323"/>
                  </a:lnTo>
                  <a:lnTo>
                    <a:pt x="49217" y="122349"/>
                  </a:lnTo>
                  <a:lnTo>
                    <a:pt x="50420" y="122362"/>
                  </a:lnTo>
                  <a:lnTo>
                    <a:pt x="51636" y="122349"/>
                  </a:lnTo>
                  <a:lnTo>
                    <a:pt x="52852" y="122336"/>
                  </a:lnTo>
                  <a:lnTo>
                    <a:pt x="54068" y="122310"/>
                  </a:lnTo>
                  <a:lnTo>
                    <a:pt x="55297" y="122257"/>
                  </a:lnTo>
                  <a:lnTo>
                    <a:pt x="56539" y="122192"/>
                  </a:lnTo>
                  <a:lnTo>
                    <a:pt x="57768" y="122113"/>
                  </a:lnTo>
                  <a:lnTo>
                    <a:pt x="59010" y="122022"/>
                  </a:lnTo>
                  <a:lnTo>
                    <a:pt x="60240" y="121917"/>
                  </a:lnTo>
                  <a:lnTo>
                    <a:pt x="61482" y="121786"/>
                  </a:lnTo>
                  <a:lnTo>
                    <a:pt x="62711" y="121643"/>
                  </a:lnTo>
                  <a:lnTo>
                    <a:pt x="63953" y="121473"/>
                  </a:lnTo>
                  <a:lnTo>
                    <a:pt x="65169" y="121290"/>
                  </a:lnTo>
                  <a:lnTo>
                    <a:pt x="66398" y="121093"/>
                  </a:lnTo>
                  <a:lnTo>
                    <a:pt x="67614" y="120871"/>
                  </a:lnTo>
                  <a:lnTo>
                    <a:pt x="68817" y="120636"/>
                  </a:lnTo>
                  <a:lnTo>
                    <a:pt x="70020" y="120374"/>
                  </a:lnTo>
                  <a:lnTo>
                    <a:pt x="71210" y="120100"/>
                  </a:lnTo>
                  <a:lnTo>
                    <a:pt x="72387" y="119799"/>
                  </a:lnTo>
                  <a:lnTo>
                    <a:pt x="73564" y="119485"/>
                  </a:lnTo>
                  <a:lnTo>
                    <a:pt x="74714" y="119145"/>
                  </a:lnTo>
                  <a:lnTo>
                    <a:pt x="75852" y="118779"/>
                  </a:lnTo>
                  <a:lnTo>
                    <a:pt x="76976" y="118387"/>
                  </a:lnTo>
                  <a:lnTo>
                    <a:pt x="78088" y="117981"/>
                  </a:lnTo>
                  <a:lnTo>
                    <a:pt x="79173" y="117550"/>
                  </a:lnTo>
                  <a:lnTo>
                    <a:pt x="80245" y="117092"/>
                  </a:lnTo>
                  <a:lnTo>
                    <a:pt x="81291" y="116622"/>
                  </a:lnTo>
                  <a:lnTo>
                    <a:pt x="81814" y="116373"/>
                  </a:lnTo>
                  <a:lnTo>
                    <a:pt x="82324" y="116112"/>
                  </a:lnTo>
                  <a:lnTo>
                    <a:pt x="82834" y="115850"/>
                  </a:lnTo>
                  <a:lnTo>
                    <a:pt x="83331" y="115589"/>
                  </a:lnTo>
                  <a:lnTo>
                    <a:pt x="83828" y="115314"/>
                  </a:lnTo>
                  <a:lnTo>
                    <a:pt x="84312" y="115026"/>
                  </a:lnTo>
                  <a:lnTo>
                    <a:pt x="84795" y="114752"/>
                  </a:lnTo>
                  <a:lnTo>
                    <a:pt x="85266" y="114451"/>
                  </a:lnTo>
                  <a:lnTo>
                    <a:pt x="85737" y="114150"/>
                  </a:lnTo>
                  <a:lnTo>
                    <a:pt x="86208" y="113850"/>
                  </a:lnTo>
                  <a:lnTo>
                    <a:pt x="86665" y="113536"/>
                  </a:lnTo>
                  <a:lnTo>
                    <a:pt x="87110" y="113222"/>
                  </a:lnTo>
                  <a:lnTo>
                    <a:pt x="87554" y="112895"/>
                  </a:lnTo>
                  <a:lnTo>
                    <a:pt x="87986" y="112568"/>
                  </a:lnTo>
                  <a:lnTo>
                    <a:pt x="88417" y="112228"/>
                  </a:lnTo>
                  <a:lnTo>
                    <a:pt x="88836" y="111875"/>
                  </a:lnTo>
                  <a:lnTo>
                    <a:pt x="89254" y="111522"/>
                  </a:lnTo>
                  <a:lnTo>
                    <a:pt x="89660" y="111169"/>
                  </a:lnTo>
                  <a:lnTo>
                    <a:pt x="90052" y="110803"/>
                  </a:lnTo>
                  <a:lnTo>
                    <a:pt x="90444" y="110437"/>
                  </a:lnTo>
                  <a:lnTo>
                    <a:pt x="90823" y="110045"/>
                  </a:lnTo>
                  <a:lnTo>
                    <a:pt x="91203" y="109665"/>
                  </a:lnTo>
                  <a:lnTo>
                    <a:pt x="91569" y="109273"/>
                  </a:lnTo>
                  <a:lnTo>
                    <a:pt x="91922" y="108868"/>
                  </a:lnTo>
                  <a:lnTo>
                    <a:pt x="92275" y="108462"/>
                  </a:lnTo>
                  <a:lnTo>
                    <a:pt x="92602" y="108044"/>
                  </a:lnTo>
                  <a:lnTo>
                    <a:pt x="92942" y="107626"/>
                  </a:lnTo>
                  <a:lnTo>
                    <a:pt x="93255" y="107194"/>
                  </a:lnTo>
                  <a:lnTo>
                    <a:pt x="93569" y="106750"/>
                  </a:lnTo>
                  <a:lnTo>
                    <a:pt x="93870" y="106305"/>
                  </a:lnTo>
                  <a:lnTo>
                    <a:pt x="94158" y="105847"/>
                  </a:lnTo>
                  <a:lnTo>
                    <a:pt x="94445" y="105390"/>
                  </a:lnTo>
                  <a:lnTo>
                    <a:pt x="94720" y="104919"/>
                  </a:lnTo>
                  <a:lnTo>
                    <a:pt x="94981" y="104448"/>
                  </a:lnTo>
                  <a:lnTo>
                    <a:pt x="95230" y="103964"/>
                  </a:lnTo>
                  <a:lnTo>
                    <a:pt x="95478" y="103468"/>
                  </a:lnTo>
                  <a:lnTo>
                    <a:pt x="95714" y="102971"/>
                  </a:lnTo>
                  <a:lnTo>
                    <a:pt x="95936" y="102461"/>
                  </a:lnTo>
                  <a:lnTo>
                    <a:pt x="96145" y="101951"/>
                  </a:lnTo>
                  <a:lnTo>
                    <a:pt x="96341" y="101428"/>
                  </a:lnTo>
                  <a:lnTo>
                    <a:pt x="96524" y="100892"/>
                  </a:lnTo>
                  <a:lnTo>
                    <a:pt x="96707" y="100356"/>
                  </a:lnTo>
                  <a:lnTo>
                    <a:pt x="96930" y="99610"/>
                  </a:lnTo>
                  <a:lnTo>
                    <a:pt x="97152" y="98865"/>
                  </a:lnTo>
                  <a:lnTo>
                    <a:pt x="97348" y="98120"/>
                  </a:lnTo>
                  <a:lnTo>
                    <a:pt x="97531" y="97374"/>
                  </a:lnTo>
                  <a:lnTo>
                    <a:pt x="97701" y="96629"/>
                  </a:lnTo>
                  <a:lnTo>
                    <a:pt x="97858" y="95884"/>
                  </a:lnTo>
                  <a:lnTo>
                    <a:pt x="98002" y="95151"/>
                  </a:lnTo>
                  <a:lnTo>
                    <a:pt x="98133" y="94406"/>
                  </a:lnTo>
                  <a:lnTo>
                    <a:pt x="98250" y="93661"/>
                  </a:lnTo>
                  <a:lnTo>
                    <a:pt x="98355" y="92915"/>
                  </a:lnTo>
                  <a:lnTo>
                    <a:pt x="98446" y="92183"/>
                  </a:lnTo>
                  <a:lnTo>
                    <a:pt x="98525" y="91438"/>
                  </a:lnTo>
                  <a:lnTo>
                    <a:pt x="98590" y="90706"/>
                  </a:lnTo>
                  <a:lnTo>
                    <a:pt x="98643" y="89960"/>
                  </a:lnTo>
                  <a:lnTo>
                    <a:pt x="98682" y="89215"/>
                  </a:lnTo>
                  <a:lnTo>
                    <a:pt x="98708" y="88483"/>
                  </a:lnTo>
                  <a:lnTo>
                    <a:pt x="98721" y="87738"/>
                  </a:lnTo>
                  <a:lnTo>
                    <a:pt x="98734" y="87005"/>
                  </a:lnTo>
                  <a:lnTo>
                    <a:pt x="98721" y="86273"/>
                  </a:lnTo>
                  <a:lnTo>
                    <a:pt x="98708" y="85528"/>
                  </a:lnTo>
                  <a:lnTo>
                    <a:pt x="98669" y="84796"/>
                  </a:lnTo>
                  <a:lnTo>
                    <a:pt x="98629" y="84063"/>
                  </a:lnTo>
                  <a:lnTo>
                    <a:pt x="98577" y="83318"/>
                  </a:lnTo>
                  <a:lnTo>
                    <a:pt x="98512" y="82586"/>
                  </a:lnTo>
                  <a:lnTo>
                    <a:pt x="98433" y="81854"/>
                  </a:lnTo>
                  <a:lnTo>
                    <a:pt x="98355" y="81121"/>
                  </a:lnTo>
                  <a:lnTo>
                    <a:pt x="98263" y="80389"/>
                  </a:lnTo>
                  <a:lnTo>
                    <a:pt x="98146" y="79657"/>
                  </a:lnTo>
                  <a:lnTo>
                    <a:pt x="98041" y="78925"/>
                  </a:lnTo>
                  <a:lnTo>
                    <a:pt x="97910" y="78192"/>
                  </a:lnTo>
                  <a:lnTo>
                    <a:pt x="97780" y="77460"/>
                  </a:lnTo>
                  <a:lnTo>
                    <a:pt x="97623" y="76728"/>
                  </a:lnTo>
                  <a:lnTo>
                    <a:pt x="97479" y="75996"/>
                  </a:lnTo>
                  <a:lnTo>
                    <a:pt x="97309" y="75276"/>
                  </a:lnTo>
                  <a:lnTo>
                    <a:pt x="97139" y="74544"/>
                  </a:lnTo>
                  <a:lnTo>
                    <a:pt x="96956" y="73812"/>
                  </a:lnTo>
                  <a:lnTo>
                    <a:pt x="96760" y="73093"/>
                  </a:lnTo>
                  <a:lnTo>
                    <a:pt x="96563" y="72361"/>
                  </a:lnTo>
                  <a:lnTo>
                    <a:pt x="96354" y="71641"/>
                  </a:lnTo>
                  <a:lnTo>
                    <a:pt x="96145" y="70909"/>
                  </a:lnTo>
                  <a:lnTo>
                    <a:pt x="95923" y="70190"/>
                  </a:lnTo>
                  <a:lnTo>
                    <a:pt x="95687" y="69471"/>
                  </a:lnTo>
                  <a:lnTo>
                    <a:pt x="95191" y="68020"/>
                  </a:lnTo>
                  <a:lnTo>
                    <a:pt x="94681" y="66581"/>
                  </a:lnTo>
                  <a:lnTo>
                    <a:pt x="94131" y="65143"/>
                  </a:lnTo>
                  <a:lnTo>
                    <a:pt x="93556" y="63705"/>
                  </a:lnTo>
                  <a:lnTo>
                    <a:pt x="92968" y="62279"/>
                  </a:lnTo>
                  <a:lnTo>
                    <a:pt x="92340" y="60854"/>
                  </a:lnTo>
                  <a:lnTo>
                    <a:pt x="91699" y="59429"/>
                  </a:lnTo>
                  <a:lnTo>
                    <a:pt x="91019" y="58004"/>
                  </a:lnTo>
                  <a:lnTo>
                    <a:pt x="90340" y="56591"/>
                  </a:lnTo>
                  <a:lnTo>
                    <a:pt x="89633" y="55166"/>
                  </a:lnTo>
                  <a:lnTo>
                    <a:pt x="88901" y="53767"/>
                  </a:lnTo>
                  <a:lnTo>
                    <a:pt x="88156" y="52355"/>
                  </a:lnTo>
                  <a:lnTo>
                    <a:pt x="87398" y="50956"/>
                  </a:lnTo>
                  <a:lnTo>
                    <a:pt x="86626" y="49557"/>
                  </a:lnTo>
                  <a:lnTo>
                    <a:pt x="85855" y="48158"/>
                  </a:lnTo>
                  <a:lnTo>
                    <a:pt x="85057" y="46772"/>
                  </a:lnTo>
                  <a:lnTo>
                    <a:pt x="84246" y="45386"/>
                  </a:lnTo>
                  <a:lnTo>
                    <a:pt x="83436" y="44013"/>
                  </a:lnTo>
                  <a:lnTo>
                    <a:pt x="82612" y="42627"/>
                  </a:lnTo>
                  <a:lnTo>
                    <a:pt x="80951" y="39894"/>
                  </a:lnTo>
                  <a:lnTo>
                    <a:pt x="79278" y="37174"/>
                  </a:lnTo>
                  <a:lnTo>
                    <a:pt x="75930" y="31787"/>
                  </a:lnTo>
                  <a:lnTo>
                    <a:pt x="74283" y="29133"/>
                  </a:lnTo>
                  <a:lnTo>
                    <a:pt x="72661" y="26491"/>
                  </a:lnTo>
                  <a:lnTo>
                    <a:pt x="71079" y="23876"/>
                  </a:lnTo>
                  <a:lnTo>
                    <a:pt x="70308" y="22569"/>
                  </a:lnTo>
                  <a:lnTo>
                    <a:pt x="69549" y="21274"/>
                  </a:lnTo>
                  <a:lnTo>
                    <a:pt x="68804" y="19993"/>
                  </a:lnTo>
                  <a:lnTo>
                    <a:pt x="68072" y="18711"/>
                  </a:lnTo>
                  <a:lnTo>
                    <a:pt x="67366" y="17430"/>
                  </a:lnTo>
                  <a:lnTo>
                    <a:pt x="66673" y="16162"/>
                  </a:lnTo>
                  <a:lnTo>
                    <a:pt x="66006" y="14893"/>
                  </a:lnTo>
                  <a:lnTo>
                    <a:pt x="65352" y="13638"/>
                  </a:lnTo>
                  <a:lnTo>
                    <a:pt x="64724" y="12383"/>
                  </a:lnTo>
                  <a:lnTo>
                    <a:pt x="64123" y="11141"/>
                  </a:lnTo>
                  <a:lnTo>
                    <a:pt x="64045" y="10971"/>
                  </a:lnTo>
                  <a:lnTo>
                    <a:pt x="63940" y="10814"/>
                  </a:lnTo>
                  <a:lnTo>
                    <a:pt x="63848" y="10657"/>
                  </a:lnTo>
                  <a:lnTo>
                    <a:pt x="63744" y="10500"/>
                  </a:lnTo>
                  <a:lnTo>
                    <a:pt x="63639" y="10369"/>
                  </a:lnTo>
                  <a:lnTo>
                    <a:pt x="63521" y="10238"/>
                  </a:lnTo>
                  <a:lnTo>
                    <a:pt x="63404" y="10108"/>
                  </a:lnTo>
                  <a:lnTo>
                    <a:pt x="63273" y="9990"/>
                  </a:lnTo>
                  <a:lnTo>
                    <a:pt x="63142" y="9885"/>
                  </a:lnTo>
                  <a:lnTo>
                    <a:pt x="63012" y="9781"/>
                  </a:lnTo>
                  <a:lnTo>
                    <a:pt x="62881" y="9689"/>
                  </a:lnTo>
                  <a:lnTo>
                    <a:pt x="62737" y="9598"/>
                  </a:lnTo>
                  <a:lnTo>
                    <a:pt x="62462" y="9441"/>
                  </a:lnTo>
                  <a:lnTo>
                    <a:pt x="62162" y="9323"/>
                  </a:lnTo>
                  <a:lnTo>
                    <a:pt x="61351" y="8630"/>
                  </a:lnTo>
                  <a:lnTo>
                    <a:pt x="60501" y="7950"/>
                  </a:lnTo>
                  <a:lnTo>
                    <a:pt x="59638" y="7283"/>
                  </a:lnTo>
                  <a:lnTo>
                    <a:pt x="58749" y="6616"/>
                  </a:lnTo>
                  <a:lnTo>
                    <a:pt x="57834" y="5963"/>
                  </a:lnTo>
                  <a:lnTo>
                    <a:pt x="56892" y="5335"/>
                  </a:lnTo>
                  <a:lnTo>
                    <a:pt x="55938" y="4733"/>
                  </a:lnTo>
                  <a:lnTo>
                    <a:pt x="54970" y="4145"/>
                  </a:lnTo>
                  <a:lnTo>
                    <a:pt x="54473" y="3857"/>
                  </a:lnTo>
                  <a:lnTo>
                    <a:pt x="53976" y="3583"/>
                  </a:lnTo>
                  <a:lnTo>
                    <a:pt x="53479" y="3308"/>
                  </a:lnTo>
                  <a:lnTo>
                    <a:pt x="52969" y="3047"/>
                  </a:lnTo>
                  <a:lnTo>
                    <a:pt x="52460" y="2798"/>
                  </a:lnTo>
                  <a:lnTo>
                    <a:pt x="51950" y="2550"/>
                  </a:lnTo>
                  <a:lnTo>
                    <a:pt x="51440" y="2314"/>
                  </a:lnTo>
                  <a:lnTo>
                    <a:pt x="50917" y="2092"/>
                  </a:lnTo>
                  <a:lnTo>
                    <a:pt x="50407" y="1870"/>
                  </a:lnTo>
                  <a:lnTo>
                    <a:pt x="49884" y="1661"/>
                  </a:lnTo>
                  <a:lnTo>
                    <a:pt x="49361" y="1465"/>
                  </a:lnTo>
                  <a:lnTo>
                    <a:pt x="48838" y="1281"/>
                  </a:lnTo>
                  <a:lnTo>
                    <a:pt x="48302" y="1112"/>
                  </a:lnTo>
                  <a:lnTo>
                    <a:pt x="47778" y="942"/>
                  </a:lnTo>
                  <a:lnTo>
                    <a:pt x="47242" y="785"/>
                  </a:lnTo>
                  <a:lnTo>
                    <a:pt x="46719" y="654"/>
                  </a:lnTo>
                  <a:lnTo>
                    <a:pt x="46183" y="523"/>
                  </a:lnTo>
                  <a:lnTo>
                    <a:pt x="45647" y="405"/>
                  </a:lnTo>
                  <a:lnTo>
                    <a:pt x="45124" y="301"/>
                  </a:lnTo>
                  <a:lnTo>
                    <a:pt x="44588" y="222"/>
                  </a:lnTo>
                  <a:lnTo>
                    <a:pt x="44052" y="144"/>
                  </a:lnTo>
                  <a:lnTo>
                    <a:pt x="43516" y="79"/>
                  </a:lnTo>
                  <a:lnTo>
                    <a:pt x="42993" y="39"/>
                  </a:lnTo>
                  <a:lnTo>
                    <a:pt x="42457" y="13"/>
                  </a:lnTo>
                  <a:lnTo>
                    <a:pt x="419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8"/>
            <p:cNvSpPr/>
            <p:nvPr/>
          </p:nvSpPr>
          <p:spPr>
            <a:xfrm>
              <a:off x="4440225" y="2002025"/>
              <a:ext cx="1450125" cy="3058725"/>
            </a:xfrm>
            <a:custGeom>
              <a:avLst/>
              <a:gdLst/>
              <a:ahLst/>
              <a:cxnLst/>
              <a:rect l="l" t="t" r="r" b="b"/>
              <a:pathLst>
                <a:path w="58005" h="122349" extrusionOk="0">
                  <a:moveTo>
                    <a:pt x="720" y="0"/>
                  </a:moveTo>
                  <a:lnTo>
                    <a:pt x="1" y="26"/>
                  </a:lnTo>
                  <a:lnTo>
                    <a:pt x="668" y="79"/>
                  </a:lnTo>
                  <a:lnTo>
                    <a:pt x="1321" y="144"/>
                  </a:lnTo>
                  <a:lnTo>
                    <a:pt x="1975" y="235"/>
                  </a:lnTo>
                  <a:lnTo>
                    <a:pt x="2629" y="353"/>
                  </a:lnTo>
                  <a:lnTo>
                    <a:pt x="3283" y="497"/>
                  </a:lnTo>
                  <a:lnTo>
                    <a:pt x="3950" y="641"/>
                  </a:lnTo>
                  <a:lnTo>
                    <a:pt x="4603" y="824"/>
                  </a:lnTo>
                  <a:lnTo>
                    <a:pt x="5257" y="1007"/>
                  </a:lnTo>
                  <a:lnTo>
                    <a:pt x="5898" y="1216"/>
                  </a:lnTo>
                  <a:lnTo>
                    <a:pt x="6552" y="1451"/>
                  </a:lnTo>
                  <a:lnTo>
                    <a:pt x="7192" y="1687"/>
                  </a:lnTo>
                  <a:lnTo>
                    <a:pt x="7833" y="1948"/>
                  </a:lnTo>
                  <a:lnTo>
                    <a:pt x="8474" y="2223"/>
                  </a:lnTo>
                  <a:lnTo>
                    <a:pt x="9114" y="2511"/>
                  </a:lnTo>
                  <a:lnTo>
                    <a:pt x="9742" y="2811"/>
                  </a:lnTo>
                  <a:lnTo>
                    <a:pt x="10370" y="3125"/>
                  </a:lnTo>
                  <a:lnTo>
                    <a:pt x="10984" y="3452"/>
                  </a:lnTo>
                  <a:lnTo>
                    <a:pt x="11599" y="3792"/>
                  </a:lnTo>
                  <a:lnTo>
                    <a:pt x="12213" y="4132"/>
                  </a:lnTo>
                  <a:lnTo>
                    <a:pt x="12815" y="4498"/>
                  </a:lnTo>
                  <a:lnTo>
                    <a:pt x="13416" y="4864"/>
                  </a:lnTo>
                  <a:lnTo>
                    <a:pt x="14005" y="5243"/>
                  </a:lnTo>
                  <a:lnTo>
                    <a:pt x="14580" y="5623"/>
                  </a:lnTo>
                  <a:lnTo>
                    <a:pt x="15155" y="6015"/>
                  </a:lnTo>
                  <a:lnTo>
                    <a:pt x="15731" y="6407"/>
                  </a:lnTo>
                  <a:lnTo>
                    <a:pt x="16280" y="6812"/>
                  </a:lnTo>
                  <a:lnTo>
                    <a:pt x="16829" y="7218"/>
                  </a:lnTo>
                  <a:lnTo>
                    <a:pt x="17365" y="7636"/>
                  </a:lnTo>
                  <a:lnTo>
                    <a:pt x="17901" y="8055"/>
                  </a:lnTo>
                  <a:lnTo>
                    <a:pt x="18411" y="8473"/>
                  </a:lnTo>
                  <a:lnTo>
                    <a:pt x="18921" y="8892"/>
                  </a:lnTo>
                  <a:lnTo>
                    <a:pt x="19418" y="9323"/>
                  </a:lnTo>
                  <a:lnTo>
                    <a:pt x="19719" y="9441"/>
                  </a:lnTo>
                  <a:lnTo>
                    <a:pt x="20006" y="9598"/>
                  </a:lnTo>
                  <a:lnTo>
                    <a:pt x="20150" y="9689"/>
                  </a:lnTo>
                  <a:lnTo>
                    <a:pt x="20281" y="9781"/>
                  </a:lnTo>
                  <a:lnTo>
                    <a:pt x="20412" y="9885"/>
                  </a:lnTo>
                  <a:lnTo>
                    <a:pt x="20542" y="9990"/>
                  </a:lnTo>
                  <a:lnTo>
                    <a:pt x="20660" y="10108"/>
                  </a:lnTo>
                  <a:lnTo>
                    <a:pt x="20778" y="10238"/>
                  </a:lnTo>
                  <a:lnTo>
                    <a:pt x="20896" y="10369"/>
                  </a:lnTo>
                  <a:lnTo>
                    <a:pt x="21000" y="10500"/>
                  </a:lnTo>
                  <a:lnTo>
                    <a:pt x="21105" y="10657"/>
                  </a:lnTo>
                  <a:lnTo>
                    <a:pt x="21209" y="10814"/>
                  </a:lnTo>
                  <a:lnTo>
                    <a:pt x="21301" y="10971"/>
                  </a:lnTo>
                  <a:lnTo>
                    <a:pt x="21392" y="11141"/>
                  </a:lnTo>
                  <a:lnTo>
                    <a:pt x="21824" y="12043"/>
                  </a:lnTo>
                  <a:lnTo>
                    <a:pt x="22255" y="12919"/>
                  </a:lnTo>
                  <a:lnTo>
                    <a:pt x="22687" y="13782"/>
                  </a:lnTo>
                  <a:lnTo>
                    <a:pt x="23118" y="14632"/>
                  </a:lnTo>
                  <a:lnTo>
                    <a:pt x="23550" y="15455"/>
                  </a:lnTo>
                  <a:lnTo>
                    <a:pt x="23994" y="16279"/>
                  </a:lnTo>
                  <a:lnTo>
                    <a:pt x="24871" y="17888"/>
                  </a:lnTo>
                  <a:lnTo>
                    <a:pt x="25773" y="19457"/>
                  </a:lnTo>
                  <a:lnTo>
                    <a:pt x="26675" y="21000"/>
                  </a:lnTo>
                  <a:lnTo>
                    <a:pt x="27603" y="22529"/>
                  </a:lnTo>
                  <a:lnTo>
                    <a:pt x="28545" y="24072"/>
                  </a:lnTo>
                  <a:lnTo>
                    <a:pt x="29512" y="25615"/>
                  </a:lnTo>
                  <a:lnTo>
                    <a:pt x="30506" y="27184"/>
                  </a:lnTo>
                  <a:lnTo>
                    <a:pt x="32572" y="30440"/>
                  </a:lnTo>
                  <a:lnTo>
                    <a:pt x="33644" y="32153"/>
                  </a:lnTo>
                  <a:lnTo>
                    <a:pt x="34756" y="33931"/>
                  </a:lnTo>
                  <a:lnTo>
                    <a:pt x="35906" y="35788"/>
                  </a:lnTo>
                  <a:lnTo>
                    <a:pt x="37096" y="37749"/>
                  </a:lnTo>
                  <a:lnTo>
                    <a:pt x="37188" y="38403"/>
                  </a:lnTo>
                  <a:lnTo>
                    <a:pt x="37305" y="39149"/>
                  </a:lnTo>
                  <a:lnTo>
                    <a:pt x="37436" y="39959"/>
                  </a:lnTo>
                  <a:lnTo>
                    <a:pt x="37593" y="40835"/>
                  </a:lnTo>
                  <a:lnTo>
                    <a:pt x="37946" y="42718"/>
                  </a:lnTo>
                  <a:lnTo>
                    <a:pt x="38351" y="44693"/>
                  </a:lnTo>
                  <a:lnTo>
                    <a:pt x="38770" y="46667"/>
                  </a:lnTo>
                  <a:lnTo>
                    <a:pt x="39175" y="48550"/>
                  </a:lnTo>
                  <a:lnTo>
                    <a:pt x="39567" y="50224"/>
                  </a:lnTo>
                  <a:lnTo>
                    <a:pt x="39907" y="51623"/>
                  </a:lnTo>
                  <a:lnTo>
                    <a:pt x="39960" y="51780"/>
                  </a:lnTo>
                  <a:lnTo>
                    <a:pt x="40012" y="51950"/>
                  </a:lnTo>
                  <a:lnTo>
                    <a:pt x="40077" y="52093"/>
                  </a:lnTo>
                  <a:lnTo>
                    <a:pt x="40143" y="52250"/>
                  </a:lnTo>
                  <a:lnTo>
                    <a:pt x="40313" y="52551"/>
                  </a:lnTo>
                  <a:lnTo>
                    <a:pt x="40496" y="52826"/>
                  </a:lnTo>
                  <a:lnTo>
                    <a:pt x="40705" y="53100"/>
                  </a:lnTo>
                  <a:lnTo>
                    <a:pt x="40940" y="53362"/>
                  </a:lnTo>
                  <a:lnTo>
                    <a:pt x="41189" y="53623"/>
                  </a:lnTo>
                  <a:lnTo>
                    <a:pt x="41437" y="53859"/>
                  </a:lnTo>
                  <a:lnTo>
                    <a:pt x="41712" y="54094"/>
                  </a:lnTo>
                  <a:lnTo>
                    <a:pt x="41986" y="54329"/>
                  </a:lnTo>
                  <a:lnTo>
                    <a:pt x="42536" y="54774"/>
                  </a:lnTo>
                  <a:lnTo>
                    <a:pt x="43072" y="55205"/>
                  </a:lnTo>
                  <a:lnTo>
                    <a:pt x="43333" y="55415"/>
                  </a:lnTo>
                  <a:lnTo>
                    <a:pt x="43569" y="55611"/>
                  </a:lnTo>
                  <a:lnTo>
                    <a:pt x="43843" y="55872"/>
                  </a:lnTo>
                  <a:lnTo>
                    <a:pt x="44105" y="56121"/>
                  </a:lnTo>
                  <a:lnTo>
                    <a:pt x="44353" y="56369"/>
                  </a:lnTo>
                  <a:lnTo>
                    <a:pt x="44588" y="56618"/>
                  </a:lnTo>
                  <a:lnTo>
                    <a:pt x="44798" y="56879"/>
                  </a:lnTo>
                  <a:lnTo>
                    <a:pt x="45007" y="57141"/>
                  </a:lnTo>
                  <a:lnTo>
                    <a:pt x="45190" y="57389"/>
                  </a:lnTo>
                  <a:lnTo>
                    <a:pt x="45360" y="57651"/>
                  </a:lnTo>
                  <a:lnTo>
                    <a:pt x="45530" y="57912"/>
                  </a:lnTo>
                  <a:lnTo>
                    <a:pt x="45674" y="58187"/>
                  </a:lnTo>
                  <a:lnTo>
                    <a:pt x="45818" y="58448"/>
                  </a:lnTo>
                  <a:lnTo>
                    <a:pt x="45935" y="58723"/>
                  </a:lnTo>
                  <a:lnTo>
                    <a:pt x="46053" y="58997"/>
                  </a:lnTo>
                  <a:lnTo>
                    <a:pt x="46158" y="59272"/>
                  </a:lnTo>
                  <a:lnTo>
                    <a:pt x="46249" y="59546"/>
                  </a:lnTo>
                  <a:lnTo>
                    <a:pt x="46341" y="59834"/>
                  </a:lnTo>
                  <a:lnTo>
                    <a:pt x="46406" y="60122"/>
                  </a:lnTo>
                  <a:lnTo>
                    <a:pt x="46471" y="60409"/>
                  </a:lnTo>
                  <a:lnTo>
                    <a:pt x="46524" y="60697"/>
                  </a:lnTo>
                  <a:lnTo>
                    <a:pt x="46576" y="60998"/>
                  </a:lnTo>
                  <a:lnTo>
                    <a:pt x="46615" y="61299"/>
                  </a:lnTo>
                  <a:lnTo>
                    <a:pt x="46641" y="61612"/>
                  </a:lnTo>
                  <a:lnTo>
                    <a:pt x="46681" y="62240"/>
                  </a:lnTo>
                  <a:lnTo>
                    <a:pt x="46694" y="62881"/>
                  </a:lnTo>
                  <a:lnTo>
                    <a:pt x="46681" y="63548"/>
                  </a:lnTo>
                  <a:lnTo>
                    <a:pt x="46654" y="64241"/>
                  </a:lnTo>
                  <a:lnTo>
                    <a:pt x="46602" y="64947"/>
                  </a:lnTo>
                  <a:lnTo>
                    <a:pt x="46537" y="65784"/>
                  </a:lnTo>
                  <a:lnTo>
                    <a:pt x="46484" y="66594"/>
                  </a:lnTo>
                  <a:lnTo>
                    <a:pt x="46471" y="66987"/>
                  </a:lnTo>
                  <a:lnTo>
                    <a:pt x="46471" y="67366"/>
                  </a:lnTo>
                  <a:lnTo>
                    <a:pt x="46484" y="67745"/>
                  </a:lnTo>
                  <a:lnTo>
                    <a:pt x="46511" y="68124"/>
                  </a:lnTo>
                  <a:lnTo>
                    <a:pt x="46563" y="68490"/>
                  </a:lnTo>
                  <a:lnTo>
                    <a:pt x="46641" y="68856"/>
                  </a:lnTo>
                  <a:lnTo>
                    <a:pt x="46733" y="69209"/>
                  </a:lnTo>
                  <a:lnTo>
                    <a:pt x="46864" y="69562"/>
                  </a:lnTo>
                  <a:lnTo>
                    <a:pt x="46942" y="69732"/>
                  </a:lnTo>
                  <a:lnTo>
                    <a:pt x="47021" y="69915"/>
                  </a:lnTo>
                  <a:lnTo>
                    <a:pt x="47112" y="70085"/>
                  </a:lnTo>
                  <a:lnTo>
                    <a:pt x="47217" y="70255"/>
                  </a:lnTo>
                  <a:lnTo>
                    <a:pt x="47334" y="70425"/>
                  </a:lnTo>
                  <a:lnTo>
                    <a:pt x="47452" y="70595"/>
                  </a:lnTo>
                  <a:lnTo>
                    <a:pt x="47583" y="70765"/>
                  </a:lnTo>
                  <a:lnTo>
                    <a:pt x="47727" y="70935"/>
                  </a:lnTo>
                  <a:lnTo>
                    <a:pt x="47910" y="71158"/>
                  </a:lnTo>
                  <a:lnTo>
                    <a:pt x="48093" y="71393"/>
                  </a:lnTo>
                  <a:lnTo>
                    <a:pt x="48263" y="71641"/>
                  </a:lnTo>
                  <a:lnTo>
                    <a:pt x="48420" y="71903"/>
                  </a:lnTo>
                  <a:lnTo>
                    <a:pt x="48577" y="72164"/>
                  </a:lnTo>
                  <a:lnTo>
                    <a:pt x="48707" y="72439"/>
                  </a:lnTo>
                  <a:lnTo>
                    <a:pt x="48825" y="72714"/>
                  </a:lnTo>
                  <a:lnTo>
                    <a:pt x="48930" y="73001"/>
                  </a:lnTo>
                  <a:lnTo>
                    <a:pt x="49021" y="73289"/>
                  </a:lnTo>
                  <a:lnTo>
                    <a:pt x="49086" y="73590"/>
                  </a:lnTo>
                  <a:lnTo>
                    <a:pt x="49126" y="73890"/>
                  </a:lnTo>
                  <a:lnTo>
                    <a:pt x="49152" y="74178"/>
                  </a:lnTo>
                  <a:lnTo>
                    <a:pt x="49152" y="74479"/>
                  </a:lnTo>
                  <a:lnTo>
                    <a:pt x="49126" y="74780"/>
                  </a:lnTo>
                  <a:lnTo>
                    <a:pt x="49073" y="75080"/>
                  </a:lnTo>
                  <a:lnTo>
                    <a:pt x="48995" y="75381"/>
                  </a:lnTo>
                  <a:lnTo>
                    <a:pt x="48786" y="76048"/>
                  </a:lnTo>
                  <a:lnTo>
                    <a:pt x="48590" y="76649"/>
                  </a:lnTo>
                  <a:lnTo>
                    <a:pt x="48433" y="77225"/>
                  </a:lnTo>
                  <a:lnTo>
                    <a:pt x="48367" y="77512"/>
                  </a:lnTo>
                  <a:lnTo>
                    <a:pt x="48315" y="77787"/>
                  </a:lnTo>
                  <a:lnTo>
                    <a:pt x="48263" y="78075"/>
                  </a:lnTo>
                  <a:lnTo>
                    <a:pt x="48224" y="78362"/>
                  </a:lnTo>
                  <a:lnTo>
                    <a:pt x="48197" y="78663"/>
                  </a:lnTo>
                  <a:lnTo>
                    <a:pt x="48184" y="78977"/>
                  </a:lnTo>
                  <a:lnTo>
                    <a:pt x="48184" y="79304"/>
                  </a:lnTo>
                  <a:lnTo>
                    <a:pt x="48197" y="79631"/>
                  </a:lnTo>
                  <a:lnTo>
                    <a:pt x="48224" y="79997"/>
                  </a:lnTo>
                  <a:lnTo>
                    <a:pt x="48263" y="80376"/>
                  </a:lnTo>
                  <a:lnTo>
                    <a:pt x="48354" y="81200"/>
                  </a:lnTo>
                  <a:lnTo>
                    <a:pt x="48433" y="82037"/>
                  </a:lnTo>
                  <a:lnTo>
                    <a:pt x="48498" y="82873"/>
                  </a:lnTo>
                  <a:lnTo>
                    <a:pt x="48563" y="83710"/>
                  </a:lnTo>
                  <a:lnTo>
                    <a:pt x="48603" y="84547"/>
                  </a:lnTo>
                  <a:lnTo>
                    <a:pt x="48629" y="85384"/>
                  </a:lnTo>
                  <a:lnTo>
                    <a:pt x="48642" y="86221"/>
                  </a:lnTo>
                  <a:lnTo>
                    <a:pt x="48642" y="87058"/>
                  </a:lnTo>
                  <a:lnTo>
                    <a:pt x="48629" y="87894"/>
                  </a:lnTo>
                  <a:lnTo>
                    <a:pt x="48603" y="88731"/>
                  </a:lnTo>
                  <a:lnTo>
                    <a:pt x="48563" y="89568"/>
                  </a:lnTo>
                  <a:lnTo>
                    <a:pt x="48511" y="90405"/>
                  </a:lnTo>
                  <a:lnTo>
                    <a:pt x="48446" y="91242"/>
                  </a:lnTo>
                  <a:lnTo>
                    <a:pt x="48367" y="92079"/>
                  </a:lnTo>
                  <a:lnTo>
                    <a:pt x="48276" y="92902"/>
                  </a:lnTo>
                  <a:lnTo>
                    <a:pt x="48171" y="93739"/>
                  </a:lnTo>
                  <a:lnTo>
                    <a:pt x="48054" y="94563"/>
                  </a:lnTo>
                  <a:lnTo>
                    <a:pt x="47923" y="95400"/>
                  </a:lnTo>
                  <a:lnTo>
                    <a:pt x="47779" y="96224"/>
                  </a:lnTo>
                  <a:lnTo>
                    <a:pt x="47622" y="97047"/>
                  </a:lnTo>
                  <a:lnTo>
                    <a:pt x="47452" y="97858"/>
                  </a:lnTo>
                  <a:lnTo>
                    <a:pt x="47269" y="98682"/>
                  </a:lnTo>
                  <a:lnTo>
                    <a:pt x="47073" y="99493"/>
                  </a:lnTo>
                  <a:lnTo>
                    <a:pt x="46864" y="100303"/>
                  </a:lnTo>
                  <a:lnTo>
                    <a:pt x="46641" y="101114"/>
                  </a:lnTo>
                  <a:lnTo>
                    <a:pt x="46406" y="101925"/>
                  </a:lnTo>
                  <a:lnTo>
                    <a:pt x="46158" y="102722"/>
                  </a:lnTo>
                  <a:lnTo>
                    <a:pt x="45909" y="103520"/>
                  </a:lnTo>
                  <a:lnTo>
                    <a:pt x="45635" y="104304"/>
                  </a:lnTo>
                  <a:lnTo>
                    <a:pt x="45347" y="105102"/>
                  </a:lnTo>
                  <a:lnTo>
                    <a:pt x="45046" y="105873"/>
                  </a:lnTo>
                  <a:lnTo>
                    <a:pt x="44732" y="106658"/>
                  </a:lnTo>
                  <a:lnTo>
                    <a:pt x="44275" y="107756"/>
                  </a:lnTo>
                  <a:lnTo>
                    <a:pt x="43817" y="108868"/>
                  </a:lnTo>
                  <a:lnTo>
                    <a:pt x="43582" y="109417"/>
                  </a:lnTo>
                  <a:lnTo>
                    <a:pt x="43359" y="109979"/>
                  </a:lnTo>
                  <a:lnTo>
                    <a:pt x="43150" y="110541"/>
                  </a:lnTo>
                  <a:lnTo>
                    <a:pt x="42954" y="111104"/>
                  </a:lnTo>
                  <a:lnTo>
                    <a:pt x="42810" y="111574"/>
                  </a:lnTo>
                  <a:lnTo>
                    <a:pt x="42653" y="112071"/>
                  </a:lnTo>
                  <a:lnTo>
                    <a:pt x="42509" y="112581"/>
                  </a:lnTo>
                  <a:lnTo>
                    <a:pt x="42339" y="113091"/>
                  </a:lnTo>
                  <a:lnTo>
                    <a:pt x="42156" y="113588"/>
                  </a:lnTo>
                  <a:lnTo>
                    <a:pt x="42052" y="113837"/>
                  </a:lnTo>
                  <a:lnTo>
                    <a:pt x="41934" y="114059"/>
                  </a:lnTo>
                  <a:lnTo>
                    <a:pt x="41816" y="114294"/>
                  </a:lnTo>
                  <a:lnTo>
                    <a:pt x="41673" y="114516"/>
                  </a:lnTo>
                  <a:lnTo>
                    <a:pt x="41529" y="114726"/>
                  </a:lnTo>
                  <a:lnTo>
                    <a:pt x="41372" y="114922"/>
                  </a:lnTo>
                  <a:lnTo>
                    <a:pt x="41202" y="115105"/>
                  </a:lnTo>
                  <a:lnTo>
                    <a:pt x="41019" y="115275"/>
                  </a:lnTo>
                  <a:lnTo>
                    <a:pt x="40823" y="115445"/>
                  </a:lnTo>
                  <a:lnTo>
                    <a:pt x="40614" y="115589"/>
                  </a:lnTo>
                  <a:lnTo>
                    <a:pt x="40391" y="115746"/>
                  </a:lnTo>
                  <a:lnTo>
                    <a:pt x="40156" y="115876"/>
                  </a:lnTo>
                  <a:lnTo>
                    <a:pt x="39921" y="116007"/>
                  </a:lnTo>
                  <a:lnTo>
                    <a:pt x="39685" y="116138"/>
                  </a:lnTo>
                  <a:lnTo>
                    <a:pt x="39188" y="116360"/>
                  </a:lnTo>
                  <a:lnTo>
                    <a:pt x="38704" y="116582"/>
                  </a:lnTo>
                  <a:lnTo>
                    <a:pt x="38208" y="116792"/>
                  </a:lnTo>
                  <a:lnTo>
                    <a:pt x="37750" y="116988"/>
                  </a:lnTo>
                  <a:lnTo>
                    <a:pt x="37201" y="117223"/>
                  </a:lnTo>
                  <a:lnTo>
                    <a:pt x="36639" y="117458"/>
                  </a:lnTo>
                  <a:lnTo>
                    <a:pt x="35527" y="117916"/>
                  </a:lnTo>
                  <a:lnTo>
                    <a:pt x="34403" y="118335"/>
                  </a:lnTo>
                  <a:lnTo>
                    <a:pt x="33278" y="118727"/>
                  </a:lnTo>
                  <a:lnTo>
                    <a:pt x="32127" y="119093"/>
                  </a:lnTo>
                  <a:lnTo>
                    <a:pt x="30977" y="119433"/>
                  </a:lnTo>
                  <a:lnTo>
                    <a:pt x="29826" y="119760"/>
                  </a:lnTo>
                  <a:lnTo>
                    <a:pt x="28662" y="120047"/>
                  </a:lnTo>
                  <a:lnTo>
                    <a:pt x="27473" y="120335"/>
                  </a:lnTo>
                  <a:lnTo>
                    <a:pt x="26270" y="120597"/>
                  </a:lnTo>
                  <a:lnTo>
                    <a:pt x="25067" y="120845"/>
                  </a:lnTo>
                  <a:lnTo>
                    <a:pt x="23864" y="121067"/>
                  </a:lnTo>
                  <a:lnTo>
                    <a:pt x="22648" y="121263"/>
                  </a:lnTo>
                  <a:lnTo>
                    <a:pt x="21432" y="121447"/>
                  </a:lnTo>
                  <a:lnTo>
                    <a:pt x="20216" y="121616"/>
                  </a:lnTo>
                  <a:lnTo>
                    <a:pt x="19000" y="121760"/>
                  </a:lnTo>
                  <a:lnTo>
                    <a:pt x="17770" y="121891"/>
                  </a:lnTo>
                  <a:lnTo>
                    <a:pt x="16554" y="122009"/>
                  </a:lnTo>
                  <a:lnTo>
                    <a:pt x="15325" y="122100"/>
                  </a:lnTo>
                  <a:lnTo>
                    <a:pt x="14096" y="122179"/>
                  </a:lnTo>
                  <a:lnTo>
                    <a:pt x="12880" y="122244"/>
                  </a:lnTo>
                  <a:lnTo>
                    <a:pt x="11651" y="122296"/>
                  </a:lnTo>
                  <a:lnTo>
                    <a:pt x="10422" y="122323"/>
                  </a:lnTo>
                  <a:lnTo>
                    <a:pt x="9193" y="122349"/>
                  </a:lnTo>
                  <a:lnTo>
                    <a:pt x="10984" y="122349"/>
                  </a:lnTo>
                  <a:lnTo>
                    <a:pt x="11886" y="122336"/>
                  </a:lnTo>
                  <a:lnTo>
                    <a:pt x="12789" y="122310"/>
                  </a:lnTo>
                  <a:lnTo>
                    <a:pt x="13704" y="122283"/>
                  </a:lnTo>
                  <a:lnTo>
                    <a:pt x="14606" y="122257"/>
                  </a:lnTo>
                  <a:lnTo>
                    <a:pt x="15521" y="122205"/>
                  </a:lnTo>
                  <a:lnTo>
                    <a:pt x="16437" y="122153"/>
                  </a:lnTo>
                  <a:lnTo>
                    <a:pt x="17352" y="122087"/>
                  </a:lnTo>
                  <a:lnTo>
                    <a:pt x="18267" y="122022"/>
                  </a:lnTo>
                  <a:lnTo>
                    <a:pt x="19183" y="121943"/>
                  </a:lnTo>
                  <a:lnTo>
                    <a:pt x="20098" y="121852"/>
                  </a:lnTo>
                  <a:lnTo>
                    <a:pt x="21026" y="121747"/>
                  </a:lnTo>
                  <a:lnTo>
                    <a:pt x="21928" y="121643"/>
                  </a:lnTo>
                  <a:lnTo>
                    <a:pt x="22844" y="121525"/>
                  </a:lnTo>
                  <a:lnTo>
                    <a:pt x="23759" y="121394"/>
                  </a:lnTo>
                  <a:lnTo>
                    <a:pt x="24661" y="121250"/>
                  </a:lnTo>
                  <a:lnTo>
                    <a:pt x="25577" y="121107"/>
                  </a:lnTo>
                  <a:lnTo>
                    <a:pt x="26479" y="120950"/>
                  </a:lnTo>
                  <a:lnTo>
                    <a:pt x="27368" y="120780"/>
                  </a:lnTo>
                  <a:lnTo>
                    <a:pt x="28270" y="120597"/>
                  </a:lnTo>
                  <a:lnTo>
                    <a:pt x="29159" y="120400"/>
                  </a:lnTo>
                  <a:lnTo>
                    <a:pt x="30035" y="120204"/>
                  </a:lnTo>
                  <a:lnTo>
                    <a:pt x="30911" y="119995"/>
                  </a:lnTo>
                  <a:lnTo>
                    <a:pt x="31787" y="119760"/>
                  </a:lnTo>
                  <a:lnTo>
                    <a:pt x="32650" y="119524"/>
                  </a:lnTo>
                  <a:lnTo>
                    <a:pt x="33513" y="119276"/>
                  </a:lnTo>
                  <a:lnTo>
                    <a:pt x="34363" y="119014"/>
                  </a:lnTo>
                  <a:lnTo>
                    <a:pt x="35200" y="118740"/>
                  </a:lnTo>
                  <a:lnTo>
                    <a:pt x="36037" y="118465"/>
                  </a:lnTo>
                  <a:lnTo>
                    <a:pt x="36861" y="118165"/>
                  </a:lnTo>
                  <a:lnTo>
                    <a:pt x="37672" y="117851"/>
                  </a:lnTo>
                  <a:lnTo>
                    <a:pt x="38482" y="117537"/>
                  </a:lnTo>
                  <a:lnTo>
                    <a:pt x="39280" y="117197"/>
                  </a:lnTo>
                  <a:lnTo>
                    <a:pt x="40051" y="116844"/>
                  </a:lnTo>
                  <a:lnTo>
                    <a:pt x="40836" y="116491"/>
                  </a:lnTo>
                  <a:lnTo>
                    <a:pt x="41594" y="116112"/>
                  </a:lnTo>
                  <a:lnTo>
                    <a:pt x="42339" y="115719"/>
                  </a:lnTo>
                  <a:lnTo>
                    <a:pt x="43072" y="115327"/>
                  </a:lnTo>
                  <a:lnTo>
                    <a:pt x="43791" y="114909"/>
                  </a:lnTo>
                  <a:lnTo>
                    <a:pt x="44510" y="114477"/>
                  </a:lnTo>
                  <a:lnTo>
                    <a:pt x="45203" y="114033"/>
                  </a:lnTo>
                  <a:lnTo>
                    <a:pt x="45883" y="113575"/>
                  </a:lnTo>
                  <a:lnTo>
                    <a:pt x="46550" y="113104"/>
                  </a:lnTo>
                  <a:lnTo>
                    <a:pt x="47191" y="112620"/>
                  </a:lnTo>
                  <a:lnTo>
                    <a:pt x="47831" y="112111"/>
                  </a:lnTo>
                  <a:lnTo>
                    <a:pt x="48446" y="111601"/>
                  </a:lnTo>
                  <a:lnTo>
                    <a:pt x="49047" y="111064"/>
                  </a:lnTo>
                  <a:lnTo>
                    <a:pt x="49623" y="110515"/>
                  </a:lnTo>
                  <a:lnTo>
                    <a:pt x="50198" y="109953"/>
                  </a:lnTo>
                  <a:lnTo>
                    <a:pt x="50747" y="109378"/>
                  </a:lnTo>
                  <a:lnTo>
                    <a:pt x="51270" y="108776"/>
                  </a:lnTo>
                  <a:lnTo>
                    <a:pt x="51780" y="108162"/>
                  </a:lnTo>
                  <a:lnTo>
                    <a:pt x="52264" y="107547"/>
                  </a:lnTo>
                  <a:lnTo>
                    <a:pt x="52735" y="106893"/>
                  </a:lnTo>
                  <a:lnTo>
                    <a:pt x="53179" y="106240"/>
                  </a:lnTo>
                  <a:lnTo>
                    <a:pt x="53611" y="105560"/>
                  </a:lnTo>
                  <a:lnTo>
                    <a:pt x="54016" y="104867"/>
                  </a:lnTo>
                  <a:lnTo>
                    <a:pt x="54408" y="104161"/>
                  </a:lnTo>
                  <a:lnTo>
                    <a:pt x="54761" y="103428"/>
                  </a:lnTo>
                  <a:lnTo>
                    <a:pt x="55101" y="102696"/>
                  </a:lnTo>
                  <a:lnTo>
                    <a:pt x="55415" y="101925"/>
                  </a:lnTo>
                  <a:lnTo>
                    <a:pt x="55716" y="101153"/>
                  </a:lnTo>
                  <a:lnTo>
                    <a:pt x="55977" y="100356"/>
                  </a:lnTo>
                  <a:lnTo>
                    <a:pt x="56213" y="99597"/>
                  </a:lnTo>
                  <a:lnTo>
                    <a:pt x="56422" y="98852"/>
                  </a:lnTo>
                  <a:lnTo>
                    <a:pt x="56618" y="98107"/>
                  </a:lnTo>
                  <a:lnTo>
                    <a:pt x="56814" y="97348"/>
                  </a:lnTo>
                  <a:lnTo>
                    <a:pt x="56984" y="96603"/>
                  </a:lnTo>
                  <a:lnTo>
                    <a:pt x="57141" y="95858"/>
                  </a:lnTo>
                  <a:lnTo>
                    <a:pt x="57285" y="95112"/>
                  </a:lnTo>
                  <a:lnTo>
                    <a:pt x="57416" y="94354"/>
                  </a:lnTo>
                  <a:lnTo>
                    <a:pt x="57533" y="93609"/>
                  </a:lnTo>
                  <a:lnTo>
                    <a:pt x="57638" y="92863"/>
                  </a:lnTo>
                  <a:lnTo>
                    <a:pt x="57729" y="92118"/>
                  </a:lnTo>
                  <a:lnTo>
                    <a:pt x="57808" y="91373"/>
                  </a:lnTo>
                  <a:lnTo>
                    <a:pt x="57873" y="90627"/>
                  </a:lnTo>
                  <a:lnTo>
                    <a:pt x="57913" y="89882"/>
                  </a:lnTo>
                  <a:lnTo>
                    <a:pt x="57952" y="89137"/>
                  </a:lnTo>
                  <a:lnTo>
                    <a:pt x="57978" y="88391"/>
                  </a:lnTo>
                  <a:lnTo>
                    <a:pt x="58004" y="87646"/>
                  </a:lnTo>
                  <a:lnTo>
                    <a:pt x="58004" y="86901"/>
                  </a:lnTo>
                  <a:lnTo>
                    <a:pt x="57991" y="86155"/>
                  </a:lnTo>
                  <a:lnTo>
                    <a:pt x="57965" y="85410"/>
                  </a:lnTo>
                  <a:lnTo>
                    <a:pt x="57939" y="84678"/>
                  </a:lnTo>
                  <a:lnTo>
                    <a:pt x="57886" y="83933"/>
                  </a:lnTo>
                  <a:lnTo>
                    <a:pt x="57834" y="83187"/>
                  </a:lnTo>
                  <a:lnTo>
                    <a:pt x="57769" y="82455"/>
                  </a:lnTo>
                  <a:lnTo>
                    <a:pt x="57690" y="81710"/>
                  </a:lnTo>
                  <a:lnTo>
                    <a:pt x="57599" y="80964"/>
                  </a:lnTo>
                  <a:lnTo>
                    <a:pt x="57507" y="80232"/>
                  </a:lnTo>
                  <a:lnTo>
                    <a:pt x="57403" y="79500"/>
                  </a:lnTo>
                  <a:lnTo>
                    <a:pt x="57272" y="78755"/>
                  </a:lnTo>
                  <a:lnTo>
                    <a:pt x="57154" y="78022"/>
                  </a:lnTo>
                  <a:lnTo>
                    <a:pt x="57010" y="77277"/>
                  </a:lnTo>
                  <a:lnTo>
                    <a:pt x="56853" y="76545"/>
                  </a:lnTo>
                  <a:lnTo>
                    <a:pt x="56696" y="75813"/>
                  </a:lnTo>
                  <a:lnTo>
                    <a:pt x="56540" y="75080"/>
                  </a:lnTo>
                  <a:lnTo>
                    <a:pt x="56357" y="74348"/>
                  </a:lnTo>
                  <a:lnTo>
                    <a:pt x="56173" y="73616"/>
                  </a:lnTo>
                  <a:lnTo>
                    <a:pt x="55977" y="72884"/>
                  </a:lnTo>
                  <a:lnTo>
                    <a:pt x="55768" y="72151"/>
                  </a:lnTo>
                  <a:lnTo>
                    <a:pt x="55559" y="71419"/>
                  </a:lnTo>
                  <a:lnTo>
                    <a:pt x="55337" y="70687"/>
                  </a:lnTo>
                  <a:lnTo>
                    <a:pt x="55114" y="69955"/>
                  </a:lnTo>
                  <a:lnTo>
                    <a:pt x="54879" y="69222"/>
                  </a:lnTo>
                  <a:lnTo>
                    <a:pt x="54382" y="67771"/>
                  </a:lnTo>
                  <a:lnTo>
                    <a:pt x="53846" y="66320"/>
                  </a:lnTo>
                  <a:lnTo>
                    <a:pt x="53297" y="64868"/>
                  </a:lnTo>
                  <a:lnTo>
                    <a:pt x="52708" y="63430"/>
                  </a:lnTo>
                  <a:lnTo>
                    <a:pt x="52107" y="61992"/>
                  </a:lnTo>
                  <a:lnTo>
                    <a:pt x="51479" y="60553"/>
                  </a:lnTo>
                  <a:lnTo>
                    <a:pt x="50812" y="59115"/>
                  </a:lnTo>
                  <a:lnTo>
                    <a:pt x="50133" y="57677"/>
                  </a:lnTo>
                  <a:lnTo>
                    <a:pt x="49440" y="56251"/>
                  </a:lnTo>
                  <a:lnTo>
                    <a:pt x="48720" y="54826"/>
                  </a:lnTo>
                  <a:lnTo>
                    <a:pt x="47988" y="53414"/>
                  </a:lnTo>
                  <a:lnTo>
                    <a:pt x="47596" y="52512"/>
                  </a:lnTo>
                  <a:lnTo>
                    <a:pt x="47177" y="51610"/>
                  </a:lnTo>
                  <a:lnTo>
                    <a:pt x="46746" y="50734"/>
                  </a:lnTo>
                  <a:lnTo>
                    <a:pt x="46301" y="49884"/>
                  </a:lnTo>
                  <a:lnTo>
                    <a:pt x="45818" y="49034"/>
                  </a:lnTo>
                  <a:lnTo>
                    <a:pt x="45569" y="48628"/>
                  </a:lnTo>
                  <a:lnTo>
                    <a:pt x="45321" y="48210"/>
                  </a:lnTo>
                  <a:lnTo>
                    <a:pt x="45059" y="47818"/>
                  </a:lnTo>
                  <a:lnTo>
                    <a:pt x="44798" y="47412"/>
                  </a:lnTo>
                  <a:lnTo>
                    <a:pt x="44523" y="47033"/>
                  </a:lnTo>
                  <a:lnTo>
                    <a:pt x="44249" y="46641"/>
                  </a:lnTo>
                  <a:lnTo>
                    <a:pt x="42889" y="44313"/>
                  </a:lnTo>
                  <a:lnTo>
                    <a:pt x="41503" y="41999"/>
                  </a:lnTo>
                  <a:lnTo>
                    <a:pt x="40104" y="39698"/>
                  </a:lnTo>
                  <a:lnTo>
                    <a:pt x="38704" y="37409"/>
                  </a:lnTo>
                  <a:lnTo>
                    <a:pt x="35880" y="32885"/>
                  </a:lnTo>
                  <a:lnTo>
                    <a:pt x="33108" y="28400"/>
                  </a:lnTo>
                  <a:lnTo>
                    <a:pt x="31748" y="26191"/>
                  </a:lnTo>
                  <a:lnTo>
                    <a:pt x="30428" y="23994"/>
                  </a:lnTo>
                  <a:lnTo>
                    <a:pt x="29120" y="21810"/>
                  </a:lnTo>
                  <a:lnTo>
                    <a:pt x="27878" y="19640"/>
                  </a:lnTo>
                  <a:lnTo>
                    <a:pt x="27263" y="18567"/>
                  </a:lnTo>
                  <a:lnTo>
                    <a:pt x="26662" y="17482"/>
                  </a:lnTo>
                  <a:lnTo>
                    <a:pt x="26087" y="16423"/>
                  </a:lnTo>
                  <a:lnTo>
                    <a:pt x="25511" y="15351"/>
                  </a:lnTo>
                  <a:lnTo>
                    <a:pt x="24962" y="14292"/>
                  </a:lnTo>
                  <a:lnTo>
                    <a:pt x="24426" y="13246"/>
                  </a:lnTo>
                  <a:lnTo>
                    <a:pt x="23903" y="12187"/>
                  </a:lnTo>
                  <a:lnTo>
                    <a:pt x="23393" y="11141"/>
                  </a:lnTo>
                  <a:lnTo>
                    <a:pt x="23315" y="10971"/>
                  </a:lnTo>
                  <a:lnTo>
                    <a:pt x="23210" y="10814"/>
                  </a:lnTo>
                  <a:lnTo>
                    <a:pt x="23118" y="10657"/>
                  </a:lnTo>
                  <a:lnTo>
                    <a:pt x="23014" y="10500"/>
                  </a:lnTo>
                  <a:lnTo>
                    <a:pt x="22909" y="10369"/>
                  </a:lnTo>
                  <a:lnTo>
                    <a:pt x="22791" y="10238"/>
                  </a:lnTo>
                  <a:lnTo>
                    <a:pt x="22674" y="10108"/>
                  </a:lnTo>
                  <a:lnTo>
                    <a:pt x="22543" y="9990"/>
                  </a:lnTo>
                  <a:lnTo>
                    <a:pt x="22412" y="9885"/>
                  </a:lnTo>
                  <a:lnTo>
                    <a:pt x="22282" y="9781"/>
                  </a:lnTo>
                  <a:lnTo>
                    <a:pt x="22151" y="9689"/>
                  </a:lnTo>
                  <a:lnTo>
                    <a:pt x="22007" y="9598"/>
                  </a:lnTo>
                  <a:lnTo>
                    <a:pt x="21732" y="9441"/>
                  </a:lnTo>
                  <a:lnTo>
                    <a:pt x="21432" y="9323"/>
                  </a:lnTo>
                  <a:lnTo>
                    <a:pt x="20882" y="8852"/>
                  </a:lnTo>
                  <a:lnTo>
                    <a:pt x="20320" y="8395"/>
                  </a:lnTo>
                  <a:lnTo>
                    <a:pt x="19758" y="7937"/>
                  </a:lnTo>
                  <a:lnTo>
                    <a:pt x="19170" y="7479"/>
                  </a:lnTo>
                  <a:lnTo>
                    <a:pt x="18568" y="7022"/>
                  </a:lnTo>
                  <a:lnTo>
                    <a:pt x="17967" y="6577"/>
                  </a:lnTo>
                  <a:lnTo>
                    <a:pt x="17352" y="6146"/>
                  </a:lnTo>
                  <a:lnTo>
                    <a:pt x="16724" y="5714"/>
                  </a:lnTo>
                  <a:lnTo>
                    <a:pt x="16084" y="5283"/>
                  </a:lnTo>
                  <a:lnTo>
                    <a:pt x="15443" y="4877"/>
                  </a:lnTo>
                  <a:lnTo>
                    <a:pt x="14789" y="4472"/>
                  </a:lnTo>
                  <a:lnTo>
                    <a:pt x="14122" y="4080"/>
                  </a:lnTo>
                  <a:lnTo>
                    <a:pt x="13456" y="3700"/>
                  </a:lnTo>
                  <a:lnTo>
                    <a:pt x="12789" y="3334"/>
                  </a:lnTo>
                  <a:lnTo>
                    <a:pt x="12096" y="2981"/>
                  </a:lnTo>
                  <a:lnTo>
                    <a:pt x="11416" y="2641"/>
                  </a:lnTo>
                  <a:lnTo>
                    <a:pt x="10723" y="2328"/>
                  </a:lnTo>
                  <a:lnTo>
                    <a:pt x="10017" y="2027"/>
                  </a:lnTo>
                  <a:lnTo>
                    <a:pt x="9311" y="1739"/>
                  </a:lnTo>
                  <a:lnTo>
                    <a:pt x="8604" y="1465"/>
                  </a:lnTo>
                  <a:lnTo>
                    <a:pt x="7898" y="1216"/>
                  </a:lnTo>
                  <a:lnTo>
                    <a:pt x="7192" y="994"/>
                  </a:lnTo>
                  <a:lnTo>
                    <a:pt x="6473" y="785"/>
                  </a:lnTo>
                  <a:lnTo>
                    <a:pt x="5754" y="602"/>
                  </a:lnTo>
                  <a:lnTo>
                    <a:pt x="5035" y="432"/>
                  </a:lnTo>
                  <a:lnTo>
                    <a:pt x="4316" y="301"/>
                  </a:lnTo>
                  <a:lnTo>
                    <a:pt x="3597" y="183"/>
                  </a:lnTo>
                  <a:lnTo>
                    <a:pt x="2877" y="105"/>
                  </a:lnTo>
                  <a:lnTo>
                    <a:pt x="2158" y="39"/>
                  </a:lnTo>
                  <a:lnTo>
                    <a:pt x="14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8"/>
            <p:cNvSpPr/>
            <p:nvPr/>
          </p:nvSpPr>
          <p:spPr>
            <a:xfrm>
              <a:off x="4797200" y="2803550"/>
              <a:ext cx="663925" cy="2439925"/>
            </a:xfrm>
            <a:custGeom>
              <a:avLst/>
              <a:gdLst/>
              <a:ahLst/>
              <a:cxnLst/>
              <a:rect l="l" t="t" r="r" b="b"/>
              <a:pathLst>
                <a:path w="26557" h="97597" extrusionOk="0">
                  <a:moveTo>
                    <a:pt x="13128" y="1"/>
                  </a:moveTo>
                  <a:lnTo>
                    <a:pt x="12775" y="14"/>
                  </a:lnTo>
                  <a:lnTo>
                    <a:pt x="12422" y="66"/>
                  </a:lnTo>
                  <a:lnTo>
                    <a:pt x="12082" y="131"/>
                  </a:lnTo>
                  <a:lnTo>
                    <a:pt x="11755" y="223"/>
                  </a:lnTo>
                  <a:lnTo>
                    <a:pt x="11441" y="340"/>
                  </a:lnTo>
                  <a:lnTo>
                    <a:pt x="11128" y="484"/>
                  </a:lnTo>
                  <a:lnTo>
                    <a:pt x="10827" y="654"/>
                  </a:lnTo>
                  <a:lnTo>
                    <a:pt x="10526" y="837"/>
                  </a:lnTo>
                  <a:lnTo>
                    <a:pt x="10238" y="1047"/>
                  </a:lnTo>
                  <a:lnTo>
                    <a:pt x="9964" y="1269"/>
                  </a:lnTo>
                  <a:lnTo>
                    <a:pt x="9689" y="1517"/>
                  </a:lnTo>
                  <a:lnTo>
                    <a:pt x="9428" y="1792"/>
                  </a:lnTo>
                  <a:lnTo>
                    <a:pt x="9179" y="2066"/>
                  </a:lnTo>
                  <a:lnTo>
                    <a:pt x="8931" y="2367"/>
                  </a:lnTo>
                  <a:lnTo>
                    <a:pt x="8696" y="2681"/>
                  </a:lnTo>
                  <a:lnTo>
                    <a:pt x="8460" y="3008"/>
                  </a:lnTo>
                  <a:lnTo>
                    <a:pt x="8238" y="3361"/>
                  </a:lnTo>
                  <a:lnTo>
                    <a:pt x="8016" y="3714"/>
                  </a:lnTo>
                  <a:lnTo>
                    <a:pt x="7806" y="4080"/>
                  </a:lnTo>
                  <a:lnTo>
                    <a:pt x="7597" y="4472"/>
                  </a:lnTo>
                  <a:lnTo>
                    <a:pt x="7401" y="4865"/>
                  </a:lnTo>
                  <a:lnTo>
                    <a:pt x="7218" y="5270"/>
                  </a:lnTo>
                  <a:lnTo>
                    <a:pt x="7035" y="5675"/>
                  </a:lnTo>
                  <a:lnTo>
                    <a:pt x="6852" y="6094"/>
                  </a:lnTo>
                  <a:lnTo>
                    <a:pt x="6682" y="6525"/>
                  </a:lnTo>
                  <a:lnTo>
                    <a:pt x="6525" y="6970"/>
                  </a:lnTo>
                  <a:lnTo>
                    <a:pt x="6211" y="7859"/>
                  </a:lnTo>
                  <a:lnTo>
                    <a:pt x="5937" y="8761"/>
                  </a:lnTo>
                  <a:lnTo>
                    <a:pt x="5675" y="9676"/>
                  </a:lnTo>
                  <a:lnTo>
                    <a:pt x="5427" y="10605"/>
                  </a:lnTo>
                  <a:lnTo>
                    <a:pt x="5217" y="11533"/>
                  </a:lnTo>
                  <a:lnTo>
                    <a:pt x="5021" y="12449"/>
                  </a:lnTo>
                  <a:lnTo>
                    <a:pt x="4838" y="13351"/>
                  </a:lnTo>
                  <a:lnTo>
                    <a:pt x="4694" y="14227"/>
                  </a:lnTo>
                  <a:lnTo>
                    <a:pt x="4551" y="15077"/>
                  </a:lnTo>
                  <a:lnTo>
                    <a:pt x="4433" y="15900"/>
                  </a:lnTo>
                  <a:lnTo>
                    <a:pt x="4328" y="16685"/>
                  </a:lnTo>
                  <a:lnTo>
                    <a:pt x="4237" y="17417"/>
                  </a:lnTo>
                  <a:lnTo>
                    <a:pt x="4171" y="18084"/>
                  </a:lnTo>
                  <a:lnTo>
                    <a:pt x="3975" y="19915"/>
                  </a:lnTo>
                  <a:lnTo>
                    <a:pt x="3779" y="21745"/>
                  </a:lnTo>
                  <a:lnTo>
                    <a:pt x="3361" y="25433"/>
                  </a:lnTo>
                  <a:lnTo>
                    <a:pt x="2929" y="29146"/>
                  </a:lnTo>
                  <a:lnTo>
                    <a:pt x="2472" y="32886"/>
                  </a:lnTo>
                  <a:lnTo>
                    <a:pt x="2040" y="36638"/>
                  </a:lnTo>
                  <a:lnTo>
                    <a:pt x="1609" y="40417"/>
                  </a:lnTo>
                  <a:lnTo>
                    <a:pt x="1399" y="42300"/>
                  </a:lnTo>
                  <a:lnTo>
                    <a:pt x="1203" y="44196"/>
                  </a:lnTo>
                  <a:lnTo>
                    <a:pt x="1020" y="46092"/>
                  </a:lnTo>
                  <a:lnTo>
                    <a:pt x="850" y="47988"/>
                  </a:lnTo>
                  <a:lnTo>
                    <a:pt x="680" y="49884"/>
                  </a:lnTo>
                  <a:lnTo>
                    <a:pt x="536" y="51767"/>
                  </a:lnTo>
                  <a:lnTo>
                    <a:pt x="393" y="53663"/>
                  </a:lnTo>
                  <a:lnTo>
                    <a:pt x="275" y="55559"/>
                  </a:lnTo>
                  <a:lnTo>
                    <a:pt x="183" y="57442"/>
                  </a:lnTo>
                  <a:lnTo>
                    <a:pt x="105" y="59325"/>
                  </a:lnTo>
                  <a:lnTo>
                    <a:pt x="40" y="61208"/>
                  </a:lnTo>
                  <a:lnTo>
                    <a:pt x="0" y="63077"/>
                  </a:lnTo>
                  <a:lnTo>
                    <a:pt x="0" y="64947"/>
                  </a:lnTo>
                  <a:lnTo>
                    <a:pt x="13" y="66817"/>
                  </a:lnTo>
                  <a:lnTo>
                    <a:pt x="53" y="68674"/>
                  </a:lnTo>
                  <a:lnTo>
                    <a:pt x="118" y="70517"/>
                  </a:lnTo>
                  <a:lnTo>
                    <a:pt x="223" y="72361"/>
                  </a:lnTo>
                  <a:lnTo>
                    <a:pt x="275" y="73276"/>
                  </a:lnTo>
                  <a:lnTo>
                    <a:pt x="340" y="74192"/>
                  </a:lnTo>
                  <a:lnTo>
                    <a:pt x="419" y="75107"/>
                  </a:lnTo>
                  <a:lnTo>
                    <a:pt x="510" y="76022"/>
                  </a:lnTo>
                  <a:lnTo>
                    <a:pt x="602" y="76938"/>
                  </a:lnTo>
                  <a:lnTo>
                    <a:pt x="706" y="77840"/>
                  </a:lnTo>
                  <a:lnTo>
                    <a:pt x="759" y="78271"/>
                  </a:lnTo>
                  <a:lnTo>
                    <a:pt x="837" y="78729"/>
                  </a:lnTo>
                  <a:lnTo>
                    <a:pt x="942" y="79187"/>
                  </a:lnTo>
                  <a:lnTo>
                    <a:pt x="1046" y="79670"/>
                  </a:lnTo>
                  <a:lnTo>
                    <a:pt x="1177" y="80154"/>
                  </a:lnTo>
                  <a:lnTo>
                    <a:pt x="1321" y="80664"/>
                  </a:lnTo>
                  <a:lnTo>
                    <a:pt x="1478" y="81174"/>
                  </a:lnTo>
                  <a:lnTo>
                    <a:pt x="1661" y="81697"/>
                  </a:lnTo>
                  <a:lnTo>
                    <a:pt x="1844" y="82233"/>
                  </a:lnTo>
                  <a:lnTo>
                    <a:pt x="2053" y="82769"/>
                  </a:lnTo>
                  <a:lnTo>
                    <a:pt x="2275" y="83318"/>
                  </a:lnTo>
                  <a:lnTo>
                    <a:pt x="2498" y="83868"/>
                  </a:lnTo>
                  <a:lnTo>
                    <a:pt x="2746" y="84417"/>
                  </a:lnTo>
                  <a:lnTo>
                    <a:pt x="3008" y="84979"/>
                  </a:lnTo>
                  <a:lnTo>
                    <a:pt x="3282" y="85541"/>
                  </a:lnTo>
                  <a:lnTo>
                    <a:pt x="3557" y="86090"/>
                  </a:lnTo>
                  <a:lnTo>
                    <a:pt x="3858" y="86653"/>
                  </a:lnTo>
                  <a:lnTo>
                    <a:pt x="4158" y="87215"/>
                  </a:lnTo>
                  <a:lnTo>
                    <a:pt x="4485" y="87764"/>
                  </a:lnTo>
                  <a:lnTo>
                    <a:pt x="4812" y="88313"/>
                  </a:lnTo>
                  <a:lnTo>
                    <a:pt x="5152" y="88862"/>
                  </a:lnTo>
                  <a:lnTo>
                    <a:pt x="5492" y="89399"/>
                  </a:lnTo>
                  <a:lnTo>
                    <a:pt x="5858" y="89935"/>
                  </a:lnTo>
                  <a:lnTo>
                    <a:pt x="6224" y="90458"/>
                  </a:lnTo>
                  <a:lnTo>
                    <a:pt x="6590" y="90968"/>
                  </a:lnTo>
                  <a:lnTo>
                    <a:pt x="6970" y="91478"/>
                  </a:lnTo>
                  <a:lnTo>
                    <a:pt x="7362" y="91974"/>
                  </a:lnTo>
                  <a:lnTo>
                    <a:pt x="7754" y="92445"/>
                  </a:lnTo>
                  <a:lnTo>
                    <a:pt x="8159" y="92916"/>
                  </a:lnTo>
                  <a:lnTo>
                    <a:pt x="8578" y="93361"/>
                  </a:lnTo>
                  <a:lnTo>
                    <a:pt x="8983" y="93792"/>
                  </a:lnTo>
                  <a:lnTo>
                    <a:pt x="9415" y="94210"/>
                  </a:lnTo>
                  <a:lnTo>
                    <a:pt x="9833" y="94603"/>
                  </a:lnTo>
                  <a:lnTo>
                    <a:pt x="10265" y="94982"/>
                  </a:lnTo>
                  <a:lnTo>
                    <a:pt x="10709" y="95348"/>
                  </a:lnTo>
                  <a:lnTo>
                    <a:pt x="11141" y="95675"/>
                  </a:lnTo>
                  <a:lnTo>
                    <a:pt x="11585" y="95989"/>
                  </a:lnTo>
                  <a:lnTo>
                    <a:pt x="12030" y="96276"/>
                  </a:lnTo>
                  <a:lnTo>
                    <a:pt x="12474" y="96538"/>
                  </a:lnTo>
                  <a:lnTo>
                    <a:pt x="12932" y="96773"/>
                  </a:lnTo>
                  <a:lnTo>
                    <a:pt x="13377" y="96982"/>
                  </a:lnTo>
                  <a:lnTo>
                    <a:pt x="13834" y="97166"/>
                  </a:lnTo>
                  <a:lnTo>
                    <a:pt x="14292" y="97322"/>
                  </a:lnTo>
                  <a:lnTo>
                    <a:pt x="14750" y="97440"/>
                  </a:lnTo>
                  <a:lnTo>
                    <a:pt x="14972" y="97492"/>
                  </a:lnTo>
                  <a:lnTo>
                    <a:pt x="15207" y="97532"/>
                  </a:lnTo>
                  <a:lnTo>
                    <a:pt x="15429" y="97558"/>
                  </a:lnTo>
                  <a:lnTo>
                    <a:pt x="15665" y="97584"/>
                  </a:lnTo>
                  <a:lnTo>
                    <a:pt x="15887" y="97597"/>
                  </a:lnTo>
                  <a:lnTo>
                    <a:pt x="16345" y="97597"/>
                  </a:lnTo>
                  <a:lnTo>
                    <a:pt x="16567" y="97584"/>
                  </a:lnTo>
                  <a:lnTo>
                    <a:pt x="16789" y="97571"/>
                  </a:lnTo>
                  <a:lnTo>
                    <a:pt x="17025" y="97532"/>
                  </a:lnTo>
                  <a:lnTo>
                    <a:pt x="17247" y="97492"/>
                  </a:lnTo>
                  <a:lnTo>
                    <a:pt x="17469" y="97440"/>
                  </a:lnTo>
                  <a:lnTo>
                    <a:pt x="17692" y="97388"/>
                  </a:lnTo>
                  <a:lnTo>
                    <a:pt x="17914" y="97322"/>
                  </a:lnTo>
                  <a:lnTo>
                    <a:pt x="18136" y="97244"/>
                  </a:lnTo>
                  <a:lnTo>
                    <a:pt x="18358" y="97152"/>
                  </a:lnTo>
                  <a:lnTo>
                    <a:pt x="18581" y="97048"/>
                  </a:lnTo>
                  <a:lnTo>
                    <a:pt x="18803" y="96943"/>
                  </a:lnTo>
                  <a:lnTo>
                    <a:pt x="19025" y="96826"/>
                  </a:lnTo>
                  <a:lnTo>
                    <a:pt x="19248" y="96695"/>
                  </a:lnTo>
                  <a:lnTo>
                    <a:pt x="19470" y="96551"/>
                  </a:lnTo>
                  <a:lnTo>
                    <a:pt x="19679" y="96394"/>
                  </a:lnTo>
                  <a:lnTo>
                    <a:pt x="19901" y="96237"/>
                  </a:lnTo>
                  <a:lnTo>
                    <a:pt x="20111" y="96054"/>
                  </a:lnTo>
                  <a:lnTo>
                    <a:pt x="20320" y="95871"/>
                  </a:lnTo>
                  <a:lnTo>
                    <a:pt x="20542" y="95675"/>
                  </a:lnTo>
                  <a:lnTo>
                    <a:pt x="20751" y="95466"/>
                  </a:lnTo>
                  <a:lnTo>
                    <a:pt x="20960" y="95243"/>
                  </a:lnTo>
                  <a:lnTo>
                    <a:pt x="21170" y="95008"/>
                  </a:lnTo>
                  <a:lnTo>
                    <a:pt x="21379" y="94773"/>
                  </a:lnTo>
                  <a:lnTo>
                    <a:pt x="21575" y="94511"/>
                  </a:lnTo>
                  <a:lnTo>
                    <a:pt x="21784" y="94237"/>
                  </a:lnTo>
                  <a:lnTo>
                    <a:pt x="21980" y="93962"/>
                  </a:lnTo>
                  <a:lnTo>
                    <a:pt x="22190" y="93661"/>
                  </a:lnTo>
                  <a:lnTo>
                    <a:pt x="22386" y="93361"/>
                  </a:lnTo>
                  <a:lnTo>
                    <a:pt x="22582" y="93034"/>
                  </a:lnTo>
                  <a:lnTo>
                    <a:pt x="22778" y="92707"/>
                  </a:lnTo>
                  <a:lnTo>
                    <a:pt x="22974" y="92354"/>
                  </a:lnTo>
                  <a:lnTo>
                    <a:pt x="23157" y="92001"/>
                  </a:lnTo>
                  <a:lnTo>
                    <a:pt x="23353" y="91621"/>
                  </a:lnTo>
                  <a:lnTo>
                    <a:pt x="23589" y="91138"/>
                  </a:lnTo>
                  <a:lnTo>
                    <a:pt x="23811" y="90641"/>
                  </a:lnTo>
                  <a:lnTo>
                    <a:pt x="24020" y="90144"/>
                  </a:lnTo>
                  <a:lnTo>
                    <a:pt x="24229" y="89647"/>
                  </a:lnTo>
                  <a:lnTo>
                    <a:pt x="24425" y="89150"/>
                  </a:lnTo>
                  <a:lnTo>
                    <a:pt x="24609" y="88640"/>
                  </a:lnTo>
                  <a:lnTo>
                    <a:pt x="24779" y="88143"/>
                  </a:lnTo>
                  <a:lnTo>
                    <a:pt x="24948" y="87620"/>
                  </a:lnTo>
                  <a:lnTo>
                    <a:pt x="25092" y="87110"/>
                  </a:lnTo>
                  <a:lnTo>
                    <a:pt x="25249" y="86587"/>
                  </a:lnTo>
                  <a:lnTo>
                    <a:pt x="25380" y="86077"/>
                  </a:lnTo>
                  <a:lnTo>
                    <a:pt x="25511" y="85554"/>
                  </a:lnTo>
                  <a:lnTo>
                    <a:pt x="25628" y="85018"/>
                  </a:lnTo>
                  <a:lnTo>
                    <a:pt x="25733" y="84495"/>
                  </a:lnTo>
                  <a:lnTo>
                    <a:pt x="25838" y="83959"/>
                  </a:lnTo>
                  <a:lnTo>
                    <a:pt x="25942" y="83423"/>
                  </a:lnTo>
                  <a:lnTo>
                    <a:pt x="26099" y="82351"/>
                  </a:lnTo>
                  <a:lnTo>
                    <a:pt x="26243" y="81266"/>
                  </a:lnTo>
                  <a:lnTo>
                    <a:pt x="26361" y="80180"/>
                  </a:lnTo>
                  <a:lnTo>
                    <a:pt x="26439" y="79082"/>
                  </a:lnTo>
                  <a:lnTo>
                    <a:pt x="26504" y="77984"/>
                  </a:lnTo>
                  <a:lnTo>
                    <a:pt x="26544" y="76872"/>
                  </a:lnTo>
                  <a:lnTo>
                    <a:pt x="26557" y="75761"/>
                  </a:lnTo>
                  <a:lnTo>
                    <a:pt x="26557" y="74649"/>
                  </a:lnTo>
                  <a:lnTo>
                    <a:pt x="26531" y="73538"/>
                  </a:lnTo>
                  <a:lnTo>
                    <a:pt x="26491" y="72413"/>
                  </a:lnTo>
                  <a:lnTo>
                    <a:pt x="26452" y="71302"/>
                  </a:lnTo>
                  <a:lnTo>
                    <a:pt x="26387" y="70177"/>
                  </a:lnTo>
                  <a:lnTo>
                    <a:pt x="26308" y="69066"/>
                  </a:lnTo>
                  <a:lnTo>
                    <a:pt x="26217" y="67941"/>
                  </a:lnTo>
                  <a:lnTo>
                    <a:pt x="26034" y="65732"/>
                  </a:lnTo>
                  <a:lnTo>
                    <a:pt x="25811" y="63522"/>
                  </a:lnTo>
                  <a:lnTo>
                    <a:pt x="25602" y="61351"/>
                  </a:lnTo>
                  <a:lnTo>
                    <a:pt x="25380" y="59207"/>
                  </a:lnTo>
                  <a:lnTo>
                    <a:pt x="25197" y="57115"/>
                  </a:lnTo>
                  <a:lnTo>
                    <a:pt x="24896" y="53689"/>
                  </a:lnTo>
                  <a:lnTo>
                    <a:pt x="24556" y="49871"/>
                  </a:lnTo>
                  <a:lnTo>
                    <a:pt x="24177" y="45726"/>
                  </a:lnTo>
                  <a:lnTo>
                    <a:pt x="23759" y="41346"/>
                  </a:lnTo>
                  <a:lnTo>
                    <a:pt x="23314" y="36835"/>
                  </a:lnTo>
                  <a:lnTo>
                    <a:pt x="22856" y="32245"/>
                  </a:lnTo>
                  <a:lnTo>
                    <a:pt x="22373" y="27695"/>
                  </a:lnTo>
                  <a:lnTo>
                    <a:pt x="21876" y="23262"/>
                  </a:lnTo>
                  <a:lnTo>
                    <a:pt x="21627" y="21105"/>
                  </a:lnTo>
                  <a:lnTo>
                    <a:pt x="21379" y="19012"/>
                  </a:lnTo>
                  <a:lnTo>
                    <a:pt x="21130" y="16999"/>
                  </a:lnTo>
                  <a:lnTo>
                    <a:pt x="20869" y="15064"/>
                  </a:lnTo>
                  <a:lnTo>
                    <a:pt x="20620" y="13220"/>
                  </a:lnTo>
                  <a:lnTo>
                    <a:pt x="20372" y="11481"/>
                  </a:lnTo>
                  <a:lnTo>
                    <a:pt x="20124" y="9846"/>
                  </a:lnTo>
                  <a:lnTo>
                    <a:pt x="19888" y="8356"/>
                  </a:lnTo>
                  <a:lnTo>
                    <a:pt x="19640" y="6983"/>
                  </a:lnTo>
                  <a:lnTo>
                    <a:pt x="19404" y="5767"/>
                  </a:lnTo>
                  <a:lnTo>
                    <a:pt x="19182" y="4708"/>
                  </a:lnTo>
                  <a:lnTo>
                    <a:pt x="19064" y="4237"/>
                  </a:lnTo>
                  <a:lnTo>
                    <a:pt x="18947" y="3806"/>
                  </a:lnTo>
                  <a:lnTo>
                    <a:pt x="18842" y="3426"/>
                  </a:lnTo>
                  <a:lnTo>
                    <a:pt x="18738" y="3099"/>
                  </a:lnTo>
                  <a:lnTo>
                    <a:pt x="18620" y="2812"/>
                  </a:lnTo>
                  <a:lnTo>
                    <a:pt x="18515" y="2576"/>
                  </a:lnTo>
                  <a:lnTo>
                    <a:pt x="18411" y="2380"/>
                  </a:lnTo>
                  <a:lnTo>
                    <a:pt x="18319" y="2250"/>
                  </a:lnTo>
                  <a:lnTo>
                    <a:pt x="18267" y="2197"/>
                  </a:lnTo>
                  <a:lnTo>
                    <a:pt x="18215" y="2158"/>
                  </a:lnTo>
                  <a:lnTo>
                    <a:pt x="18162" y="2145"/>
                  </a:lnTo>
                  <a:lnTo>
                    <a:pt x="18123" y="2132"/>
                  </a:lnTo>
                  <a:lnTo>
                    <a:pt x="17652" y="1766"/>
                  </a:lnTo>
                  <a:lnTo>
                    <a:pt x="17182" y="1439"/>
                  </a:lnTo>
                  <a:lnTo>
                    <a:pt x="16737" y="1151"/>
                  </a:lnTo>
                  <a:lnTo>
                    <a:pt x="16292" y="903"/>
                  </a:lnTo>
                  <a:lnTo>
                    <a:pt x="15874" y="680"/>
                  </a:lnTo>
                  <a:lnTo>
                    <a:pt x="15443" y="484"/>
                  </a:lnTo>
                  <a:lnTo>
                    <a:pt x="15037" y="327"/>
                  </a:lnTo>
                  <a:lnTo>
                    <a:pt x="14632" y="197"/>
                  </a:lnTo>
                  <a:lnTo>
                    <a:pt x="14240" y="105"/>
                  </a:lnTo>
                  <a:lnTo>
                    <a:pt x="13860" y="40"/>
                  </a:lnTo>
                  <a:lnTo>
                    <a:pt x="1349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8"/>
            <p:cNvSpPr/>
            <p:nvPr/>
          </p:nvSpPr>
          <p:spPr>
            <a:xfrm>
              <a:off x="4682125" y="4784175"/>
              <a:ext cx="889825" cy="502800"/>
            </a:xfrm>
            <a:custGeom>
              <a:avLst/>
              <a:gdLst/>
              <a:ahLst/>
              <a:cxnLst/>
              <a:rect l="l" t="t" r="r" b="b"/>
              <a:pathLst>
                <a:path w="35593" h="20112" extrusionOk="0">
                  <a:moveTo>
                    <a:pt x="21811" y="1"/>
                  </a:moveTo>
                  <a:lnTo>
                    <a:pt x="21092" y="27"/>
                  </a:lnTo>
                  <a:lnTo>
                    <a:pt x="20399" y="53"/>
                  </a:lnTo>
                  <a:lnTo>
                    <a:pt x="19719" y="105"/>
                  </a:lnTo>
                  <a:lnTo>
                    <a:pt x="19052" y="171"/>
                  </a:lnTo>
                  <a:lnTo>
                    <a:pt x="18424" y="249"/>
                  </a:lnTo>
                  <a:lnTo>
                    <a:pt x="17783" y="236"/>
                  </a:lnTo>
                  <a:lnTo>
                    <a:pt x="16463" y="236"/>
                  </a:lnTo>
                  <a:lnTo>
                    <a:pt x="15783" y="249"/>
                  </a:lnTo>
                  <a:lnTo>
                    <a:pt x="15090" y="288"/>
                  </a:lnTo>
                  <a:lnTo>
                    <a:pt x="14397" y="328"/>
                  </a:lnTo>
                  <a:lnTo>
                    <a:pt x="13678" y="380"/>
                  </a:lnTo>
                  <a:lnTo>
                    <a:pt x="12972" y="445"/>
                  </a:lnTo>
                  <a:lnTo>
                    <a:pt x="12252" y="524"/>
                  </a:lnTo>
                  <a:lnTo>
                    <a:pt x="11533" y="628"/>
                  </a:lnTo>
                  <a:lnTo>
                    <a:pt x="10814" y="746"/>
                  </a:lnTo>
                  <a:lnTo>
                    <a:pt x="10108" y="877"/>
                  </a:lnTo>
                  <a:lnTo>
                    <a:pt x="9402" y="1034"/>
                  </a:lnTo>
                  <a:lnTo>
                    <a:pt x="8696" y="1204"/>
                  </a:lnTo>
                  <a:lnTo>
                    <a:pt x="8016" y="1400"/>
                  </a:lnTo>
                  <a:lnTo>
                    <a:pt x="7336" y="1622"/>
                  </a:lnTo>
                  <a:lnTo>
                    <a:pt x="6682" y="1857"/>
                  </a:lnTo>
                  <a:lnTo>
                    <a:pt x="6042" y="2119"/>
                  </a:lnTo>
                  <a:lnTo>
                    <a:pt x="5728" y="2263"/>
                  </a:lnTo>
                  <a:lnTo>
                    <a:pt x="5414" y="2420"/>
                  </a:lnTo>
                  <a:lnTo>
                    <a:pt x="5113" y="2577"/>
                  </a:lnTo>
                  <a:lnTo>
                    <a:pt x="4812" y="2734"/>
                  </a:lnTo>
                  <a:lnTo>
                    <a:pt x="4525" y="2904"/>
                  </a:lnTo>
                  <a:lnTo>
                    <a:pt x="4237" y="3074"/>
                  </a:lnTo>
                  <a:lnTo>
                    <a:pt x="3963" y="3257"/>
                  </a:lnTo>
                  <a:lnTo>
                    <a:pt x="3688" y="3453"/>
                  </a:lnTo>
                  <a:lnTo>
                    <a:pt x="3426" y="3649"/>
                  </a:lnTo>
                  <a:lnTo>
                    <a:pt x="3165" y="3858"/>
                  </a:lnTo>
                  <a:lnTo>
                    <a:pt x="2917" y="4067"/>
                  </a:lnTo>
                  <a:lnTo>
                    <a:pt x="2681" y="4290"/>
                  </a:lnTo>
                  <a:lnTo>
                    <a:pt x="2446" y="4525"/>
                  </a:lnTo>
                  <a:lnTo>
                    <a:pt x="2224" y="4760"/>
                  </a:lnTo>
                  <a:lnTo>
                    <a:pt x="2001" y="4996"/>
                  </a:lnTo>
                  <a:lnTo>
                    <a:pt x="1792" y="5257"/>
                  </a:lnTo>
                  <a:lnTo>
                    <a:pt x="1596" y="5519"/>
                  </a:lnTo>
                  <a:lnTo>
                    <a:pt x="1413" y="5780"/>
                  </a:lnTo>
                  <a:lnTo>
                    <a:pt x="1230" y="6068"/>
                  </a:lnTo>
                  <a:lnTo>
                    <a:pt x="1060" y="6356"/>
                  </a:lnTo>
                  <a:lnTo>
                    <a:pt x="903" y="6643"/>
                  </a:lnTo>
                  <a:lnTo>
                    <a:pt x="759" y="6957"/>
                  </a:lnTo>
                  <a:lnTo>
                    <a:pt x="628" y="7271"/>
                  </a:lnTo>
                  <a:lnTo>
                    <a:pt x="498" y="7598"/>
                  </a:lnTo>
                  <a:lnTo>
                    <a:pt x="380" y="7925"/>
                  </a:lnTo>
                  <a:lnTo>
                    <a:pt x="288" y="8265"/>
                  </a:lnTo>
                  <a:lnTo>
                    <a:pt x="197" y="8618"/>
                  </a:lnTo>
                  <a:lnTo>
                    <a:pt x="118" y="8984"/>
                  </a:lnTo>
                  <a:lnTo>
                    <a:pt x="66" y="9311"/>
                  </a:lnTo>
                  <a:lnTo>
                    <a:pt x="27" y="9637"/>
                  </a:lnTo>
                  <a:lnTo>
                    <a:pt x="1" y="9951"/>
                  </a:lnTo>
                  <a:lnTo>
                    <a:pt x="1" y="10265"/>
                  </a:lnTo>
                  <a:lnTo>
                    <a:pt x="27" y="10579"/>
                  </a:lnTo>
                  <a:lnTo>
                    <a:pt x="53" y="10893"/>
                  </a:lnTo>
                  <a:lnTo>
                    <a:pt x="105" y="11193"/>
                  </a:lnTo>
                  <a:lnTo>
                    <a:pt x="158" y="11494"/>
                  </a:lnTo>
                  <a:lnTo>
                    <a:pt x="236" y="11782"/>
                  </a:lnTo>
                  <a:lnTo>
                    <a:pt x="328" y="12070"/>
                  </a:lnTo>
                  <a:lnTo>
                    <a:pt x="432" y="12357"/>
                  </a:lnTo>
                  <a:lnTo>
                    <a:pt x="550" y="12645"/>
                  </a:lnTo>
                  <a:lnTo>
                    <a:pt x="681" y="12919"/>
                  </a:lnTo>
                  <a:lnTo>
                    <a:pt x="811" y="13181"/>
                  </a:lnTo>
                  <a:lnTo>
                    <a:pt x="968" y="13456"/>
                  </a:lnTo>
                  <a:lnTo>
                    <a:pt x="1125" y="13717"/>
                  </a:lnTo>
                  <a:lnTo>
                    <a:pt x="1295" y="13966"/>
                  </a:lnTo>
                  <a:lnTo>
                    <a:pt x="1478" y="14214"/>
                  </a:lnTo>
                  <a:lnTo>
                    <a:pt x="1674" y="14462"/>
                  </a:lnTo>
                  <a:lnTo>
                    <a:pt x="1870" y="14698"/>
                  </a:lnTo>
                  <a:lnTo>
                    <a:pt x="2080" y="14933"/>
                  </a:lnTo>
                  <a:lnTo>
                    <a:pt x="2289" y="15155"/>
                  </a:lnTo>
                  <a:lnTo>
                    <a:pt x="2511" y="15378"/>
                  </a:lnTo>
                  <a:lnTo>
                    <a:pt x="2747" y="15587"/>
                  </a:lnTo>
                  <a:lnTo>
                    <a:pt x="2969" y="15796"/>
                  </a:lnTo>
                  <a:lnTo>
                    <a:pt x="3217" y="16005"/>
                  </a:lnTo>
                  <a:lnTo>
                    <a:pt x="3701" y="16385"/>
                  </a:lnTo>
                  <a:lnTo>
                    <a:pt x="4211" y="16751"/>
                  </a:lnTo>
                  <a:lnTo>
                    <a:pt x="4721" y="17078"/>
                  </a:lnTo>
                  <a:lnTo>
                    <a:pt x="5087" y="17300"/>
                  </a:lnTo>
                  <a:lnTo>
                    <a:pt x="5466" y="17509"/>
                  </a:lnTo>
                  <a:lnTo>
                    <a:pt x="5845" y="17705"/>
                  </a:lnTo>
                  <a:lnTo>
                    <a:pt x="6238" y="17888"/>
                  </a:lnTo>
                  <a:lnTo>
                    <a:pt x="6630" y="18071"/>
                  </a:lnTo>
                  <a:lnTo>
                    <a:pt x="7022" y="18241"/>
                  </a:lnTo>
                  <a:lnTo>
                    <a:pt x="7428" y="18398"/>
                  </a:lnTo>
                  <a:lnTo>
                    <a:pt x="7833" y="18555"/>
                  </a:lnTo>
                  <a:lnTo>
                    <a:pt x="8251" y="18686"/>
                  </a:lnTo>
                  <a:lnTo>
                    <a:pt x="8657" y="18817"/>
                  </a:lnTo>
                  <a:lnTo>
                    <a:pt x="9075" y="18947"/>
                  </a:lnTo>
                  <a:lnTo>
                    <a:pt x="9507" y="19065"/>
                  </a:lnTo>
                  <a:lnTo>
                    <a:pt x="9925" y="19170"/>
                  </a:lnTo>
                  <a:lnTo>
                    <a:pt x="10357" y="19274"/>
                  </a:lnTo>
                  <a:lnTo>
                    <a:pt x="11220" y="19457"/>
                  </a:lnTo>
                  <a:lnTo>
                    <a:pt x="12083" y="19614"/>
                  </a:lnTo>
                  <a:lnTo>
                    <a:pt x="12959" y="19732"/>
                  </a:lnTo>
                  <a:lnTo>
                    <a:pt x="13835" y="19850"/>
                  </a:lnTo>
                  <a:lnTo>
                    <a:pt x="14711" y="19928"/>
                  </a:lnTo>
                  <a:lnTo>
                    <a:pt x="15587" y="19993"/>
                  </a:lnTo>
                  <a:lnTo>
                    <a:pt x="16450" y="20046"/>
                  </a:lnTo>
                  <a:lnTo>
                    <a:pt x="17300" y="20085"/>
                  </a:lnTo>
                  <a:lnTo>
                    <a:pt x="18150" y="20111"/>
                  </a:lnTo>
                  <a:lnTo>
                    <a:pt x="19405" y="20111"/>
                  </a:lnTo>
                  <a:lnTo>
                    <a:pt x="20046" y="20085"/>
                  </a:lnTo>
                  <a:lnTo>
                    <a:pt x="20712" y="20046"/>
                  </a:lnTo>
                  <a:lnTo>
                    <a:pt x="21392" y="19980"/>
                  </a:lnTo>
                  <a:lnTo>
                    <a:pt x="22085" y="19902"/>
                  </a:lnTo>
                  <a:lnTo>
                    <a:pt x="22778" y="19810"/>
                  </a:lnTo>
                  <a:lnTo>
                    <a:pt x="23484" y="19706"/>
                  </a:lnTo>
                  <a:lnTo>
                    <a:pt x="24191" y="19575"/>
                  </a:lnTo>
                  <a:lnTo>
                    <a:pt x="24897" y="19418"/>
                  </a:lnTo>
                  <a:lnTo>
                    <a:pt x="25603" y="19248"/>
                  </a:lnTo>
                  <a:lnTo>
                    <a:pt x="26296" y="19052"/>
                  </a:lnTo>
                  <a:lnTo>
                    <a:pt x="26989" y="18843"/>
                  </a:lnTo>
                  <a:lnTo>
                    <a:pt x="27669" y="18607"/>
                  </a:lnTo>
                  <a:lnTo>
                    <a:pt x="28335" y="18346"/>
                  </a:lnTo>
                  <a:lnTo>
                    <a:pt x="29002" y="18058"/>
                  </a:lnTo>
                  <a:lnTo>
                    <a:pt x="29630" y="17757"/>
                  </a:lnTo>
                  <a:lnTo>
                    <a:pt x="29944" y="17601"/>
                  </a:lnTo>
                  <a:lnTo>
                    <a:pt x="30258" y="17431"/>
                  </a:lnTo>
                  <a:lnTo>
                    <a:pt x="30558" y="17248"/>
                  </a:lnTo>
                  <a:lnTo>
                    <a:pt x="30859" y="17078"/>
                  </a:lnTo>
                  <a:lnTo>
                    <a:pt x="31147" y="16881"/>
                  </a:lnTo>
                  <a:lnTo>
                    <a:pt x="31421" y="16685"/>
                  </a:lnTo>
                  <a:lnTo>
                    <a:pt x="31709" y="16489"/>
                  </a:lnTo>
                  <a:lnTo>
                    <a:pt x="31970" y="16280"/>
                  </a:lnTo>
                  <a:lnTo>
                    <a:pt x="32232" y="16071"/>
                  </a:lnTo>
                  <a:lnTo>
                    <a:pt x="32494" y="15848"/>
                  </a:lnTo>
                  <a:lnTo>
                    <a:pt x="32742" y="15626"/>
                  </a:lnTo>
                  <a:lnTo>
                    <a:pt x="32977" y="15391"/>
                  </a:lnTo>
                  <a:lnTo>
                    <a:pt x="33213" y="15142"/>
                  </a:lnTo>
                  <a:lnTo>
                    <a:pt x="33435" y="14894"/>
                  </a:lnTo>
                  <a:lnTo>
                    <a:pt x="33644" y="14645"/>
                  </a:lnTo>
                  <a:lnTo>
                    <a:pt x="33853" y="14384"/>
                  </a:lnTo>
                  <a:lnTo>
                    <a:pt x="34050" y="14109"/>
                  </a:lnTo>
                  <a:lnTo>
                    <a:pt x="34233" y="13835"/>
                  </a:lnTo>
                  <a:lnTo>
                    <a:pt x="34403" y="13547"/>
                  </a:lnTo>
                  <a:lnTo>
                    <a:pt x="34559" y="13259"/>
                  </a:lnTo>
                  <a:lnTo>
                    <a:pt x="34716" y="12959"/>
                  </a:lnTo>
                  <a:lnTo>
                    <a:pt x="34860" y="12658"/>
                  </a:lnTo>
                  <a:lnTo>
                    <a:pt x="34991" y="12344"/>
                  </a:lnTo>
                  <a:lnTo>
                    <a:pt x="35109" y="12017"/>
                  </a:lnTo>
                  <a:lnTo>
                    <a:pt x="35213" y="11690"/>
                  </a:lnTo>
                  <a:lnTo>
                    <a:pt x="35305" y="11350"/>
                  </a:lnTo>
                  <a:lnTo>
                    <a:pt x="35383" y="10997"/>
                  </a:lnTo>
                  <a:lnTo>
                    <a:pt x="35449" y="10644"/>
                  </a:lnTo>
                  <a:lnTo>
                    <a:pt x="35501" y="10291"/>
                  </a:lnTo>
                  <a:lnTo>
                    <a:pt x="35553" y="9912"/>
                  </a:lnTo>
                  <a:lnTo>
                    <a:pt x="35579" y="9494"/>
                  </a:lnTo>
                  <a:lnTo>
                    <a:pt x="35592" y="9075"/>
                  </a:lnTo>
                  <a:lnTo>
                    <a:pt x="35579" y="8670"/>
                  </a:lnTo>
                  <a:lnTo>
                    <a:pt x="35566" y="8278"/>
                  </a:lnTo>
                  <a:lnTo>
                    <a:pt x="35527" y="7898"/>
                  </a:lnTo>
                  <a:lnTo>
                    <a:pt x="35475" y="7532"/>
                  </a:lnTo>
                  <a:lnTo>
                    <a:pt x="35396" y="7166"/>
                  </a:lnTo>
                  <a:lnTo>
                    <a:pt x="35318" y="6826"/>
                  </a:lnTo>
                  <a:lnTo>
                    <a:pt x="35213" y="6486"/>
                  </a:lnTo>
                  <a:lnTo>
                    <a:pt x="35109" y="6159"/>
                  </a:lnTo>
                  <a:lnTo>
                    <a:pt x="34978" y="5846"/>
                  </a:lnTo>
                  <a:lnTo>
                    <a:pt x="34834" y="5532"/>
                  </a:lnTo>
                  <a:lnTo>
                    <a:pt x="34690" y="5231"/>
                  </a:lnTo>
                  <a:lnTo>
                    <a:pt x="34520" y="4943"/>
                  </a:lnTo>
                  <a:lnTo>
                    <a:pt x="34337" y="4669"/>
                  </a:lnTo>
                  <a:lnTo>
                    <a:pt x="34154" y="4394"/>
                  </a:lnTo>
                  <a:lnTo>
                    <a:pt x="33945" y="4146"/>
                  </a:lnTo>
                  <a:lnTo>
                    <a:pt x="33736" y="3884"/>
                  </a:lnTo>
                  <a:lnTo>
                    <a:pt x="33513" y="3649"/>
                  </a:lnTo>
                  <a:lnTo>
                    <a:pt x="33278" y="3413"/>
                  </a:lnTo>
                  <a:lnTo>
                    <a:pt x="33030" y="3191"/>
                  </a:lnTo>
                  <a:lnTo>
                    <a:pt x="32768" y="2982"/>
                  </a:lnTo>
                  <a:lnTo>
                    <a:pt x="32507" y="2773"/>
                  </a:lnTo>
                  <a:lnTo>
                    <a:pt x="32232" y="2577"/>
                  </a:lnTo>
                  <a:lnTo>
                    <a:pt x="31957" y="2394"/>
                  </a:lnTo>
                  <a:lnTo>
                    <a:pt x="31670" y="2211"/>
                  </a:lnTo>
                  <a:lnTo>
                    <a:pt x="31369" y="2041"/>
                  </a:lnTo>
                  <a:lnTo>
                    <a:pt x="31068" y="1871"/>
                  </a:lnTo>
                  <a:lnTo>
                    <a:pt x="30754" y="1714"/>
                  </a:lnTo>
                  <a:lnTo>
                    <a:pt x="30441" y="1570"/>
                  </a:lnTo>
                  <a:lnTo>
                    <a:pt x="30114" y="1426"/>
                  </a:lnTo>
                  <a:lnTo>
                    <a:pt x="29774" y="1295"/>
                  </a:lnTo>
                  <a:lnTo>
                    <a:pt x="29447" y="1164"/>
                  </a:lnTo>
                  <a:lnTo>
                    <a:pt x="29107" y="1047"/>
                  </a:lnTo>
                  <a:lnTo>
                    <a:pt x="28754" y="929"/>
                  </a:lnTo>
                  <a:lnTo>
                    <a:pt x="28414" y="825"/>
                  </a:lnTo>
                  <a:lnTo>
                    <a:pt x="27695" y="641"/>
                  </a:lnTo>
                  <a:lnTo>
                    <a:pt x="26976" y="485"/>
                  </a:lnTo>
                  <a:lnTo>
                    <a:pt x="26243" y="341"/>
                  </a:lnTo>
                  <a:lnTo>
                    <a:pt x="25498" y="236"/>
                  </a:lnTo>
                  <a:lnTo>
                    <a:pt x="24753" y="145"/>
                  </a:lnTo>
                  <a:lnTo>
                    <a:pt x="24007" y="79"/>
                  </a:lnTo>
                  <a:lnTo>
                    <a:pt x="23275" y="40"/>
                  </a:lnTo>
                  <a:lnTo>
                    <a:pt x="22543" y="14"/>
                  </a:lnTo>
                  <a:lnTo>
                    <a:pt x="218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8"/>
            <p:cNvSpPr/>
            <p:nvPr/>
          </p:nvSpPr>
          <p:spPr>
            <a:xfrm>
              <a:off x="3777950" y="2841150"/>
              <a:ext cx="664275" cy="2440250"/>
            </a:xfrm>
            <a:custGeom>
              <a:avLst/>
              <a:gdLst/>
              <a:ahLst/>
              <a:cxnLst/>
              <a:rect l="l" t="t" r="r" b="b"/>
              <a:pathLst>
                <a:path w="26571" h="97610" extrusionOk="0">
                  <a:moveTo>
                    <a:pt x="13128" y="0"/>
                  </a:moveTo>
                  <a:lnTo>
                    <a:pt x="12775" y="26"/>
                  </a:lnTo>
                  <a:lnTo>
                    <a:pt x="12435" y="66"/>
                  </a:lnTo>
                  <a:lnTo>
                    <a:pt x="12096" y="131"/>
                  </a:lnTo>
                  <a:lnTo>
                    <a:pt x="11769" y="236"/>
                  </a:lnTo>
                  <a:lnTo>
                    <a:pt x="11455" y="353"/>
                  </a:lnTo>
                  <a:lnTo>
                    <a:pt x="11141" y="497"/>
                  </a:lnTo>
                  <a:lnTo>
                    <a:pt x="10840" y="654"/>
                  </a:lnTo>
                  <a:lnTo>
                    <a:pt x="10540" y="850"/>
                  </a:lnTo>
                  <a:lnTo>
                    <a:pt x="10252" y="1046"/>
                  </a:lnTo>
                  <a:lnTo>
                    <a:pt x="9977" y="1282"/>
                  </a:lnTo>
                  <a:lnTo>
                    <a:pt x="9703" y="1530"/>
                  </a:lnTo>
                  <a:lnTo>
                    <a:pt x="9441" y="1792"/>
                  </a:lnTo>
                  <a:lnTo>
                    <a:pt x="9193" y="2079"/>
                  </a:lnTo>
                  <a:lnTo>
                    <a:pt x="8944" y="2367"/>
                  </a:lnTo>
                  <a:lnTo>
                    <a:pt x="8696" y="2694"/>
                  </a:lnTo>
                  <a:lnTo>
                    <a:pt x="8474" y="3021"/>
                  </a:lnTo>
                  <a:lnTo>
                    <a:pt x="8238" y="3361"/>
                  </a:lnTo>
                  <a:lnTo>
                    <a:pt x="8029" y="3714"/>
                  </a:lnTo>
                  <a:lnTo>
                    <a:pt x="7820" y="4093"/>
                  </a:lnTo>
                  <a:lnTo>
                    <a:pt x="7611" y="4472"/>
                  </a:lnTo>
                  <a:lnTo>
                    <a:pt x="7414" y="4864"/>
                  </a:lnTo>
                  <a:lnTo>
                    <a:pt x="7231" y="5270"/>
                  </a:lnTo>
                  <a:lnTo>
                    <a:pt x="7048" y="5688"/>
                  </a:lnTo>
                  <a:lnTo>
                    <a:pt x="6865" y="6107"/>
                  </a:lnTo>
                  <a:lnTo>
                    <a:pt x="6695" y="6538"/>
                  </a:lnTo>
                  <a:lnTo>
                    <a:pt x="6538" y="6970"/>
                  </a:lnTo>
                  <a:lnTo>
                    <a:pt x="6225" y="7859"/>
                  </a:lnTo>
                  <a:lnTo>
                    <a:pt x="5937" y="8774"/>
                  </a:lnTo>
                  <a:lnTo>
                    <a:pt x="5675" y="9689"/>
                  </a:lnTo>
                  <a:lnTo>
                    <a:pt x="5440" y="10618"/>
                  </a:lnTo>
                  <a:lnTo>
                    <a:pt x="5218" y="11533"/>
                  </a:lnTo>
                  <a:lnTo>
                    <a:pt x="5035" y="12448"/>
                  </a:lnTo>
                  <a:lnTo>
                    <a:pt x="4852" y="13350"/>
                  </a:lnTo>
                  <a:lnTo>
                    <a:pt x="4695" y="14240"/>
                  </a:lnTo>
                  <a:lnTo>
                    <a:pt x="4564" y="15089"/>
                  </a:lnTo>
                  <a:lnTo>
                    <a:pt x="4433" y="15913"/>
                  </a:lnTo>
                  <a:lnTo>
                    <a:pt x="4329" y="16685"/>
                  </a:lnTo>
                  <a:lnTo>
                    <a:pt x="4250" y="17417"/>
                  </a:lnTo>
                  <a:lnTo>
                    <a:pt x="4172" y="18097"/>
                  </a:lnTo>
                  <a:lnTo>
                    <a:pt x="3989" y="19914"/>
                  </a:lnTo>
                  <a:lnTo>
                    <a:pt x="3793" y="21745"/>
                  </a:lnTo>
                  <a:lnTo>
                    <a:pt x="3374" y="25432"/>
                  </a:lnTo>
                  <a:lnTo>
                    <a:pt x="2930" y="29146"/>
                  </a:lnTo>
                  <a:lnTo>
                    <a:pt x="2485" y="32885"/>
                  </a:lnTo>
                  <a:lnTo>
                    <a:pt x="2040" y="36651"/>
                  </a:lnTo>
                  <a:lnTo>
                    <a:pt x="1622" y="40430"/>
                  </a:lnTo>
                  <a:lnTo>
                    <a:pt x="1413" y="42313"/>
                  </a:lnTo>
                  <a:lnTo>
                    <a:pt x="1217" y="44209"/>
                  </a:lnTo>
                  <a:lnTo>
                    <a:pt x="1034" y="46105"/>
                  </a:lnTo>
                  <a:lnTo>
                    <a:pt x="851" y="47988"/>
                  </a:lnTo>
                  <a:lnTo>
                    <a:pt x="694" y="49884"/>
                  </a:lnTo>
                  <a:lnTo>
                    <a:pt x="537" y="51780"/>
                  </a:lnTo>
                  <a:lnTo>
                    <a:pt x="406" y="53676"/>
                  </a:lnTo>
                  <a:lnTo>
                    <a:pt x="288" y="55559"/>
                  </a:lnTo>
                  <a:lnTo>
                    <a:pt x="184" y="57441"/>
                  </a:lnTo>
                  <a:lnTo>
                    <a:pt x="105" y="59324"/>
                  </a:lnTo>
                  <a:lnTo>
                    <a:pt x="53" y="61207"/>
                  </a:lnTo>
                  <a:lnTo>
                    <a:pt x="14" y="63090"/>
                  </a:lnTo>
                  <a:lnTo>
                    <a:pt x="1" y="64960"/>
                  </a:lnTo>
                  <a:lnTo>
                    <a:pt x="14" y="66817"/>
                  </a:lnTo>
                  <a:lnTo>
                    <a:pt x="53" y="68673"/>
                  </a:lnTo>
                  <a:lnTo>
                    <a:pt x="131" y="70530"/>
                  </a:lnTo>
                  <a:lnTo>
                    <a:pt x="223" y="72374"/>
                  </a:lnTo>
                  <a:lnTo>
                    <a:pt x="288" y="73289"/>
                  </a:lnTo>
                  <a:lnTo>
                    <a:pt x="354" y="74204"/>
                  </a:lnTo>
                  <a:lnTo>
                    <a:pt x="432" y="75120"/>
                  </a:lnTo>
                  <a:lnTo>
                    <a:pt x="524" y="76035"/>
                  </a:lnTo>
                  <a:lnTo>
                    <a:pt x="615" y="76937"/>
                  </a:lnTo>
                  <a:lnTo>
                    <a:pt x="720" y="77853"/>
                  </a:lnTo>
                  <a:lnTo>
                    <a:pt x="772" y="78284"/>
                  </a:lnTo>
                  <a:lnTo>
                    <a:pt x="851" y="78729"/>
                  </a:lnTo>
                  <a:lnTo>
                    <a:pt x="942" y="79199"/>
                  </a:lnTo>
                  <a:lnTo>
                    <a:pt x="1060" y="79670"/>
                  </a:lnTo>
                  <a:lnTo>
                    <a:pt x="1190" y="80167"/>
                  </a:lnTo>
                  <a:lnTo>
                    <a:pt x="1334" y="80664"/>
                  </a:lnTo>
                  <a:lnTo>
                    <a:pt x="1491" y="81187"/>
                  </a:lnTo>
                  <a:lnTo>
                    <a:pt x="1661" y="81710"/>
                  </a:lnTo>
                  <a:lnTo>
                    <a:pt x="1857" y="82233"/>
                  </a:lnTo>
                  <a:lnTo>
                    <a:pt x="2053" y="82782"/>
                  </a:lnTo>
                  <a:lnTo>
                    <a:pt x="2276" y="83318"/>
                  </a:lnTo>
                  <a:lnTo>
                    <a:pt x="2511" y="83867"/>
                  </a:lnTo>
                  <a:lnTo>
                    <a:pt x="2760" y="84430"/>
                  </a:lnTo>
                  <a:lnTo>
                    <a:pt x="3021" y="84979"/>
                  </a:lnTo>
                  <a:lnTo>
                    <a:pt x="3283" y="85541"/>
                  </a:lnTo>
                  <a:lnTo>
                    <a:pt x="3570" y="86103"/>
                  </a:lnTo>
                  <a:lnTo>
                    <a:pt x="3871" y="86665"/>
                  </a:lnTo>
                  <a:lnTo>
                    <a:pt x="4172" y="87215"/>
                  </a:lnTo>
                  <a:lnTo>
                    <a:pt x="4486" y="87777"/>
                  </a:lnTo>
                  <a:lnTo>
                    <a:pt x="4812" y="88326"/>
                  </a:lnTo>
                  <a:lnTo>
                    <a:pt x="5152" y="88875"/>
                  </a:lnTo>
                  <a:lnTo>
                    <a:pt x="5505" y="89411"/>
                  </a:lnTo>
                  <a:lnTo>
                    <a:pt x="5858" y="89947"/>
                  </a:lnTo>
                  <a:lnTo>
                    <a:pt x="6225" y="90470"/>
                  </a:lnTo>
                  <a:lnTo>
                    <a:pt x="6604" y="90980"/>
                  </a:lnTo>
                  <a:lnTo>
                    <a:pt x="6983" y="91477"/>
                  </a:lnTo>
                  <a:lnTo>
                    <a:pt x="7375" y="91974"/>
                  </a:lnTo>
                  <a:lnTo>
                    <a:pt x="7767" y="92458"/>
                  </a:lnTo>
                  <a:lnTo>
                    <a:pt x="8173" y="92916"/>
                  </a:lnTo>
                  <a:lnTo>
                    <a:pt x="8578" y="93373"/>
                  </a:lnTo>
                  <a:lnTo>
                    <a:pt x="8997" y="93805"/>
                  </a:lnTo>
                  <a:lnTo>
                    <a:pt x="9415" y="94223"/>
                  </a:lnTo>
                  <a:lnTo>
                    <a:pt x="9847" y="94615"/>
                  </a:lnTo>
                  <a:lnTo>
                    <a:pt x="10278" y="94995"/>
                  </a:lnTo>
                  <a:lnTo>
                    <a:pt x="10710" y="95348"/>
                  </a:lnTo>
                  <a:lnTo>
                    <a:pt x="11154" y="95688"/>
                  </a:lnTo>
                  <a:lnTo>
                    <a:pt x="11599" y="96001"/>
                  </a:lnTo>
                  <a:lnTo>
                    <a:pt x="12043" y="96289"/>
                  </a:lnTo>
                  <a:lnTo>
                    <a:pt x="12488" y="96551"/>
                  </a:lnTo>
                  <a:lnTo>
                    <a:pt x="12932" y="96786"/>
                  </a:lnTo>
                  <a:lnTo>
                    <a:pt x="13390" y="96995"/>
                  </a:lnTo>
                  <a:lnTo>
                    <a:pt x="13848" y="97178"/>
                  </a:lnTo>
                  <a:lnTo>
                    <a:pt x="14305" y="97322"/>
                  </a:lnTo>
                  <a:lnTo>
                    <a:pt x="14750" y="97440"/>
                  </a:lnTo>
                  <a:lnTo>
                    <a:pt x="14985" y="97492"/>
                  </a:lnTo>
                  <a:lnTo>
                    <a:pt x="15208" y="97531"/>
                  </a:lnTo>
                  <a:lnTo>
                    <a:pt x="15443" y="97557"/>
                  </a:lnTo>
                  <a:lnTo>
                    <a:pt x="15665" y="97584"/>
                  </a:lnTo>
                  <a:lnTo>
                    <a:pt x="15901" y="97597"/>
                  </a:lnTo>
                  <a:lnTo>
                    <a:pt x="16123" y="97610"/>
                  </a:lnTo>
                  <a:lnTo>
                    <a:pt x="16345" y="97597"/>
                  </a:lnTo>
                  <a:lnTo>
                    <a:pt x="16580" y="97597"/>
                  </a:lnTo>
                  <a:lnTo>
                    <a:pt x="16803" y="97571"/>
                  </a:lnTo>
                  <a:lnTo>
                    <a:pt x="17025" y="97544"/>
                  </a:lnTo>
                  <a:lnTo>
                    <a:pt x="17247" y="97505"/>
                  </a:lnTo>
                  <a:lnTo>
                    <a:pt x="17483" y="97453"/>
                  </a:lnTo>
                  <a:lnTo>
                    <a:pt x="17705" y="97387"/>
                  </a:lnTo>
                  <a:lnTo>
                    <a:pt x="17927" y="97322"/>
                  </a:lnTo>
                  <a:lnTo>
                    <a:pt x="18150" y="97244"/>
                  </a:lnTo>
                  <a:lnTo>
                    <a:pt x="18372" y="97152"/>
                  </a:lnTo>
                  <a:lnTo>
                    <a:pt x="18594" y="97061"/>
                  </a:lnTo>
                  <a:lnTo>
                    <a:pt x="18816" y="96943"/>
                  </a:lnTo>
                  <a:lnTo>
                    <a:pt x="19039" y="96825"/>
                  </a:lnTo>
                  <a:lnTo>
                    <a:pt x="19248" y="96694"/>
                  </a:lnTo>
                  <a:lnTo>
                    <a:pt x="19470" y="96551"/>
                  </a:lnTo>
                  <a:lnTo>
                    <a:pt x="19692" y="96407"/>
                  </a:lnTo>
                  <a:lnTo>
                    <a:pt x="19902" y="96237"/>
                  </a:lnTo>
                  <a:lnTo>
                    <a:pt x="20124" y="96067"/>
                  </a:lnTo>
                  <a:lnTo>
                    <a:pt x="20333" y="95871"/>
                  </a:lnTo>
                  <a:lnTo>
                    <a:pt x="20542" y="95675"/>
                  </a:lnTo>
                  <a:lnTo>
                    <a:pt x="20752" y="95465"/>
                  </a:lnTo>
                  <a:lnTo>
                    <a:pt x="20961" y="95243"/>
                  </a:lnTo>
                  <a:lnTo>
                    <a:pt x="21170" y="95021"/>
                  </a:lnTo>
                  <a:lnTo>
                    <a:pt x="21379" y="94772"/>
                  </a:lnTo>
                  <a:lnTo>
                    <a:pt x="21588" y="94511"/>
                  </a:lnTo>
                  <a:lnTo>
                    <a:pt x="21785" y="94249"/>
                  </a:lnTo>
                  <a:lnTo>
                    <a:pt x="21994" y="93962"/>
                  </a:lnTo>
                  <a:lnTo>
                    <a:pt x="22190" y="93661"/>
                  </a:lnTo>
                  <a:lnTo>
                    <a:pt x="22386" y="93360"/>
                  </a:lnTo>
                  <a:lnTo>
                    <a:pt x="22595" y="93033"/>
                  </a:lnTo>
                  <a:lnTo>
                    <a:pt x="22778" y="92706"/>
                  </a:lnTo>
                  <a:lnTo>
                    <a:pt x="22974" y="92353"/>
                  </a:lnTo>
                  <a:lnTo>
                    <a:pt x="23171" y="92000"/>
                  </a:lnTo>
                  <a:lnTo>
                    <a:pt x="23354" y="91621"/>
                  </a:lnTo>
                  <a:lnTo>
                    <a:pt x="23589" y="91137"/>
                  </a:lnTo>
                  <a:lnTo>
                    <a:pt x="23824" y="90654"/>
                  </a:lnTo>
                  <a:lnTo>
                    <a:pt x="24034" y="90157"/>
                  </a:lnTo>
                  <a:lnTo>
                    <a:pt x="24230" y="89660"/>
                  </a:lnTo>
                  <a:lnTo>
                    <a:pt x="24426" y="89150"/>
                  </a:lnTo>
                  <a:lnTo>
                    <a:pt x="24609" y="88653"/>
                  </a:lnTo>
                  <a:lnTo>
                    <a:pt x="24792" y="88143"/>
                  </a:lnTo>
                  <a:lnTo>
                    <a:pt x="24949" y="87633"/>
                  </a:lnTo>
                  <a:lnTo>
                    <a:pt x="25106" y="87110"/>
                  </a:lnTo>
                  <a:lnTo>
                    <a:pt x="25250" y="86600"/>
                  </a:lnTo>
                  <a:lnTo>
                    <a:pt x="25393" y="86077"/>
                  </a:lnTo>
                  <a:lnTo>
                    <a:pt x="25511" y="85554"/>
                  </a:lnTo>
                  <a:lnTo>
                    <a:pt x="25629" y="85031"/>
                  </a:lnTo>
                  <a:lnTo>
                    <a:pt x="25746" y="84495"/>
                  </a:lnTo>
                  <a:lnTo>
                    <a:pt x="25851" y="83972"/>
                  </a:lnTo>
                  <a:lnTo>
                    <a:pt x="25943" y="83436"/>
                  </a:lnTo>
                  <a:lnTo>
                    <a:pt x="26113" y="82364"/>
                  </a:lnTo>
                  <a:lnTo>
                    <a:pt x="26256" y="81278"/>
                  </a:lnTo>
                  <a:lnTo>
                    <a:pt x="26361" y="80193"/>
                  </a:lnTo>
                  <a:lnTo>
                    <a:pt x="26453" y="79095"/>
                  </a:lnTo>
                  <a:lnTo>
                    <a:pt x="26505" y="77983"/>
                  </a:lnTo>
                  <a:lnTo>
                    <a:pt x="26544" y="76885"/>
                  </a:lnTo>
                  <a:lnTo>
                    <a:pt x="26570" y="75773"/>
                  </a:lnTo>
                  <a:lnTo>
                    <a:pt x="26557" y="74662"/>
                  </a:lnTo>
                  <a:lnTo>
                    <a:pt x="26544" y="73538"/>
                  </a:lnTo>
                  <a:lnTo>
                    <a:pt x="26505" y="72426"/>
                  </a:lnTo>
                  <a:lnTo>
                    <a:pt x="26453" y="71302"/>
                  </a:lnTo>
                  <a:lnTo>
                    <a:pt x="26387" y="70190"/>
                  </a:lnTo>
                  <a:lnTo>
                    <a:pt x="26309" y="69066"/>
                  </a:lnTo>
                  <a:lnTo>
                    <a:pt x="26230" y="67954"/>
                  </a:lnTo>
                  <a:lnTo>
                    <a:pt x="26034" y="65731"/>
                  </a:lnTo>
                  <a:lnTo>
                    <a:pt x="25825" y="63535"/>
                  </a:lnTo>
                  <a:lnTo>
                    <a:pt x="25603" y="61364"/>
                  </a:lnTo>
                  <a:lnTo>
                    <a:pt x="25393" y="59220"/>
                  </a:lnTo>
                  <a:lnTo>
                    <a:pt x="25197" y="57115"/>
                  </a:lnTo>
                  <a:lnTo>
                    <a:pt x="24910" y="53702"/>
                  </a:lnTo>
                  <a:lnTo>
                    <a:pt x="24557" y="49871"/>
                  </a:lnTo>
                  <a:lnTo>
                    <a:pt x="24177" y="45726"/>
                  </a:lnTo>
                  <a:lnTo>
                    <a:pt x="23772" y="41358"/>
                  </a:lnTo>
                  <a:lnTo>
                    <a:pt x="23327" y="36834"/>
                  </a:lnTo>
                  <a:lnTo>
                    <a:pt x="22857" y="32258"/>
                  </a:lnTo>
                  <a:lnTo>
                    <a:pt x="22386" y="27707"/>
                  </a:lnTo>
                  <a:lnTo>
                    <a:pt x="21889" y="23262"/>
                  </a:lnTo>
                  <a:lnTo>
                    <a:pt x="21641" y="21117"/>
                  </a:lnTo>
                  <a:lnTo>
                    <a:pt x="21379" y="19025"/>
                  </a:lnTo>
                  <a:lnTo>
                    <a:pt x="21131" y="17012"/>
                  </a:lnTo>
                  <a:lnTo>
                    <a:pt x="20882" y="15063"/>
                  </a:lnTo>
                  <a:lnTo>
                    <a:pt x="20634" y="13220"/>
                  </a:lnTo>
                  <a:lnTo>
                    <a:pt x="20385" y="11481"/>
                  </a:lnTo>
                  <a:lnTo>
                    <a:pt x="20137" y="9859"/>
                  </a:lnTo>
                  <a:lnTo>
                    <a:pt x="19889" y="8356"/>
                  </a:lnTo>
                  <a:lnTo>
                    <a:pt x="19653" y="6996"/>
                  </a:lnTo>
                  <a:lnTo>
                    <a:pt x="19418" y="5767"/>
                  </a:lnTo>
                  <a:lnTo>
                    <a:pt x="19182" y="4707"/>
                  </a:lnTo>
                  <a:lnTo>
                    <a:pt x="19065" y="4237"/>
                  </a:lnTo>
                  <a:lnTo>
                    <a:pt x="18960" y="3818"/>
                  </a:lnTo>
                  <a:lnTo>
                    <a:pt x="18843" y="3439"/>
                  </a:lnTo>
                  <a:lnTo>
                    <a:pt x="18738" y="3099"/>
                  </a:lnTo>
                  <a:lnTo>
                    <a:pt x="18633" y="2811"/>
                  </a:lnTo>
                  <a:lnTo>
                    <a:pt x="18529" y="2576"/>
                  </a:lnTo>
                  <a:lnTo>
                    <a:pt x="18424" y="2393"/>
                  </a:lnTo>
                  <a:lnTo>
                    <a:pt x="18319" y="2249"/>
                  </a:lnTo>
                  <a:lnTo>
                    <a:pt x="18267" y="2210"/>
                  </a:lnTo>
                  <a:lnTo>
                    <a:pt x="18228" y="2171"/>
                  </a:lnTo>
                  <a:lnTo>
                    <a:pt x="18176" y="2145"/>
                  </a:lnTo>
                  <a:lnTo>
                    <a:pt x="18123" y="2145"/>
                  </a:lnTo>
                  <a:lnTo>
                    <a:pt x="17653" y="1779"/>
                  </a:lnTo>
                  <a:lnTo>
                    <a:pt x="17195" y="1452"/>
                  </a:lnTo>
                  <a:lnTo>
                    <a:pt x="16750" y="1164"/>
                  </a:lnTo>
                  <a:lnTo>
                    <a:pt x="16306" y="902"/>
                  </a:lnTo>
                  <a:lnTo>
                    <a:pt x="15874" y="680"/>
                  </a:lnTo>
                  <a:lnTo>
                    <a:pt x="15456" y="497"/>
                  </a:lnTo>
                  <a:lnTo>
                    <a:pt x="15051" y="340"/>
                  </a:lnTo>
                  <a:lnTo>
                    <a:pt x="14645" y="209"/>
                  </a:lnTo>
                  <a:lnTo>
                    <a:pt x="14253" y="118"/>
                  </a:lnTo>
                  <a:lnTo>
                    <a:pt x="13874" y="53"/>
                  </a:lnTo>
                  <a:lnTo>
                    <a:pt x="13495" y="13"/>
                  </a:lnTo>
                  <a:lnTo>
                    <a:pt x="131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8"/>
            <p:cNvSpPr/>
            <p:nvPr/>
          </p:nvSpPr>
          <p:spPr>
            <a:xfrm>
              <a:off x="3696550" y="4820800"/>
              <a:ext cx="889825" cy="502775"/>
            </a:xfrm>
            <a:custGeom>
              <a:avLst/>
              <a:gdLst/>
              <a:ahLst/>
              <a:cxnLst/>
              <a:rect l="l" t="t" r="r" b="b"/>
              <a:pathLst>
                <a:path w="35593" h="20111" extrusionOk="0">
                  <a:moveTo>
                    <a:pt x="21811" y="0"/>
                  </a:moveTo>
                  <a:lnTo>
                    <a:pt x="21105" y="13"/>
                  </a:lnTo>
                  <a:lnTo>
                    <a:pt x="20399" y="53"/>
                  </a:lnTo>
                  <a:lnTo>
                    <a:pt x="19719" y="92"/>
                  </a:lnTo>
                  <a:lnTo>
                    <a:pt x="19065" y="157"/>
                  </a:lnTo>
                  <a:lnTo>
                    <a:pt x="18424" y="236"/>
                  </a:lnTo>
                  <a:lnTo>
                    <a:pt x="17797" y="223"/>
                  </a:lnTo>
                  <a:lnTo>
                    <a:pt x="17143" y="223"/>
                  </a:lnTo>
                  <a:lnTo>
                    <a:pt x="16476" y="236"/>
                  </a:lnTo>
                  <a:lnTo>
                    <a:pt x="15783" y="249"/>
                  </a:lnTo>
                  <a:lnTo>
                    <a:pt x="15090" y="275"/>
                  </a:lnTo>
                  <a:lnTo>
                    <a:pt x="14397" y="314"/>
                  </a:lnTo>
                  <a:lnTo>
                    <a:pt x="13678" y="366"/>
                  </a:lnTo>
                  <a:lnTo>
                    <a:pt x="12972" y="432"/>
                  </a:lnTo>
                  <a:lnTo>
                    <a:pt x="12253" y="523"/>
                  </a:lnTo>
                  <a:lnTo>
                    <a:pt x="11533" y="615"/>
                  </a:lnTo>
                  <a:lnTo>
                    <a:pt x="10814" y="732"/>
                  </a:lnTo>
                  <a:lnTo>
                    <a:pt x="10108" y="876"/>
                  </a:lnTo>
                  <a:lnTo>
                    <a:pt x="9402" y="1020"/>
                  </a:lnTo>
                  <a:lnTo>
                    <a:pt x="8709" y="1203"/>
                  </a:lnTo>
                  <a:lnTo>
                    <a:pt x="8016" y="1399"/>
                  </a:lnTo>
                  <a:lnTo>
                    <a:pt x="7349" y="1609"/>
                  </a:lnTo>
                  <a:lnTo>
                    <a:pt x="6682" y="1857"/>
                  </a:lnTo>
                  <a:lnTo>
                    <a:pt x="6042" y="2118"/>
                  </a:lnTo>
                  <a:lnTo>
                    <a:pt x="5728" y="2262"/>
                  </a:lnTo>
                  <a:lnTo>
                    <a:pt x="5414" y="2406"/>
                  </a:lnTo>
                  <a:lnTo>
                    <a:pt x="5113" y="2563"/>
                  </a:lnTo>
                  <a:lnTo>
                    <a:pt x="4826" y="2733"/>
                  </a:lnTo>
                  <a:lnTo>
                    <a:pt x="4525" y="2903"/>
                  </a:lnTo>
                  <a:lnTo>
                    <a:pt x="4250" y="3073"/>
                  </a:lnTo>
                  <a:lnTo>
                    <a:pt x="3963" y="3256"/>
                  </a:lnTo>
                  <a:lnTo>
                    <a:pt x="3688" y="3452"/>
                  </a:lnTo>
                  <a:lnTo>
                    <a:pt x="3427" y="3648"/>
                  </a:lnTo>
                  <a:lnTo>
                    <a:pt x="3178" y="3858"/>
                  </a:lnTo>
                  <a:lnTo>
                    <a:pt x="2917" y="4067"/>
                  </a:lnTo>
                  <a:lnTo>
                    <a:pt x="2681" y="4289"/>
                  </a:lnTo>
                  <a:lnTo>
                    <a:pt x="2446" y="4511"/>
                  </a:lnTo>
                  <a:lnTo>
                    <a:pt x="2224" y="4747"/>
                  </a:lnTo>
                  <a:lnTo>
                    <a:pt x="2001" y="4995"/>
                  </a:lnTo>
                  <a:lnTo>
                    <a:pt x="1805" y="5244"/>
                  </a:lnTo>
                  <a:lnTo>
                    <a:pt x="1596" y="5505"/>
                  </a:lnTo>
                  <a:lnTo>
                    <a:pt x="1413" y="5780"/>
                  </a:lnTo>
                  <a:lnTo>
                    <a:pt x="1230" y="6054"/>
                  </a:lnTo>
                  <a:lnTo>
                    <a:pt x="1060" y="6342"/>
                  </a:lnTo>
                  <a:lnTo>
                    <a:pt x="903" y="6643"/>
                  </a:lnTo>
                  <a:lnTo>
                    <a:pt x="759" y="6943"/>
                  </a:lnTo>
                  <a:lnTo>
                    <a:pt x="628" y="7257"/>
                  </a:lnTo>
                  <a:lnTo>
                    <a:pt x="498" y="7584"/>
                  </a:lnTo>
                  <a:lnTo>
                    <a:pt x="380" y="7924"/>
                  </a:lnTo>
                  <a:lnTo>
                    <a:pt x="288" y="8264"/>
                  </a:lnTo>
                  <a:lnTo>
                    <a:pt x="197" y="8617"/>
                  </a:lnTo>
                  <a:lnTo>
                    <a:pt x="118" y="8983"/>
                  </a:lnTo>
                  <a:lnTo>
                    <a:pt x="66" y="9310"/>
                  </a:lnTo>
                  <a:lnTo>
                    <a:pt x="27" y="9624"/>
                  </a:lnTo>
                  <a:lnTo>
                    <a:pt x="14" y="9951"/>
                  </a:lnTo>
                  <a:lnTo>
                    <a:pt x="1" y="10265"/>
                  </a:lnTo>
                  <a:lnTo>
                    <a:pt x="27" y="10578"/>
                  </a:lnTo>
                  <a:lnTo>
                    <a:pt x="53" y="10879"/>
                  </a:lnTo>
                  <a:lnTo>
                    <a:pt x="105" y="11180"/>
                  </a:lnTo>
                  <a:lnTo>
                    <a:pt x="158" y="11481"/>
                  </a:lnTo>
                  <a:lnTo>
                    <a:pt x="236" y="11781"/>
                  </a:lnTo>
                  <a:lnTo>
                    <a:pt x="328" y="12069"/>
                  </a:lnTo>
                  <a:lnTo>
                    <a:pt x="432" y="12357"/>
                  </a:lnTo>
                  <a:lnTo>
                    <a:pt x="550" y="12631"/>
                  </a:lnTo>
                  <a:lnTo>
                    <a:pt x="681" y="12906"/>
                  </a:lnTo>
                  <a:lnTo>
                    <a:pt x="811" y="13180"/>
                  </a:lnTo>
                  <a:lnTo>
                    <a:pt x="968" y="13442"/>
                  </a:lnTo>
                  <a:lnTo>
                    <a:pt x="1125" y="13703"/>
                  </a:lnTo>
                  <a:lnTo>
                    <a:pt x="1308" y="13965"/>
                  </a:lnTo>
                  <a:lnTo>
                    <a:pt x="1478" y="14213"/>
                  </a:lnTo>
                  <a:lnTo>
                    <a:pt x="1674" y="14449"/>
                  </a:lnTo>
                  <a:lnTo>
                    <a:pt x="1871" y="14697"/>
                  </a:lnTo>
                  <a:lnTo>
                    <a:pt x="2080" y="14920"/>
                  </a:lnTo>
                  <a:lnTo>
                    <a:pt x="2289" y="15155"/>
                  </a:lnTo>
                  <a:lnTo>
                    <a:pt x="2511" y="15377"/>
                  </a:lnTo>
                  <a:lnTo>
                    <a:pt x="2747" y="15586"/>
                  </a:lnTo>
                  <a:lnTo>
                    <a:pt x="2969" y="15796"/>
                  </a:lnTo>
                  <a:lnTo>
                    <a:pt x="3217" y="15992"/>
                  </a:lnTo>
                  <a:lnTo>
                    <a:pt x="3701" y="16384"/>
                  </a:lnTo>
                  <a:lnTo>
                    <a:pt x="4211" y="16737"/>
                  </a:lnTo>
                  <a:lnTo>
                    <a:pt x="4721" y="17077"/>
                  </a:lnTo>
                  <a:lnTo>
                    <a:pt x="5087" y="17299"/>
                  </a:lnTo>
                  <a:lnTo>
                    <a:pt x="5466" y="17508"/>
                  </a:lnTo>
                  <a:lnTo>
                    <a:pt x="5846" y="17705"/>
                  </a:lnTo>
                  <a:lnTo>
                    <a:pt x="6238" y="17888"/>
                  </a:lnTo>
                  <a:lnTo>
                    <a:pt x="6630" y="18071"/>
                  </a:lnTo>
                  <a:lnTo>
                    <a:pt x="7022" y="18241"/>
                  </a:lnTo>
                  <a:lnTo>
                    <a:pt x="7428" y="18398"/>
                  </a:lnTo>
                  <a:lnTo>
                    <a:pt x="7833" y="18541"/>
                  </a:lnTo>
                  <a:lnTo>
                    <a:pt x="8251" y="18685"/>
                  </a:lnTo>
                  <a:lnTo>
                    <a:pt x="8657" y="18816"/>
                  </a:lnTo>
                  <a:lnTo>
                    <a:pt x="9075" y="18947"/>
                  </a:lnTo>
                  <a:lnTo>
                    <a:pt x="9507" y="19064"/>
                  </a:lnTo>
                  <a:lnTo>
                    <a:pt x="9925" y="19169"/>
                  </a:lnTo>
                  <a:lnTo>
                    <a:pt x="10357" y="19274"/>
                  </a:lnTo>
                  <a:lnTo>
                    <a:pt x="11220" y="19444"/>
                  </a:lnTo>
                  <a:lnTo>
                    <a:pt x="12096" y="19601"/>
                  </a:lnTo>
                  <a:lnTo>
                    <a:pt x="12959" y="19731"/>
                  </a:lnTo>
                  <a:lnTo>
                    <a:pt x="13835" y="19836"/>
                  </a:lnTo>
                  <a:lnTo>
                    <a:pt x="14711" y="19927"/>
                  </a:lnTo>
                  <a:lnTo>
                    <a:pt x="15587" y="19993"/>
                  </a:lnTo>
                  <a:lnTo>
                    <a:pt x="16450" y="20045"/>
                  </a:lnTo>
                  <a:lnTo>
                    <a:pt x="17300" y="20084"/>
                  </a:lnTo>
                  <a:lnTo>
                    <a:pt x="18150" y="20111"/>
                  </a:lnTo>
                  <a:lnTo>
                    <a:pt x="18764" y="20111"/>
                  </a:lnTo>
                  <a:lnTo>
                    <a:pt x="19405" y="20097"/>
                  </a:lnTo>
                  <a:lnTo>
                    <a:pt x="20046" y="20084"/>
                  </a:lnTo>
                  <a:lnTo>
                    <a:pt x="20713" y="20032"/>
                  </a:lnTo>
                  <a:lnTo>
                    <a:pt x="21392" y="19980"/>
                  </a:lnTo>
                  <a:lnTo>
                    <a:pt x="22085" y="19901"/>
                  </a:lnTo>
                  <a:lnTo>
                    <a:pt x="22778" y="19810"/>
                  </a:lnTo>
                  <a:lnTo>
                    <a:pt x="23485" y="19692"/>
                  </a:lnTo>
                  <a:lnTo>
                    <a:pt x="24191" y="19561"/>
                  </a:lnTo>
                  <a:lnTo>
                    <a:pt x="24897" y="19418"/>
                  </a:lnTo>
                  <a:lnTo>
                    <a:pt x="25603" y="19248"/>
                  </a:lnTo>
                  <a:lnTo>
                    <a:pt x="26296" y="19051"/>
                  </a:lnTo>
                  <a:lnTo>
                    <a:pt x="26989" y="18842"/>
                  </a:lnTo>
                  <a:lnTo>
                    <a:pt x="27669" y="18594"/>
                  </a:lnTo>
                  <a:lnTo>
                    <a:pt x="28349" y="18345"/>
                  </a:lnTo>
                  <a:lnTo>
                    <a:pt x="29002" y="18058"/>
                  </a:lnTo>
                  <a:lnTo>
                    <a:pt x="29643" y="17757"/>
                  </a:lnTo>
                  <a:lnTo>
                    <a:pt x="29944" y="17587"/>
                  </a:lnTo>
                  <a:lnTo>
                    <a:pt x="30258" y="17417"/>
                  </a:lnTo>
                  <a:lnTo>
                    <a:pt x="30558" y="17247"/>
                  </a:lnTo>
                  <a:lnTo>
                    <a:pt x="30859" y="17064"/>
                  </a:lnTo>
                  <a:lnTo>
                    <a:pt x="31147" y="16881"/>
                  </a:lnTo>
                  <a:lnTo>
                    <a:pt x="31434" y="16685"/>
                  </a:lnTo>
                  <a:lnTo>
                    <a:pt x="31709" y="16489"/>
                  </a:lnTo>
                  <a:lnTo>
                    <a:pt x="31971" y="16279"/>
                  </a:lnTo>
                  <a:lnTo>
                    <a:pt x="32245" y="16070"/>
                  </a:lnTo>
                  <a:lnTo>
                    <a:pt x="32494" y="15848"/>
                  </a:lnTo>
                  <a:lnTo>
                    <a:pt x="32742" y="15613"/>
                  </a:lnTo>
                  <a:lnTo>
                    <a:pt x="32977" y="15377"/>
                  </a:lnTo>
                  <a:lnTo>
                    <a:pt x="33213" y="15142"/>
                  </a:lnTo>
                  <a:lnTo>
                    <a:pt x="33435" y="14893"/>
                  </a:lnTo>
                  <a:lnTo>
                    <a:pt x="33644" y="14645"/>
                  </a:lnTo>
                  <a:lnTo>
                    <a:pt x="33853" y="14370"/>
                  </a:lnTo>
                  <a:lnTo>
                    <a:pt x="34050" y="14109"/>
                  </a:lnTo>
                  <a:lnTo>
                    <a:pt x="34233" y="13834"/>
                  </a:lnTo>
                  <a:lnTo>
                    <a:pt x="34403" y="13547"/>
                  </a:lnTo>
                  <a:lnTo>
                    <a:pt x="34573" y="13259"/>
                  </a:lnTo>
                  <a:lnTo>
                    <a:pt x="34716" y="12958"/>
                  </a:lnTo>
                  <a:lnTo>
                    <a:pt x="34860" y="12644"/>
                  </a:lnTo>
                  <a:lnTo>
                    <a:pt x="34991" y="12331"/>
                  </a:lnTo>
                  <a:lnTo>
                    <a:pt x="35109" y="12017"/>
                  </a:lnTo>
                  <a:lnTo>
                    <a:pt x="35213" y="11677"/>
                  </a:lnTo>
                  <a:lnTo>
                    <a:pt x="35305" y="11337"/>
                  </a:lnTo>
                  <a:lnTo>
                    <a:pt x="35383" y="10997"/>
                  </a:lnTo>
                  <a:lnTo>
                    <a:pt x="35462" y="10644"/>
                  </a:lnTo>
                  <a:lnTo>
                    <a:pt x="35514" y="10278"/>
                  </a:lnTo>
                  <a:lnTo>
                    <a:pt x="35553" y="9912"/>
                  </a:lnTo>
                  <a:lnTo>
                    <a:pt x="35579" y="9480"/>
                  </a:lnTo>
                  <a:lnTo>
                    <a:pt x="35593" y="9075"/>
                  </a:lnTo>
                  <a:lnTo>
                    <a:pt x="35593" y="8669"/>
                  </a:lnTo>
                  <a:lnTo>
                    <a:pt x="35566" y="8277"/>
                  </a:lnTo>
                  <a:lnTo>
                    <a:pt x="35527" y="7898"/>
                  </a:lnTo>
                  <a:lnTo>
                    <a:pt x="35475" y="7532"/>
                  </a:lnTo>
                  <a:lnTo>
                    <a:pt x="35409" y="7166"/>
                  </a:lnTo>
                  <a:lnTo>
                    <a:pt x="35318" y="6813"/>
                  </a:lnTo>
                  <a:lnTo>
                    <a:pt x="35226" y="6486"/>
                  </a:lnTo>
                  <a:lnTo>
                    <a:pt x="35109" y="6159"/>
                  </a:lnTo>
                  <a:lnTo>
                    <a:pt x="34978" y="5832"/>
                  </a:lnTo>
                  <a:lnTo>
                    <a:pt x="34847" y="5531"/>
                  </a:lnTo>
                  <a:lnTo>
                    <a:pt x="34690" y="5230"/>
                  </a:lnTo>
                  <a:lnTo>
                    <a:pt x="34520" y="4943"/>
                  </a:lnTo>
                  <a:lnTo>
                    <a:pt x="34337" y="4668"/>
                  </a:lnTo>
                  <a:lnTo>
                    <a:pt x="34154" y="4394"/>
                  </a:lnTo>
                  <a:lnTo>
                    <a:pt x="33945" y="4132"/>
                  </a:lnTo>
                  <a:lnTo>
                    <a:pt x="33736" y="3884"/>
                  </a:lnTo>
                  <a:lnTo>
                    <a:pt x="33514" y="3648"/>
                  </a:lnTo>
                  <a:lnTo>
                    <a:pt x="33278" y="3413"/>
                  </a:lnTo>
                  <a:lnTo>
                    <a:pt x="33030" y="3191"/>
                  </a:lnTo>
                  <a:lnTo>
                    <a:pt x="32781" y="2981"/>
                  </a:lnTo>
                  <a:lnTo>
                    <a:pt x="32507" y="2772"/>
                  </a:lnTo>
                  <a:lnTo>
                    <a:pt x="32245" y="2576"/>
                  </a:lnTo>
                  <a:lnTo>
                    <a:pt x="31958" y="2380"/>
                  </a:lnTo>
                  <a:lnTo>
                    <a:pt x="31670" y="2197"/>
                  </a:lnTo>
                  <a:lnTo>
                    <a:pt x="31369" y="2027"/>
                  </a:lnTo>
                  <a:lnTo>
                    <a:pt x="31068" y="1870"/>
                  </a:lnTo>
                  <a:lnTo>
                    <a:pt x="30755" y="1713"/>
                  </a:lnTo>
                  <a:lnTo>
                    <a:pt x="30441" y="1556"/>
                  </a:lnTo>
                  <a:lnTo>
                    <a:pt x="30114" y="1425"/>
                  </a:lnTo>
                  <a:lnTo>
                    <a:pt x="29787" y="1282"/>
                  </a:lnTo>
                  <a:lnTo>
                    <a:pt x="29447" y="1164"/>
                  </a:lnTo>
                  <a:lnTo>
                    <a:pt x="29107" y="1046"/>
                  </a:lnTo>
                  <a:lnTo>
                    <a:pt x="28754" y="929"/>
                  </a:lnTo>
                  <a:lnTo>
                    <a:pt x="28414" y="824"/>
                  </a:lnTo>
                  <a:lnTo>
                    <a:pt x="27695" y="641"/>
                  </a:lnTo>
                  <a:lnTo>
                    <a:pt x="26976" y="471"/>
                  </a:lnTo>
                  <a:lnTo>
                    <a:pt x="26243" y="340"/>
                  </a:lnTo>
                  <a:lnTo>
                    <a:pt x="25498" y="223"/>
                  </a:lnTo>
                  <a:lnTo>
                    <a:pt x="24753" y="144"/>
                  </a:lnTo>
                  <a:lnTo>
                    <a:pt x="24021" y="79"/>
                  </a:lnTo>
                  <a:lnTo>
                    <a:pt x="23275" y="26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8"/>
            <p:cNvSpPr/>
            <p:nvPr/>
          </p:nvSpPr>
          <p:spPr>
            <a:xfrm>
              <a:off x="4809300" y="238125"/>
              <a:ext cx="1575300" cy="1900875"/>
            </a:xfrm>
            <a:custGeom>
              <a:avLst/>
              <a:gdLst/>
              <a:ahLst/>
              <a:cxnLst/>
              <a:rect l="l" t="t" r="r" b="b"/>
              <a:pathLst>
                <a:path w="63012" h="76035" extrusionOk="0">
                  <a:moveTo>
                    <a:pt x="23719" y="0"/>
                  </a:moveTo>
                  <a:lnTo>
                    <a:pt x="22922" y="13"/>
                  </a:lnTo>
                  <a:lnTo>
                    <a:pt x="22124" y="39"/>
                  </a:lnTo>
                  <a:lnTo>
                    <a:pt x="21326" y="118"/>
                  </a:lnTo>
                  <a:lnTo>
                    <a:pt x="20503" y="209"/>
                  </a:lnTo>
                  <a:lnTo>
                    <a:pt x="19679" y="340"/>
                  </a:lnTo>
                  <a:lnTo>
                    <a:pt x="18842" y="510"/>
                  </a:lnTo>
                  <a:lnTo>
                    <a:pt x="18005" y="693"/>
                  </a:lnTo>
                  <a:lnTo>
                    <a:pt x="17155" y="928"/>
                  </a:lnTo>
                  <a:lnTo>
                    <a:pt x="16292" y="1190"/>
                  </a:lnTo>
                  <a:lnTo>
                    <a:pt x="15416" y="1478"/>
                  </a:lnTo>
                  <a:lnTo>
                    <a:pt x="14540" y="1804"/>
                  </a:lnTo>
                  <a:lnTo>
                    <a:pt x="13651" y="2171"/>
                  </a:lnTo>
                  <a:lnTo>
                    <a:pt x="12762" y="2563"/>
                  </a:lnTo>
                  <a:lnTo>
                    <a:pt x="11847" y="2994"/>
                  </a:lnTo>
                  <a:lnTo>
                    <a:pt x="10931" y="3465"/>
                  </a:lnTo>
                  <a:lnTo>
                    <a:pt x="10016" y="3962"/>
                  </a:lnTo>
                  <a:lnTo>
                    <a:pt x="9807" y="4080"/>
                  </a:lnTo>
                  <a:lnTo>
                    <a:pt x="9218" y="4433"/>
                  </a:lnTo>
                  <a:lnTo>
                    <a:pt x="8787" y="4707"/>
                  </a:lnTo>
                  <a:lnTo>
                    <a:pt x="8303" y="5034"/>
                  </a:lnTo>
                  <a:lnTo>
                    <a:pt x="7741" y="5413"/>
                  </a:lnTo>
                  <a:lnTo>
                    <a:pt x="7113" y="5858"/>
                  </a:lnTo>
                  <a:lnTo>
                    <a:pt x="6433" y="6355"/>
                  </a:lnTo>
                  <a:lnTo>
                    <a:pt x="5714" y="6904"/>
                  </a:lnTo>
                  <a:lnTo>
                    <a:pt x="4956" y="7518"/>
                  </a:lnTo>
                  <a:lnTo>
                    <a:pt x="4158" y="8198"/>
                  </a:lnTo>
                  <a:lnTo>
                    <a:pt x="3334" y="8931"/>
                  </a:lnTo>
                  <a:lnTo>
                    <a:pt x="2916" y="9310"/>
                  </a:lnTo>
                  <a:lnTo>
                    <a:pt x="2484" y="9715"/>
                  </a:lnTo>
                  <a:lnTo>
                    <a:pt x="2066" y="10134"/>
                  </a:lnTo>
                  <a:lnTo>
                    <a:pt x="1635" y="10565"/>
                  </a:lnTo>
                  <a:lnTo>
                    <a:pt x="1203" y="11010"/>
                  </a:lnTo>
                  <a:lnTo>
                    <a:pt x="772" y="11467"/>
                  </a:lnTo>
                  <a:lnTo>
                    <a:pt x="667" y="11585"/>
                  </a:lnTo>
                  <a:lnTo>
                    <a:pt x="575" y="11716"/>
                  </a:lnTo>
                  <a:lnTo>
                    <a:pt x="484" y="11860"/>
                  </a:lnTo>
                  <a:lnTo>
                    <a:pt x="405" y="12003"/>
                  </a:lnTo>
                  <a:lnTo>
                    <a:pt x="340" y="12160"/>
                  </a:lnTo>
                  <a:lnTo>
                    <a:pt x="275" y="12317"/>
                  </a:lnTo>
                  <a:lnTo>
                    <a:pt x="209" y="12487"/>
                  </a:lnTo>
                  <a:lnTo>
                    <a:pt x="157" y="12670"/>
                  </a:lnTo>
                  <a:lnTo>
                    <a:pt x="118" y="12853"/>
                  </a:lnTo>
                  <a:lnTo>
                    <a:pt x="79" y="13049"/>
                  </a:lnTo>
                  <a:lnTo>
                    <a:pt x="52" y="13246"/>
                  </a:lnTo>
                  <a:lnTo>
                    <a:pt x="26" y="13455"/>
                  </a:lnTo>
                  <a:lnTo>
                    <a:pt x="0" y="13899"/>
                  </a:lnTo>
                  <a:lnTo>
                    <a:pt x="13" y="14370"/>
                  </a:lnTo>
                  <a:lnTo>
                    <a:pt x="39" y="14854"/>
                  </a:lnTo>
                  <a:lnTo>
                    <a:pt x="92" y="15377"/>
                  </a:lnTo>
                  <a:lnTo>
                    <a:pt x="170" y="15926"/>
                  </a:lnTo>
                  <a:lnTo>
                    <a:pt x="275" y="16501"/>
                  </a:lnTo>
                  <a:lnTo>
                    <a:pt x="405" y="17090"/>
                  </a:lnTo>
                  <a:lnTo>
                    <a:pt x="549" y="17704"/>
                  </a:lnTo>
                  <a:lnTo>
                    <a:pt x="732" y="18345"/>
                  </a:lnTo>
                  <a:lnTo>
                    <a:pt x="928" y="19012"/>
                  </a:lnTo>
                  <a:lnTo>
                    <a:pt x="1138" y="19679"/>
                  </a:lnTo>
                  <a:lnTo>
                    <a:pt x="1373" y="20385"/>
                  </a:lnTo>
                  <a:lnTo>
                    <a:pt x="1635" y="21104"/>
                  </a:lnTo>
                  <a:lnTo>
                    <a:pt x="1909" y="21836"/>
                  </a:lnTo>
                  <a:lnTo>
                    <a:pt x="2197" y="22582"/>
                  </a:lnTo>
                  <a:lnTo>
                    <a:pt x="2511" y="23340"/>
                  </a:lnTo>
                  <a:lnTo>
                    <a:pt x="2837" y="24125"/>
                  </a:lnTo>
                  <a:lnTo>
                    <a:pt x="3191" y="24922"/>
                  </a:lnTo>
                  <a:lnTo>
                    <a:pt x="3544" y="25720"/>
                  </a:lnTo>
                  <a:lnTo>
                    <a:pt x="3923" y="26530"/>
                  </a:lnTo>
                  <a:lnTo>
                    <a:pt x="4315" y="27367"/>
                  </a:lnTo>
                  <a:lnTo>
                    <a:pt x="4720" y="28204"/>
                  </a:lnTo>
                  <a:lnTo>
                    <a:pt x="5570" y="29891"/>
                  </a:lnTo>
                  <a:lnTo>
                    <a:pt x="6472" y="31617"/>
                  </a:lnTo>
                  <a:lnTo>
                    <a:pt x="7401" y="33369"/>
                  </a:lnTo>
                  <a:lnTo>
                    <a:pt x="8382" y="35121"/>
                  </a:lnTo>
                  <a:lnTo>
                    <a:pt x="9388" y="36886"/>
                  </a:lnTo>
                  <a:lnTo>
                    <a:pt x="10421" y="38638"/>
                  </a:lnTo>
                  <a:lnTo>
                    <a:pt x="11480" y="40391"/>
                  </a:lnTo>
                  <a:lnTo>
                    <a:pt x="12553" y="42130"/>
                  </a:lnTo>
                  <a:lnTo>
                    <a:pt x="13638" y="43830"/>
                  </a:lnTo>
                  <a:lnTo>
                    <a:pt x="14723" y="45503"/>
                  </a:lnTo>
                  <a:lnTo>
                    <a:pt x="15822" y="47151"/>
                  </a:lnTo>
                  <a:lnTo>
                    <a:pt x="16907" y="48733"/>
                  </a:lnTo>
                  <a:lnTo>
                    <a:pt x="17979" y="50276"/>
                  </a:lnTo>
                  <a:lnTo>
                    <a:pt x="19038" y="51740"/>
                  </a:lnTo>
                  <a:lnTo>
                    <a:pt x="20071" y="53152"/>
                  </a:lnTo>
                  <a:lnTo>
                    <a:pt x="21091" y="54473"/>
                  </a:lnTo>
                  <a:lnTo>
                    <a:pt x="22072" y="55715"/>
                  </a:lnTo>
                  <a:lnTo>
                    <a:pt x="23026" y="56866"/>
                  </a:lnTo>
                  <a:lnTo>
                    <a:pt x="23771" y="57755"/>
                  </a:lnTo>
                  <a:lnTo>
                    <a:pt x="24556" y="58670"/>
                  </a:lnTo>
                  <a:lnTo>
                    <a:pt x="25393" y="59612"/>
                  </a:lnTo>
                  <a:lnTo>
                    <a:pt x="26282" y="60592"/>
                  </a:lnTo>
                  <a:lnTo>
                    <a:pt x="27197" y="61586"/>
                  </a:lnTo>
                  <a:lnTo>
                    <a:pt x="28152" y="62593"/>
                  </a:lnTo>
                  <a:lnTo>
                    <a:pt x="29146" y="63600"/>
                  </a:lnTo>
                  <a:lnTo>
                    <a:pt x="30179" y="64620"/>
                  </a:lnTo>
                  <a:lnTo>
                    <a:pt x="31238" y="65627"/>
                  </a:lnTo>
                  <a:lnTo>
                    <a:pt x="32323" y="66620"/>
                  </a:lnTo>
                  <a:lnTo>
                    <a:pt x="32872" y="67117"/>
                  </a:lnTo>
                  <a:lnTo>
                    <a:pt x="33434" y="67601"/>
                  </a:lnTo>
                  <a:lnTo>
                    <a:pt x="34010" y="68085"/>
                  </a:lnTo>
                  <a:lnTo>
                    <a:pt x="34572" y="68556"/>
                  </a:lnTo>
                  <a:lnTo>
                    <a:pt x="35160" y="69026"/>
                  </a:lnTo>
                  <a:lnTo>
                    <a:pt x="35749" y="69484"/>
                  </a:lnTo>
                  <a:lnTo>
                    <a:pt x="36337" y="69942"/>
                  </a:lnTo>
                  <a:lnTo>
                    <a:pt x="36926" y="70373"/>
                  </a:lnTo>
                  <a:lnTo>
                    <a:pt x="37527" y="70805"/>
                  </a:lnTo>
                  <a:lnTo>
                    <a:pt x="38142" y="71223"/>
                  </a:lnTo>
                  <a:lnTo>
                    <a:pt x="38743" y="71628"/>
                  </a:lnTo>
                  <a:lnTo>
                    <a:pt x="39358" y="72021"/>
                  </a:lnTo>
                  <a:lnTo>
                    <a:pt x="39985" y="72400"/>
                  </a:lnTo>
                  <a:lnTo>
                    <a:pt x="40600" y="72766"/>
                  </a:lnTo>
                  <a:lnTo>
                    <a:pt x="41227" y="73119"/>
                  </a:lnTo>
                  <a:lnTo>
                    <a:pt x="41855" y="73459"/>
                  </a:lnTo>
                  <a:lnTo>
                    <a:pt x="42483" y="73773"/>
                  </a:lnTo>
                  <a:lnTo>
                    <a:pt x="43123" y="74073"/>
                  </a:lnTo>
                  <a:lnTo>
                    <a:pt x="43751" y="74348"/>
                  </a:lnTo>
                  <a:lnTo>
                    <a:pt x="44392" y="74610"/>
                  </a:lnTo>
                  <a:lnTo>
                    <a:pt x="45032" y="74858"/>
                  </a:lnTo>
                  <a:lnTo>
                    <a:pt x="45673" y="75080"/>
                  </a:lnTo>
                  <a:lnTo>
                    <a:pt x="46314" y="75289"/>
                  </a:lnTo>
                  <a:lnTo>
                    <a:pt x="46968" y="75459"/>
                  </a:lnTo>
                  <a:lnTo>
                    <a:pt x="47608" y="75616"/>
                  </a:lnTo>
                  <a:lnTo>
                    <a:pt x="48249" y="75747"/>
                  </a:lnTo>
                  <a:lnTo>
                    <a:pt x="48903" y="75865"/>
                  </a:lnTo>
                  <a:lnTo>
                    <a:pt x="49543" y="75943"/>
                  </a:lnTo>
                  <a:lnTo>
                    <a:pt x="50184" y="75996"/>
                  </a:lnTo>
                  <a:lnTo>
                    <a:pt x="50838" y="76035"/>
                  </a:lnTo>
                  <a:lnTo>
                    <a:pt x="51479" y="76035"/>
                  </a:lnTo>
                  <a:lnTo>
                    <a:pt x="52119" y="76009"/>
                  </a:lnTo>
                  <a:lnTo>
                    <a:pt x="52760" y="75956"/>
                  </a:lnTo>
                  <a:lnTo>
                    <a:pt x="53401" y="75878"/>
                  </a:lnTo>
                  <a:lnTo>
                    <a:pt x="54041" y="75760"/>
                  </a:lnTo>
                  <a:lnTo>
                    <a:pt x="54355" y="75695"/>
                  </a:lnTo>
                  <a:lnTo>
                    <a:pt x="54682" y="75616"/>
                  </a:lnTo>
                  <a:lnTo>
                    <a:pt x="54996" y="75525"/>
                  </a:lnTo>
                  <a:lnTo>
                    <a:pt x="55310" y="75433"/>
                  </a:lnTo>
                  <a:lnTo>
                    <a:pt x="55624" y="75342"/>
                  </a:lnTo>
                  <a:lnTo>
                    <a:pt x="55937" y="75224"/>
                  </a:lnTo>
                  <a:lnTo>
                    <a:pt x="56264" y="75106"/>
                  </a:lnTo>
                  <a:lnTo>
                    <a:pt x="56578" y="74989"/>
                  </a:lnTo>
                  <a:lnTo>
                    <a:pt x="56892" y="74845"/>
                  </a:lnTo>
                  <a:lnTo>
                    <a:pt x="57193" y="74714"/>
                  </a:lnTo>
                  <a:lnTo>
                    <a:pt x="57507" y="74557"/>
                  </a:lnTo>
                  <a:lnTo>
                    <a:pt x="57820" y="74400"/>
                  </a:lnTo>
                  <a:lnTo>
                    <a:pt x="58134" y="74230"/>
                  </a:lnTo>
                  <a:lnTo>
                    <a:pt x="58435" y="74047"/>
                  </a:lnTo>
                  <a:lnTo>
                    <a:pt x="58749" y="73864"/>
                  </a:lnTo>
                  <a:lnTo>
                    <a:pt x="59049" y="73668"/>
                  </a:lnTo>
                  <a:lnTo>
                    <a:pt x="59363" y="73459"/>
                  </a:lnTo>
                  <a:lnTo>
                    <a:pt x="59664" y="73237"/>
                  </a:lnTo>
                  <a:lnTo>
                    <a:pt x="59899" y="73067"/>
                  </a:lnTo>
                  <a:lnTo>
                    <a:pt x="60109" y="72884"/>
                  </a:lnTo>
                  <a:lnTo>
                    <a:pt x="60331" y="72700"/>
                  </a:lnTo>
                  <a:lnTo>
                    <a:pt x="60527" y="72504"/>
                  </a:lnTo>
                  <a:lnTo>
                    <a:pt x="60723" y="72295"/>
                  </a:lnTo>
                  <a:lnTo>
                    <a:pt x="60906" y="72086"/>
                  </a:lnTo>
                  <a:lnTo>
                    <a:pt x="61076" y="71864"/>
                  </a:lnTo>
                  <a:lnTo>
                    <a:pt x="61246" y="71641"/>
                  </a:lnTo>
                  <a:lnTo>
                    <a:pt x="61403" y="71406"/>
                  </a:lnTo>
                  <a:lnTo>
                    <a:pt x="61560" y="71158"/>
                  </a:lnTo>
                  <a:lnTo>
                    <a:pt x="61704" y="70909"/>
                  </a:lnTo>
                  <a:lnTo>
                    <a:pt x="61835" y="70661"/>
                  </a:lnTo>
                  <a:lnTo>
                    <a:pt x="61965" y="70399"/>
                  </a:lnTo>
                  <a:lnTo>
                    <a:pt x="62083" y="70125"/>
                  </a:lnTo>
                  <a:lnTo>
                    <a:pt x="62188" y="69850"/>
                  </a:lnTo>
                  <a:lnTo>
                    <a:pt x="62292" y="69575"/>
                  </a:lnTo>
                  <a:lnTo>
                    <a:pt x="62384" y="69288"/>
                  </a:lnTo>
                  <a:lnTo>
                    <a:pt x="62475" y="68987"/>
                  </a:lnTo>
                  <a:lnTo>
                    <a:pt x="62554" y="68686"/>
                  </a:lnTo>
                  <a:lnTo>
                    <a:pt x="62632" y="68386"/>
                  </a:lnTo>
                  <a:lnTo>
                    <a:pt x="62698" y="68072"/>
                  </a:lnTo>
                  <a:lnTo>
                    <a:pt x="62763" y="67758"/>
                  </a:lnTo>
                  <a:lnTo>
                    <a:pt x="62867" y="67104"/>
                  </a:lnTo>
                  <a:lnTo>
                    <a:pt x="62933" y="66437"/>
                  </a:lnTo>
                  <a:lnTo>
                    <a:pt x="62985" y="65744"/>
                  </a:lnTo>
                  <a:lnTo>
                    <a:pt x="63011" y="65038"/>
                  </a:lnTo>
                  <a:lnTo>
                    <a:pt x="63011" y="64319"/>
                  </a:lnTo>
                  <a:lnTo>
                    <a:pt x="62985" y="63574"/>
                  </a:lnTo>
                  <a:lnTo>
                    <a:pt x="62946" y="62815"/>
                  </a:lnTo>
                  <a:lnTo>
                    <a:pt x="62881" y="62031"/>
                  </a:lnTo>
                  <a:lnTo>
                    <a:pt x="62789" y="61246"/>
                  </a:lnTo>
                  <a:lnTo>
                    <a:pt x="62684" y="60449"/>
                  </a:lnTo>
                  <a:lnTo>
                    <a:pt x="62567" y="59638"/>
                  </a:lnTo>
                  <a:lnTo>
                    <a:pt x="62423" y="58814"/>
                  </a:lnTo>
                  <a:lnTo>
                    <a:pt x="62253" y="57977"/>
                  </a:lnTo>
                  <a:lnTo>
                    <a:pt x="62083" y="57127"/>
                  </a:lnTo>
                  <a:lnTo>
                    <a:pt x="61887" y="56278"/>
                  </a:lnTo>
                  <a:lnTo>
                    <a:pt x="61691" y="55428"/>
                  </a:lnTo>
                  <a:lnTo>
                    <a:pt x="61468" y="54565"/>
                  </a:lnTo>
                  <a:lnTo>
                    <a:pt x="61233" y="53702"/>
                  </a:lnTo>
                  <a:lnTo>
                    <a:pt x="60985" y="52826"/>
                  </a:lnTo>
                  <a:lnTo>
                    <a:pt x="60736" y="51949"/>
                  </a:lnTo>
                  <a:lnTo>
                    <a:pt x="60462" y="51073"/>
                  </a:lnTo>
                  <a:lnTo>
                    <a:pt x="60187" y="50197"/>
                  </a:lnTo>
                  <a:lnTo>
                    <a:pt x="59899" y="49321"/>
                  </a:lnTo>
                  <a:lnTo>
                    <a:pt x="59311" y="47582"/>
                  </a:lnTo>
                  <a:lnTo>
                    <a:pt x="58696" y="45843"/>
                  </a:lnTo>
                  <a:lnTo>
                    <a:pt x="58056" y="44130"/>
                  </a:lnTo>
                  <a:lnTo>
                    <a:pt x="57415" y="42457"/>
                  </a:lnTo>
                  <a:lnTo>
                    <a:pt x="56774" y="40809"/>
                  </a:lnTo>
                  <a:lnTo>
                    <a:pt x="56120" y="39201"/>
                  </a:lnTo>
                  <a:lnTo>
                    <a:pt x="55480" y="37658"/>
                  </a:lnTo>
                  <a:lnTo>
                    <a:pt x="54264" y="34768"/>
                  </a:lnTo>
                  <a:lnTo>
                    <a:pt x="53165" y="32179"/>
                  </a:lnTo>
                  <a:lnTo>
                    <a:pt x="52237" y="29969"/>
                  </a:lnTo>
                  <a:lnTo>
                    <a:pt x="51858" y="29015"/>
                  </a:lnTo>
                  <a:lnTo>
                    <a:pt x="51544" y="28191"/>
                  </a:lnTo>
                  <a:lnTo>
                    <a:pt x="51152" y="27171"/>
                  </a:lnTo>
                  <a:lnTo>
                    <a:pt x="50760" y="26164"/>
                  </a:lnTo>
                  <a:lnTo>
                    <a:pt x="50367" y="25171"/>
                  </a:lnTo>
                  <a:lnTo>
                    <a:pt x="49949" y="24190"/>
                  </a:lnTo>
                  <a:lnTo>
                    <a:pt x="49530" y="23235"/>
                  </a:lnTo>
                  <a:lnTo>
                    <a:pt x="49112" y="22281"/>
                  </a:lnTo>
                  <a:lnTo>
                    <a:pt x="48680" y="21339"/>
                  </a:lnTo>
                  <a:lnTo>
                    <a:pt x="48236" y="20424"/>
                  </a:lnTo>
                  <a:lnTo>
                    <a:pt x="47791" y="19509"/>
                  </a:lnTo>
                  <a:lnTo>
                    <a:pt x="47334" y="18620"/>
                  </a:lnTo>
                  <a:lnTo>
                    <a:pt x="46863" y="17744"/>
                  </a:lnTo>
                  <a:lnTo>
                    <a:pt x="46392" y="16894"/>
                  </a:lnTo>
                  <a:lnTo>
                    <a:pt x="45908" y="16044"/>
                  </a:lnTo>
                  <a:lnTo>
                    <a:pt x="45425" y="15220"/>
                  </a:lnTo>
                  <a:lnTo>
                    <a:pt x="44915" y="14422"/>
                  </a:lnTo>
                  <a:lnTo>
                    <a:pt x="44418" y="13625"/>
                  </a:lnTo>
                  <a:lnTo>
                    <a:pt x="43895" y="12853"/>
                  </a:lnTo>
                  <a:lnTo>
                    <a:pt x="43372" y="12108"/>
                  </a:lnTo>
                  <a:lnTo>
                    <a:pt x="42836" y="11376"/>
                  </a:lnTo>
                  <a:lnTo>
                    <a:pt x="42300" y="10657"/>
                  </a:lnTo>
                  <a:lnTo>
                    <a:pt x="41750" y="9964"/>
                  </a:lnTo>
                  <a:lnTo>
                    <a:pt x="41201" y="9284"/>
                  </a:lnTo>
                  <a:lnTo>
                    <a:pt x="40626" y="8630"/>
                  </a:lnTo>
                  <a:lnTo>
                    <a:pt x="40051" y="8002"/>
                  </a:lnTo>
                  <a:lnTo>
                    <a:pt x="39475" y="7388"/>
                  </a:lnTo>
                  <a:lnTo>
                    <a:pt x="38887" y="6799"/>
                  </a:lnTo>
                  <a:lnTo>
                    <a:pt x="38285" y="6224"/>
                  </a:lnTo>
                  <a:lnTo>
                    <a:pt x="37671" y="5675"/>
                  </a:lnTo>
                  <a:lnTo>
                    <a:pt x="37056" y="5152"/>
                  </a:lnTo>
                  <a:lnTo>
                    <a:pt x="36442" y="4655"/>
                  </a:lnTo>
                  <a:lnTo>
                    <a:pt x="35801" y="4184"/>
                  </a:lnTo>
                  <a:lnTo>
                    <a:pt x="35160" y="3727"/>
                  </a:lnTo>
                  <a:lnTo>
                    <a:pt x="34507" y="3295"/>
                  </a:lnTo>
                  <a:lnTo>
                    <a:pt x="33853" y="2890"/>
                  </a:lnTo>
                  <a:lnTo>
                    <a:pt x="33186" y="2511"/>
                  </a:lnTo>
                  <a:lnTo>
                    <a:pt x="32506" y="2157"/>
                  </a:lnTo>
                  <a:lnTo>
                    <a:pt x="31826" y="1831"/>
                  </a:lnTo>
                  <a:lnTo>
                    <a:pt x="31133" y="1517"/>
                  </a:lnTo>
                  <a:lnTo>
                    <a:pt x="30427" y="1242"/>
                  </a:lnTo>
                  <a:lnTo>
                    <a:pt x="29721" y="994"/>
                  </a:lnTo>
                  <a:lnTo>
                    <a:pt x="29002" y="771"/>
                  </a:lnTo>
                  <a:lnTo>
                    <a:pt x="28269" y="575"/>
                  </a:lnTo>
                  <a:lnTo>
                    <a:pt x="27537" y="405"/>
                  </a:lnTo>
                  <a:lnTo>
                    <a:pt x="26792" y="275"/>
                  </a:lnTo>
                  <a:lnTo>
                    <a:pt x="26034" y="157"/>
                  </a:lnTo>
                  <a:lnTo>
                    <a:pt x="25275" y="78"/>
                  </a:lnTo>
                  <a:lnTo>
                    <a:pt x="24491" y="26"/>
                  </a:lnTo>
                  <a:lnTo>
                    <a:pt x="237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8"/>
            <p:cNvSpPr/>
            <p:nvPr/>
          </p:nvSpPr>
          <p:spPr>
            <a:xfrm>
              <a:off x="2828000" y="238125"/>
              <a:ext cx="1575325" cy="1900875"/>
            </a:xfrm>
            <a:custGeom>
              <a:avLst/>
              <a:gdLst/>
              <a:ahLst/>
              <a:cxnLst/>
              <a:rect l="l" t="t" r="r" b="b"/>
              <a:pathLst>
                <a:path w="63013" h="76035" extrusionOk="0">
                  <a:moveTo>
                    <a:pt x="39293" y="0"/>
                  </a:moveTo>
                  <a:lnTo>
                    <a:pt x="38522" y="26"/>
                  </a:lnTo>
                  <a:lnTo>
                    <a:pt x="37750" y="78"/>
                  </a:lnTo>
                  <a:lnTo>
                    <a:pt x="36979" y="157"/>
                  </a:lnTo>
                  <a:lnTo>
                    <a:pt x="36220" y="275"/>
                  </a:lnTo>
                  <a:lnTo>
                    <a:pt x="35475" y="405"/>
                  </a:lnTo>
                  <a:lnTo>
                    <a:pt x="34743" y="575"/>
                  </a:lnTo>
                  <a:lnTo>
                    <a:pt x="34011" y="771"/>
                  </a:lnTo>
                  <a:lnTo>
                    <a:pt x="33291" y="994"/>
                  </a:lnTo>
                  <a:lnTo>
                    <a:pt x="32585" y="1242"/>
                  </a:lnTo>
                  <a:lnTo>
                    <a:pt x="31879" y="1517"/>
                  </a:lnTo>
                  <a:lnTo>
                    <a:pt x="31186" y="1831"/>
                  </a:lnTo>
                  <a:lnTo>
                    <a:pt x="30506" y="2157"/>
                  </a:lnTo>
                  <a:lnTo>
                    <a:pt x="29826" y="2511"/>
                  </a:lnTo>
                  <a:lnTo>
                    <a:pt x="29160" y="2890"/>
                  </a:lnTo>
                  <a:lnTo>
                    <a:pt x="28506" y="3295"/>
                  </a:lnTo>
                  <a:lnTo>
                    <a:pt x="27852" y="3727"/>
                  </a:lnTo>
                  <a:lnTo>
                    <a:pt x="27211" y="4184"/>
                  </a:lnTo>
                  <a:lnTo>
                    <a:pt x="26571" y="4655"/>
                  </a:lnTo>
                  <a:lnTo>
                    <a:pt x="25956" y="5152"/>
                  </a:lnTo>
                  <a:lnTo>
                    <a:pt x="25341" y="5675"/>
                  </a:lnTo>
                  <a:lnTo>
                    <a:pt x="24727" y="6224"/>
                  </a:lnTo>
                  <a:lnTo>
                    <a:pt x="24125" y="6799"/>
                  </a:lnTo>
                  <a:lnTo>
                    <a:pt x="23537" y="7388"/>
                  </a:lnTo>
                  <a:lnTo>
                    <a:pt x="22962" y="8002"/>
                  </a:lnTo>
                  <a:lnTo>
                    <a:pt x="22386" y="8630"/>
                  </a:lnTo>
                  <a:lnTo>
                    <a:pt x="21811" y="9284"/>
                  </a:lnTo>
                  <a:lnTo>
                    <a:pt x="21262" y="9964"/>
                  </a:lnTo>
                  <a:lnTo>
                    <a:pt x="20713" y="10657"/>
                  </a:lnTo>
                  <a:lnTo>
                    <a:pt x="20177" y="11376"/>
                  </a:lnTo>
                  <a:lnTo>
                    <a:pt x="19640" y="12108"/>
                  </a:lnTo>
                  <a:lnTo>
                    <a:pt x="19117" y="12853"/>
                  </a:lnTo>
                  <a:lnTo>
                    <a:pt x="18594" y="13625"/>
                  </a:lnTo>
                  <a:lnTo>
                    <a:pt x="18098" y="14422"/>
                  </a:lnTo>
                  <a:lnTo>
                    <a:pt x="17601" y="15220"/>
                  </a:lnTo>
                  <a:lnTo>
                    <a:pt x="17104" y="16044"/>
                  </a:lnTo>
                  <a:lnTo>
                    <a:pt x="16620" y="16894"/>
                  </a:lnTo>
                  <a:lnTo>
                    <a:pt x="16149" y="17744"/>
                  </a:lnTo>
                  <a:lnTo>
                    <a:pt x="15679" y="18620"/>
                  </a:lnTo>
                  <a:lnTo>
                    <a:pt x="15221" y="19509"/>
                  </a:lnTo>
                  <a:lnTo>
                    <a:pt x="14776" y="20424"/>
                  </a:lnTo>
                  <a:lnTo>
                    <a:pt x="14332" y="21339"/>
                  </a:lnTo>
                  <a:lnTo>
                    <a:pt x="13900" y="22281"/>
                  </a:lnTo>
                  <a:lnTo>
                    <a:pt x="13482" y="23235"/>
                  </a:lnTo>
                  <a:lnTo>
                    <a:pt x="13063" y="24190"/>
                  </a:lnTo>
                  <a:lnTo>
                    <a:pt x="12645" y="25171"/>
                  </a:lnTo>
                  <a:lnTo>
                    <a:pt x="12253" y="26164"/>
                  </a:lnTo>
                  <a:lnTo>
                    <a:pt x="11860" y="27171"/>
                  </a:lnTo>
                  <a:lnTo>
                    <a:pt x="11468" y="28191"/>
                  </a:lnTo>
                  <a:lnTo>
                    <a:pt x="11154" y="29015"/>
                  </a:lnTo>
                  <a:lnTo>
                    <a:pt x="10775" y="29969"/>
                  </a:lnTo>
                  <a:lnTo>
                    <a:pt x="9847" y="32179"/>
                  </a:lnTo>
                  <a:lnTo>
                    <a:pt x="8749" y="34768"/>
                  </a:lnTo>
                  <a:lnTo>
                    <a:pt x="7532" y="37658"/>
                  </a:lnTo>
                  <a:lnTo>
                    <a:pt x="6892" y="39201"/>
                  </a:lnTo>
                  <a:lnTo>
                    <a:pt x="6251" y="40809"/>
                  </a:lnTo>
                  <a:lnTo>
                    <a:pt x="5597" y="42457"/>
                  </a:lnTo>
                  <a:lnTo>
                    <a:pt x="4957" y="44130"/>
                  </a:lnTo>
                  <a:lnTo>
                    <a:pt x="4316" y="45843"/>
                  </a:lnTo>
                  <a:lnTo>
                    <a:pt x="3701" y="47582"/>
                  </a:lnTo>
                  <a:lnTo>
                    <a:pt x="3113" y="49321"/>
                  </a:lnTo>
                  <a:lnTo>
                    <a:pt x="2825" y="50197"/>
                  </a:lnTo>
                  <a:lnTo>
                    <a:pt x="2551" y="51073"/>
                  </a:lnTo>
                  <a:lnTo>
                    <a:pt x="2289" y="51949"/>
                  </a:lnTo>
                  <a:lnTo>
                    <a:pt x="2028" y="52826"/>
                  </a:lnTo>
                  <a:lnTo>
                    <a:pt x="1779" y="53702"/>
                  </a:lnTo>
                  <a:lnTo>
                    <a:pt x="1544" y="54565"/>
                  </a:lnTo>
                  <a:lnTo>
                    <a:pt x="1335" y="55428"/>
                  </a:lnTo>
                  <a:lnTo>
                    <a:pt x="1125" y="56278"/>
                  </a:lnTo>
                  <a:lnTo>
                    <a:pt x="929" y="57127"/>
                  </a:lnTo>
                  <a:lnTo>
                    <a:pt x="759" y="57977"/>
                  </a:lnTo>
                  <a:lnTo>
                    <a:pt x="589" y="58814"/>
                  </a:lnTo>
                  <a:lnTo>
                    <a:pt x="446" y="59638"/>
                  </a:lnTo>
                  <a:lnTo>
                    <a:pt x="328" y="60449"/>
                  </a:lnTo>
                  <a:lnTo>
                    <a:pt x="223" y="61246"/>
                  </a:lnTo>
                  <a:lnTo>
                    <a:pt x="132" y="62031"/>
                  </a:lnTo>
                  <a:lnTo>
                    <a:pt x="66" y="62815"/>
                  </a:lnTo>
                  <a:lnTo>
                    <a:pt x="27" y="63574"/>
                  </a:lnTo>
                  <a:lnTo>
                    <a:pt x="1" y="64319"/>
                  </a:lnTo>
                  <a:lnTo>
                    <a:pt x="1" y="65038"/>
                  </a:lnTo>
                  <a:lnTo>
                    <a:pt x="27" y="65744"/>
                  </a:lnTo>
                  <a:lnTo>
                    <a:pt x="79" y="66437"/>
                  </a:lnTo>
                  <a:lnTo>
                    <a:pt x="145" y="67104"/>
                  </a:lnTo>
                  <a:lnTo>
                    <a:pt x="249" y="67758"/>
                  </a:lnTo>
                  <a:lnTo>
                    <a:pt x="315" y="68072"/>
                  </a:lnTo>
                  <a:lnTo>
                    <a:pt x="380" y="68386"/>
                  </a:lnTo>
                  <a:lnTo>
                    <a:pt x="459" y="68686"/>
                  </a:lnTo>
                  <a:lnTo>
                    <a:pt x="537" y="68987"/>
                  </a:lnTo>
                  <a:lnTo>
                    <a:pt x="629" y="69288"/>
                  </a:lnTo>
                  <a:lnTo>
                    <a:pt x="720" y="69575"/>
                  </a:lnTo>
                  <a:lnTo>
                    <a:pt x="825" y="69850"/>
                  </a:lnTo>
                  <a:lnTo>
                    <a:pt x="929" y="70125"/>
                  </a:lnTo>
                  <a:lnTo>
                    <a:pt x="1060" y="70399"/>
                  </a:lnTo>
                  <a:lnTo>
                    <a:pt x="1178" y="70661"/>
                  </a:lnTo>
                  <a:lnTo>
                    <a:pt x="1322" y="70909"/>
                  </a:lnTo>
                  <a:lnTo>
                    <a:pt x="1452" y="71158"/>
                  </a:lnTo>
                  <a:lnTo>
                    <a:pt x="1609" y="71406"/>
                  </a:lnTo>
                  <a:lnTo>
                    <a:pt x="1766" y="71641"/>
                  </a:lnTo>
                  <a:lnTo>
                    <a:pt x="1936" y="71864"/>
                  </a:lnTo>
                  <a:lnTo>
                    <a:pt x="2106" y="72086"/>
                  </a:lnTo>
                  <a:lnTo>
                    <a:pt x="2289" y="72295"/>
                  </a:lnTo>
                  <a:lnTo>
                    <a:pt x="2485" y="72504"/>
                  </a:lnTo>
                  <a:lnTo>
                    <a:pt x="2695" y="72700"/>
                  </a:lnTo>
                  <a:lnTo>
                    <a:pt x="2904" y="72884"/>
                  </a:lnTo>
                  <a:lnTo>
                    <a:pt x="3113" y="73067"/>
                  </a:lnTo>
                  <a:lnTo>
                    <a:pt x="3348" y="73237"/>
                  </a:lnTo>
                  <a:lnTo>
                    <a:pt x="3649" y="73459"/>
                  </a:lnTo>
                  <a:lnTo>
                    <a:pt x="3963" y="73668"/>
                  </a:lnTo>
                  <a:lnTo>
                    <a:pt x="4264" y="73864"/>
                  </a:lnTo>
                  <a:lnTo>
                    <a:pt x="4577" y="74047"/>
                  </a:lnTo>
                  <a:lnTo>
                    <a:pt x="4878" y="74230"/>
                  </a:lnTo>
                  <a:lnTo>
                    <a:pt x="5192" y="74400"/>
                  </a:lnTo>
                  <a:lnTo>
                    <a:pt x="5506" y="74557"/>
                  </a:lnTo>
                  <a:lnTo>
                    <a:pt x="5820" y="74714"/>
                  </a:lnTo>
                  <a:lnTo>
                    <a:pt x="6133" y="74845"/>
                  </a:lnTo>
                  <a:lnTo>
                    <a:pt x="6447" y="74989"/>
                  </a:lnTo>
                  <a:lnTo>
                    <a:pt x="6761" y="75106"/>
                  </a:lnTo>
                  <a:lnTo>
                    <a:pt x="7075" y="75224"/>
                  </a:lnTo>
                  <a:lnTo>
                    <a:pt x="7389" y="75342"/>
                  </a:lnTo>
                  <a:lnTo>
                    <a:pt x="7702" y="75433"/>
                  </a:lnTo>
                  <a:lnTo>
                    <a:pt x="8016" y="75525"/>
                  </a:lnTo>
                  <a:lnTo>
                    <a:pt x="8330" y="75616"/>
                  </a:lnTo>
                  <a:lnTo>
                    <a:pt x="8657" y="75695"/>
                  </a:lnTo>
                  <a:lnTo>
                    <a:pt x="8971" y="75760"/>
                  </a:lnTo>
                  <a:lnTo>
                    <a:pt x="9611" y="75878"/>
                  </a:lnTo>
                  <a:lnTo>
                    <a:pt x="10252" y="75956"/>
                  </a:lnTo>
                  <a:lnTo>
                    <a:pt x="10893" y="76009"/>
                  </a:lnTo>
                  <a:lnTo>
                    <a:pt x="11534" y="76035"/>
                  </a:lnTo>
                  <a:lnTo>
                    <a:pt x="12174" y="76035"/>
                  </a:lnTo>
                  <a:lnTo>
                    <a:pt x="12828" y="75996"/>
                  </a:lnTo>
                  <a:lnTo>
                    <a:pt x="13469" y="75943"/>
                  </a:lnTo>
                  <a:lnTo>
                    <a:pt x="14123" y="75865"/>
                  </a:lnTo>
                  <a:lnTo>
                    <a:pt x="14763" y="75747"/>
                  </a:lnTo>
                  <a:lnTo>
                    <a:pt x="15404" y="75616"/>
                  </a:lnTo>
                  <a:lnTo>
                    <a:pt x="16058" y="75459"/>
                  </a:lnTo>
                  <a:lnTo>
                    <a:pt x="16698" y="75289"/>
                  </a:lnTo>
                  <a:lnTo>
                    <a:pt x="17339" y="75080"/>
                  </a:lnTo>
                  <a:lnTo>
                    <a:pt x="17980" y="74858"/>
                  </a:lnTo>
                  <a:lnTo>
                    <a:pt x="18621" y="74610"/>
                  </a:lnTo>
                  <a:lnTo>
                    <a:pt x="19261" y="74348"/>
                  </a:lnTo>
                  <a:lnTo>
                    <a:pt x="19889" y="74073"/>
                  </a:lnTo>
                  <a:lnTo>
                    <a:pt x="20530" y="73773"/>
                  </a:lnTo>
                  <a:lnTo>
                    <a:pt x="21157" y="73459"/>
                  </a:lnTo>
                  <a:lnTo>
                    <a:pt x="21785" y="73119"/>
                  </a:lnTo>
                  <a:lnTo>
                    <a:pt x="22413" y="72766"/>
                  </a:lnTo>
                  <a:lnTo>
                    <a:pt x="23027" y="72400"/>
                  </a:lnTo>
                  <a:lnTo>
                    <a:pt x="23655" y="72021"/>
                  </a:lnTo>
                  <a:lnTo>
                    <a:pt x="24269" y="71628"/>
                  </a:lnTo>
                  <a:lnTo>
                    <a:pt x="24871" y="71223"/>
                  </a:lnTo>
                  <a:lnTo>
                    <a:pt x="25485" y="70805"/>
                  </a:lnTo>
                  <a:lnTo>
                    <a:pt x="26087" y="70373"/>
                  </a:lnTo>
                  <a:lnTo>
                    <a:pt x="26675" y="69942"/>
                  </a:lnTo>
                  <a:lnTo>
                    <a:pt x="27264" y="69484"/>
                  </a:lnTo>
                  <a:lnTo>
                    <a:pt x="27852" y="69026"/>
                  </a:lnTo>
                  <a:lnTo>
                    <a:pt x="28440" y="68556"/>
                  </a:lnTo>
                  <a:lnTo>
                    <a:pt x="29016" y="68085"/>
                  </a:lnTo>
                  <a:lnTo>
                    <a:pt x="29578" y="67601"/>
                  </a:lnTo>
                  <a:lnTo>
                    <a:pt x="30140" y="67117"/>
                  </a:lnTo>
                  <a:lnTo>
                    <a:pt x="30689" y="66620"/>
                  </a:lnTo>
                  <a:lnTo>
                    <a:pt x="31788" y="65627"/>
                  </a:lnTo>
                  <a:lnTo>
                    <a:pt x="32847" y="64620"/>
                  </a:lnTo>
                  <a:lnTo>
                    <a:pt x="33867" y="63600"/>
                  </a:lnTo>
                  <a:lnTo>
                    <a:pt x="34860" y="62593"/>
                  </a:lnTo>
                  <a:lnTo>
                    <a:pt x="35815" y="61586"/>
                  </a:lnTo>
                  <a:lnTo>
                    <a:pt x="36730" y="60592"/>
                  </a:lnTo>
                  <a:lnTo>
                    <a:pt x="37619" y="59612"/>
                  </a:lnTo>
                  <a:lnTo>
                    <a:pt x="38456" y="58670"/>
                  </a:lnTo>
                  <a:lnTo>
                    <a:pt x="39241" y="57755"/>
                  </a:lnTo>
                  <a:lnTo>
                    <a:pt x="39986" y="56866"/>
                  </a:lnTo>
                  <a:lnTo>
                    <a:pt x="40941" y="55715"/>
                  </a:lnTo>
                  <a:lnTo>
                    <a:pt x="41921" y="54473"/>
                  </a:lnTo>
                  <a:lnTo>
                    <a:pt x="42941" y="53152"/>
                  </a:lnTo>
                  <a:lnTo>
                    <a:pt x="43974" y="51740"/>
                  </a:lnTo>
                  <a:lnTo>
                    <a:pt x="45033" y="50276"/>
                  </a:lnTo>
                  <a:lnTo>
                    <a:pt x="46105" y="48733"/>
                  </a:lnTo>
                  <a:lnTo>
                    <a:pt x="47191" y="47151"/>
                  </a:lnTo>
                  <a:lnTo>
                    <a:pt x="48289" y="45503"/>
                  </a:lnTo>
                  <a:lnTo>
                    <a:pt x="49374" y="43830"/>
                  </a:lnTo>
                  <a:lnTo>
                    <a:pt x="50460" y="42130"/>
                  </a:lnTo>
                  <a:lnTo>
                    <a:pt x="51532" y="40391"/>
                  </a:lnTo>
                  <a:lnTo>
                    <a:pt x="52591" y="38638"/>
                  </a:lnTo>
                  <a:lnTo>
                    <a:pt x="53624" y="36886"/>
                  </a:lnTo>
                  <a:lnTo>
                    <a:pt x="54631" y="35121"/>
                  </a:lnTo>
                  <a:lnTo>
                    <a:pt x="55611" y="33369"/>
                  </a:lnTo>
                  <a:lnTo>
                    <a:pt x="56540" y="31617"/>
                  </a:lnTo>
                  <a:lnTo>
                    <a:pt x="57442" y="29891"/>
                  </a:lnTo>
                  <a:lnTo>
                    <a:pt x="58292" y="28204"/>
                  </a:lnTo>
                  <a:lnTo>
                    <a:pt x="58697" y="27367"/>
                  </a:lnTo>
                  <a:lnTo>
                    <a:pt x="59090" y="26530"/>
                  </a:lnTo>
                  <a:lnTo>
                    <a:pt x="59469" y="25720"/>
                  </a:lnTo>
                  <a:lnTo>
                    <a:pt x="59822" y="24922"/>
                  </a:lnTo>
                  <a:lnTo>
                    <a:pt x="60175" y="24125"/>
                  </a:lnTo>
                  <a:lnTo>
                    <a:pt x="60502" y="23340"/>
                  </a:lnTo>
                  <a:lnTo>
                    <a:pt x="60815" y="22582"/>
                  </a:lnTo>
                  <a:lnTo>
                    <a:pt x="61103" y="21836"/>
                  </a:lnTo>
                  <a:lnTo>
                    <a:pt x="61378" y="21104"/>
                  </a:lnTo>
                  <a:lnTo>
                    <a:pt x="61639" y="20385"/>
                  </a:lnTo>
                  <a:lnTo>
                    <a:pt x="61875" y="19679"/>
                  </a:lnTo>
                  <a:lnTo>
                    <a:pt x="62084" y="19012"/>
                  </a:lnTo>
                  <a:lnTo>
                    <a:pt x="62280" y="18345"/>
                  </a:lnTo>
                  <a:lnTo>
                    <a:pt x="62463" y="17704"/>
                  </a:lnTo>
                  <a:lnTo>
                    <a:pt x="62607" y="17090"/>
                  </a:lnTo>
                  <a:lnTo>
                    <a:pt x="62738" y="16501"/>
                  </a:lnTo>
                  <a:lnTo>
                    <a:pt x="62842" y="15926"/>
                  </a:lnTo>
                  <a:lnTo>
                    <a:pt x="62921" y="15377"/>
                  </a:lnTo>
                  <a:lnTo>
                    <a:pt x="62973" y="14854"/>
                  </a:lnTo>
                  <a:lnTo>
                    <a:pt x="63012" y="14370"/>
                  </a:lnTo>
                  <a:lnTo>
                    <a:pt x="63012" y="13899"/>
                  </a:lnTo>
                  <a:lnTo>
                    <a:pt x="62986" y="13455"/>
                  </a:lnTo>
                  <a:lnTo>
                    <a:pt x="62960" y="13246"/>
                  </a:lnTo>
                  <a:lnTo>
                    <a:pt x="62934" y="13049"/>
                  </a:lnTo>
                  <a:lnTo>
                    <a:pt x="62895" y="12853"/>
                  </a:lnTo>
                  <a:lnTo>
                    <a:pt x="62855" y="12670"/>
                  </a:lnTo>
                  <a:lnTo>
                    <a:pt x="62803" y="12487"/>
                  </a:lnTo>
                  <a:lnTo>
                    <a:pt x="62751" y="12317"/>
                  </a:lnTo>
                  <a:lnTo>
                    <a:pt x="62685" y="12160"/>
                  </a:lnTo>
                  <a:lnTo>
                    <a:pt x="62607" y="12003"/>
                  </a:lnTo>
                  <a:lnTo>
                    <a:pt x="62528" y="11860"/>
                  </a:lnTo>
                  <a:lnTo>
                    <a:pt x="62437" y="11716"/>
                  </a:lnTo>
                  <a:lnTo>
                    <a:pt x="62345" y="11585"/>
                  </a:lnTo>
                  <a:lnTo>
                    <a:pt x="62241" y="11467"/>
                  </a:lnTo>
                  <a:lnTo>
                    <a:pt x="61809" y="11010"/>
                  </a:lnTo>
                  <a:lnTo>
                    <a:pt x="61378" y="10565"/>
                  </a:lnTo>
                  <a:lnTo>
                    <a:pt x="60946" y="10134"/>
                  </a:lnTo>
                  <a:lnTo>
                    <a:pt x="60528" y="9715"/>
                  </a:lnTo>
                  <a:lnTo>
                    <a:pt x="60096" y="9310"/>
                  </a:lnTo>
                  <a:lnTo>
                    <a:pt x="59678" y="8931"/>
                  </a:lnTo>
                  <a:lnTo>
                    <a:pt x="58854" y="8198"/>
                  </a:lnTo>
                  <a:lnTo>
                    <a:pt x="58070" y="7518"/>
                  </a:lnTo>
                  <a:lnTo>
                    <a:pt x="57298" y="6904"/>
                  </a:lnTo>
                  <a:lnTo>
                    <a:pt x="56579" y="6355"/>
                  </a:lnTo>
                  <a:lnTo>
                    <a:pt x="55899" y="5858"/>
                  </a:lnTo>
                  <a:lnTo>
                    <a:pt x="55285" y="5413"/>
                  </a:lnTo>
                  <a:lnTo>
                    <a:pt x="54722" y="5034"/>
                  </a:lnTo>
                  <a:lnTo>
                    <a:pt x="54225" y="4707"/>
                  </a:lnTo>
                  <a:lnTo>
                    <a:pt x="53807" y="4433"/>
                  </a:lnTo>
                  <a:lnTo>
                    <a:pt x="53219" y="4080"/>
                  </a:lnTo>
                  <a:lnTo>
                    <a:pt x="53009" y="3962"/>
                  </a:lnTo>
                  <a:lnTo>
                    <a:pt x="52081" y="3465"/>
                  </a:lnTo>
                  <a:lnTo>
                    <a:pt x="51166" y="2994"/>
                  </a:lnTo>
                  <a:lnTo>
                    <a:pt x="50264" y="2563"/>
                  </a:lnTo>
                  <a:lnTo>
                    <a:pt x="49361" y="2171"/>
                  </a:lnTo>
                  <a:lnTo>
                    <a:pt x="48472" y="1804"/>
                  </a:lnTo>
                  <a:lnTo>
                    <a:pt x="47596" y="1478"/>
                  </a:lnTo>
                  <a:lnTo>
                    <a:pt x="46720" y="1190"/>
                  </a:lnTo>
                  <a:lnTo>
                    <a:pt x="45857" y="928"/>
                  </a:lnTo>
                  <a:lnTo>
                    <a:pt x="45007" y="693"/>
                  </a:lnTo>
                  <a:lnTo>
                    <a:pt x="44170" y="510"/>
                  </a:lnTo>
                  <a:lnTo>
                    <a:pt x="43333" y="340"/>
                  </a:lnTo>
                  <a:lnTo>
                    <a:pt x="42510" y="209"/>
                  </a:lnTo>
                  <a:lnTo>
                    <a:pt x="41699" y="118"/>
                  </a:lnTo>
                  <a:lnTo>
                    <a:pt x="40888" y="39"/>
                  </a:lnTo>
                  <a:lnTo>
                    <a:pt x="40091" y="13"/>
                  </a:lnTo>
                  <a:lnTo>
                    <a:pt x="392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8"/>
            <p:cNvSpPr/>
            <p:nvPr/>
          </p:nvSpPr>
          <p:spPr>
            <a:xfrm>
              <a:off x="3379800" y="338475"/>
              <a:ext cx="2453650" cy="2454975"/>
            </a:xfrm>
            <a:custGeom>
              <a:avLst/>
              <a:gdLst/>
              <a:ahLst/>
              <a:cxnLst/>
              <a:rect l="l" t="t" r="r" b="b"/>
              <a:pathLst>
                <a:path w="98146" h="98199" extrusionOk="0">
                  <a:moveTo>
                    <a:pt x="46759" y="0"/>
                  </a:moveTo>
                  <a:lnTo>
                    <a:pt x="45987" y="26"/>
                  </a:lnTo>
                  <a:lnTo>
                    <a:pt x="45203" y="66"/>
                  </a:lnTo>
                  <a:lnTo>
                    <a:pt x="44405" y="105"/>
                  </a:lnTo>
                  <a:lnTo>
                    <a:pt x="43869" y="144"/>
                  </a:lnTo>
                  <a:lnTo>
                    <a:pt x="43333" y="196"/>
                  </a:lnTo>
                  <a:lnTo>
                    <a:pt x="42810" y="262"/>
                  </a:lnTo>
                  <a:lnTo>
                    <a:pt x="42287" y="340"/>
                  </a:lnTo>
                  <a:lnTo>
                    <a:pt x="41777" y="419"/>
                  </a:lnTo>
                  <a:lnTo>
                    <a:pt x="41267" y="523"/>
                  </a:lnTo>
                  <a:lnTo>
                    <a:pt x="40757" y="628"/>
                  </a:lnTo>
                  <a:lnTo>
                    <a:pt x="40260" y="746"/>
                  </a:lnTo>
                  <a:lnTo>
                    <a:pt x="39763" y="863"/>
                  </a:lnTo>
                  <a:lnTo>
                    <a:pt x="39280" y="1007"/>
                  </a:lnTo>
                  <a:lnTo>
                    <a:pt x="38796" y="1151"/>
                  </a:lnTo>
                  <a:lnTo>
                    <a:pt x="38312" y="1308"/>
                  </a:lnTo>
                  <a:lnTo>
                    <a:pt x="37828" y="1465"/>
                  </a:lnTo>
                  <a:lnTo>
                    <a:pt x="37357" y="1648"/>
                  </a:lnTo>
                  <a:lnTo>
                    <a:pt x="36900" y="1831"/>
                  </a:lnTo>
                  <a:lnTo>
                    <a:pt x="36429" y="2014"/>
                  </a:lnTo>
                  <a:lnTo>
                    <a:pt x="35971" y="2223"/>
                  </a:lnTo>
                  <a:lnTo>
                    <a:pt x="35527" y="2432"/>
                  </a:lnTo>
                  <a:lnTo>
                    <a:pt x="35082" y="2641"/>
                  </a:lnTo>
                  <a:lnTo>
                    <a:pt x="34638" y="2877"/>
                  </a:lnTo>
                  <a:lnTo>
                    <a:pt x="34193" y="3112"/>
                  </a:lnTo>
                  <a:lnTo>
                    <a:pt x="33762" y="3361"/>
                  </a:lnTo>
                  <a:lnTo>
                    <a:pt x="33330" y="3609"/>
                  </a:lnTo>
                  <a:lnTo>
                    <a:pt x="32912" y="3871"/>
                  </a:lnTo>
                  <a:lnTo>
                    <a:pt x="32493" y="4132"/>
                  </a:lnTo>
                  <a:lnTo>
                    <a:pt x="32075" y="4407"/>
                  </a:lnTo>
                  <a:lnTo>
                    <a:pt x="31657" y="4694"/>
                  </a:lnTo>
                  <a:lnTo>
                    <a:pt x="31251" y="4982"/>
                  </a:lnTo>
                  <a:lnTo>
                    <a:pt x="30859" y="5283"/>
                  </a:lnTo>
                  <a:lnTo>
                    <a:pt x="30454" y="5597"/>
                  </a:lnTo>
                  <a:lnTo>
                    <a:pt x="30061" y="5910"/>
                  </a:lnTo>
                  <a:lnTo>
                    <a:pt x="29669" y="6224"/>
                  </a:lnTo>
                  <a:lnTo>
                    <a:pt x="29290" y="6551"/>
                  </a:lnTo>
                  <a:lnTo>
                    <a:pt x="28911" y="6878"/>
                  </a:lnTo>
                  <a:lnTo>
                    <a:pt x="28165" y="7571"/>
                  </a:lnTo>
                  <a:lnTo>
                    <a:pt x="27433" y="8277"/>
                  </a:lnTo>
                  <a:lnTo>
                    <a:pt x="26727" y="9022"/>
                  </a:lnTo>
                  <a:lnTo>
                    <a:pt x="26021" y="9781"/>
                  </a:lnTo>
                  <a:lnTo>
                    <a:pt x="25341" y="10565"/>
                  </a:lnTo>
                  <a:lnTo>
                    <a:pt x="24687" y="11363"/>
                  </a:lnTo>
                  <a:lnTo>
                    <a:pt x="24033" y="12187"/>
                  </a:lnTo>
                  <a:lnTo>
                    <a:pt x="23406" y="13024"/>
                  </a:lnTo>
                  <a:lnTo>
                    <a:pt x="22791" y="13887"/>
                  </a:lnTo>
                  <a:lnTo>
                    <a:pt x="22203" y="14763"/>
                  </a:lnTo>
                  <a:lnTo>
                    <a:pt x="21614" y="15652"/>
                  </a:lnTo>
                  <a:lnTo>
                    <a:pt x="21052" y="16554"/>
                  </a:lnTo>
                  <a:lnTo>
                    <a:pt x="20503" y="17482"/>
                  </a:lnTo>
                  <a:lnTo>
                    <a:pt x="19967" y="18411"/>
                  </a:lnTo>
                  <a:lnTo>
                    <a:pt x="19444" y="19352"/>
                  </a:lnTo>
                  <a:lnTo>
                    <a:pt x="18947" y="20307"/>
                  </a:lnTo>
                  <a:lnTo>
                    <a:pt x="18450" y="21274"/>
                  </a:lnTo>
                  <a:lnTo>
                    <a:pt x="17979" y="22242"/>
                  </a:lnTo>
                  <a:lnTo>
                    <a:pt x="17522" y="23223"/>
                  </a:lnTo>
                  <a:lnTo>
                    <a:pt x="17077" y="24216"/>
                  </a:lnTo>
                  <a:lnTo>
                    <a:pt x="16646" y="25210"/>
                  </a:lnTo>
                  <a:lnTo>
                    <a:pt x="16227" y="26204"/>
                  </a:lnTo>
                  <a:lnTo>
                    <a:pt x="15822" y="27198"/>
                  </a:lnTo>
                  <a:lnTo>
                    <a:pt x="15430" y="28191"/>
                  </a:lnTo>
                  <a:lnTo>
                    <a:pt x="15064" y="29198"/>
                  </a:lnTo>
                  <a:lnTo>
                    <a:pt x="14697" y="30205"/>
                  </a:lnTo>
                  <a:lnTo>
                    <a:pt x="14344" y="31199"/>
                  </a:lnTo>
                  <a:lnTo>
                    <a:pt x="14004" y="32192"/>
                  </a:lnTo>
                  <a:lnTo>
                    <a:pt x="13691" y="33199"/>
                  </a:lnTo>
                  <a:lnTo>
                    <a:pt x="13377" y="34180"/>
                  </a:lnTo>
                  <a:lnTo>
                    <a:pt x="13076" y="35174"/>
                  </a:lnTo>
                  <a:lnTo>
                    <a:pt x="12788" y="36141"/>
                  </a:lnTo>
                  <a:lnTo>
                    <a:pt x="12527" y="37122"/>
                  </a:lnTo>
                  <a:lnTo>
                    <a:pt x="12265" y="38076"/>
                  </a:lnTo>
                  <a:lnTo>
                    <a:pt x="12017" y="39031"/>
                  </a:lnTo>
                  <a:lnTo>
                    <a:pt x="11782" y="39972"/>
                  </a:lnTo>
                  <a:lnTo>
                    <a:pt x="11546" y="40901"/>
                  </a:lnTo>
                  <a:lnTo>
                    <a:pt x="11337" y="41816"/>
                  </a:lnTo>
                  <a:lnTo>
                    <a:pt x="11141" y="42718"/>
                  </a:lnTo>
                  <a:lnTo>
                    <a:pt x="10762" y="44484"/>
                  </a:lnTo>
                  <a:lnTo>
                    <a:pt x="10435" y="46183"/>
                  </a:lnTo>
                  <a:lnTo>
                    <a:pt x="10147" y="47792"/>
                  </a:lnTo>
                  <a:lnTo>
                    <a:pt x="9912" y="49321"/>
                  </a:lnTo>
                  <a:lnTo>
                    <a:pt x="9794" y="50054"/>
                  </a:lnTo>
                  <a:lnTo>
                    <a:pt x="9663" y="50760"/>
                  </a:lnTo>
                  <a:lnTo>
                    <a:pt x="9506" y="51453"/>
                  </a:lnTo>
                  <a:lnTo>
                    <a:pt x="9363" y="52120"/>
                  </a:lnTo>
                  <a:lnTo>
                    <a:pt x="9193" y="52760"/>
                  </a:lnTo>
                  <a:lnTo>
                    <a:pt x="9010" y="53375"/>
                  </a:lnTo>
                  <a:lnTo>
                    <a:pt x="8827" y="53976"/>
                  </a:lnTo>
                  <a:lnTo>
                    <a:pt x="8617" y="54565"/>
                  </a:lnTo>
                  <a:lnTo>
                    <a:pt x="8408" y="55127"/>
                  </a:lnTo>
                  <a:lnTo>
                    <a:pt x="8199" y="55676"/>
                  </a:lnTo>
                  <a:lnTo>
                    <a:pt x="7977" y="56212"/>
                  </a:lnTo>
                  <a:lnTo>
                    <a:pt x="7741" y="56735"/>
                  </a:lnTo>
                  <a:lnTo>
                    <a:pt x="7506" y="57232"/>
                  </a:lnTo>
                  <a:lnTo>
                    <a:pt x="7271" y="57729"/>
                  </a:lnTo>
                  <a:lnTo>
                    <a:pt x="7022" y="58200"/>
                  </a:lnTo>
                  <a:lnTo>
                    <a:pt x="6761" y="58671"/>
                  </a:lnTo>
                  <a:lnTo>
                    <a:pt x="6512" y="59115"/>
                  </a:lnTo>
                  <a:lnTo>
                    <a:pt x="6251" y="59560"/>
                  </a:lnTo>
                  <a:lnTo>
                    <a:pt x="5728" y="60410"/>
                  </a:lnTo>
                  <a:lnTo>
                    <a:pt x="5192" y="61233"/>
                  </a:lnTo>
                  <a:lnTo>
                    <a:pt x="4669" y="62018"/>
                  </a:lnTo>
                  <a:lnTo>
                    <a:pt x="3622" y="63535"/>
                  </a:lnTo>
                  <a:lnTo>
                    <a:pt x="3113" y="64280"/>
                  </a:lnTo>
                  <a:lnTo>
                    <a:pt x="2629" y="65025"/>
                  </a:lnTo>
                  <a:lnTo>
                    <a:pt x="2171" y="65771"/>
                  </a:lnTo>
                  <a:lnTo>
                    <a:pt x="1962" y="66150"/>
                  </a:lnTo>
                  <a:lnTo>
                    <a:pt x="1753" y="66529"/>
                  </a:lnTo>
                  <a:lnTo>
                    <a:pt x="1543" y="66908"/>
                  </a:lnTo>
                  <a:lnTo>
                    <a:pt x="1360" y="67287"/>
                  </a:lnTo>
                  <a:lnTo>
                    <a:pt x="1177" y="67680"/>
                  </a:lnTo>
                  <a:lnTo>
                    <a:pt x="1007" y="68085"/>
                  </a:lnTo>
                  <a:lnTo>
                    <a:pt x="837" y="68490"/>
                  </a:lnTo>
                  <a:lnTo>
                    <a:pt x="694" y="68909"/>
                  </a:lnTo>
                  <a:lnTo>
                    <a:pt x="563" y="69327"/>
                  </a:lnTo>
                  <a:lnTo>
                    <a:pt x="432" y="69759"/>
                  </a:lnTo>
                  <a:lnTo>
                    <a:pt x="327" y="70203"/>
                  </a:lnTo>
                  <a:lnTo>
                    <a:pt x="236" y="70648"/>
                  </a:lnTo>
                  <a:lnTo>
                    <a:pt x="157" y="71119"/>
                  </a:lnTo>
                  <a:lnTo>
                    <a:pt x="92" y="71589"/>
                  </a:lnTo>
                  <a:lnTo>
                    <a:pt x="40" y="72073"/>
                  </a:lnTo>
                  <a:lnTo>
                    <a:pt x="14" y="72583"/>
                  </a:lnTo>
                  <a:lnTo>
                    <a:pt x="1" y="73106"/>
                  </a:lnTo>
                  <a:lnTo>
                    <a:pt x="1" y="73629"/>
                  </a:lnTo>
                  <a:lnTo>
                    <a:pt x="27" y="74178"/>
                  </a:lnTo>
                  <a:lnTo>
                    <a:pt x="66" y="74754"/>
                  </a:lnTo>
                  <a:lnTo>
                    <a:pt x="131" y="75342"/>
                  </a:lnTo>
                  <a:lnTo>
                    <a:pt x="210" y="75943"/>
                  </a:lnTo>
                  <a:lnTo>
                    <a:pt x="314" y="76558"/>
                  </a:lnTo>
                  <a:lnTo>
                    <a:pt x="445" y="77212"/>
                  </a:lnTo>
                  <a:lnTo>
                    <a:pt x="602" y="77866"/>
                  </a:lnTo>
                  <a:lnTo>
                    <a:pt x="772" y="78559"/>
                  </a:lnTo>
                  <a:lnTo>
                    <a:pt x="968" y="79265"/>
                  </a:lnTo>
                  <a:lnTo>
                    <a:pt x="1190" y="79997"/>
                  </a:lnTo>
                  <a:lnTo>
                    <a:pt x="1426" y="80755"/>
                  </a:lnTo>
                  <a:lnTo>
                    <a:pt x="1700" y="81540"/>
                  </a:lnTo>
                  <a:lnTo>
                    <a:pt x="1962" y="82220"/>
                  </a:lnTo>
                  <a:lnTo>
                    <a:pt x="2223" y="82887"/>
                  </a:lnTo>
                  <a:lnTo>
                    <a:pt x="2511" y="83527"/>
                  </a:lnTo>
                  <a:lnTo>
                    <a:pt x="2799" y="84142"/>
                  </a:lnTo>
                  <a:lnTo>
                    <a:pt x="3099" y="84743"/>
                  </a:lnTo>
                  <a:lnTo>
                    <a:pt x="3413" y="85319"/>
                  </a:lnTo>
                  <a:lnTo>
                    <a:pt x="3740" y="85881"/>
                  </a:lnTo>
                  <a:lnTo>
                    <a:pt x="4067" y="86417"/>
                  </a:lnTo>
                  <a:lnTo>
                    <a:pt x="4420" y="86940"/>
                  </a:lnTo>
                  <a:lnTo>
                    <a:pt x="4773" y="87437"/>
                  </a:lnTo>
                  <a:lnTo>
                    <a:pt x="5139" y="87921"/>
                  </a:lnTo>
                  <a:lnTo>
                    <a:pt x="5505" y="88378"/>
                  </a:lnTo>
                  <a:lnTo>
                    <a:pt x="5898" y="88823"/>
                  </a:lnTo>
                  <a:lnTo>
                    <a:pt x="6290" y="89241"/>
                  </a:lnTo>
                  <a:lnTo>
                    <a:pt x="6682" y="89647"/>
                  </a:lnTo>
                  <a:lnTo>
                    <a:pt x="7101" y="90039"/>
                  </a:lnTo>
                  <a:lnTo>
                    <a:pt x="7519" y="90405"/>
                  </a:lnTo>
                  <a:lnTo>
                    <a:pt x="7950" y="90771"/>
                  </a:lnTo>
                  <a:lnTo>
                    <a:pt x="8382" y="91111"/>
                  </a:lnTo>
                  <a:lnTo>
                    <a:pt x="8827" y="91425"/>
                  </a:lnTo>
                  <a:lnTo>
                    <a:pt x="9271" y="91739"/>
                  </a:lnTo>
                  <a:lnTo>
                    <a:pt x="9729" y="92026"/>
                  </a:lnTo>
                  <a:lnTo>
                    <a:pt x="10199" y="92301"/>
                  </a:lnTo>
                  <a:lnTo>
                    <a:pt x="10670" y="92576"/>
                  </a:lnTo>
                  <a:lnTo>
                    <a:pt x="11141" y="92824"/>
                  </a:lnTo>
                  <a:lnTo>
                    <a:pt x="11625" y="93046"/>
                  </a:lnTo>
                  <a:lnTo>
                    <a:pt x="12122" y="93269"/>
                  </a:lnTo>
                  <a:lnTo>
                    <a:pt x="12605" y="93478"/>
                  </a:lnTo>
                  <a:lnTo>
                    <a:pt x="13115" y="93674"/>
                  </a:lnTo>
                  <a:lnTo>
                    <a:pt x="13625" y="93857"/>
                  </a:lnTo>
                  <a:lnTo>
                    <a:pt x="14135" y="94027"/>
                  </a:lnTo>
                  <a:lnTo>
                    <a:pt x="14645" y="94184"/>
                  </a:lnTo>
                  <a:lnTo>
                    <a:pt x="15168" y="94328"/>
                  </a:lnTo>
                  <a:lnTo>
                    <a:pt x="15691" y="94459"/>
                  </a:lnTo>
                  <a:lnTo>
                    <a:pt x="16227" y="94589"/>
                  </a:lnTo>
                  <a:lnTo>
                    <a:pt x="16763" y="94694"/>
                  </a:lnTo>
                  <a:lnTo>
                    <a:pt x="17300" y="94799"/>
                  </a:lnTo>
                  <a:lnTo>
                    <a:pt x="17836" y="94890"/>
                  </a:lnTo>
                  <a:lnTo>
                    <a:pt x="18385" y="94982"/>
                  </a:lnTo>
                  <a:lnTo>
                    <a:pt x="18934" y="95047"/>
                  </a:lnTo>
                  <a:lnTo>
                    <a:pt x="19483" y="95112"/>
                  </a:lnTo>
                  <a:lnTo>
                    <a:pt x="20032" y="95178"/>
                  </a:lnTo>
                  <a:lnTo>
                    <a:pt x="20582" y="95217"/>
                  </a:lnTo>
                  <a:lnTo>
                    <a:pt x="21144" y="95256"/>
                  </a:lnTo>
                  <a:lnTo>
                    <a:pt x="22268" y="95322"/>
                  </a:lnTo>
                  <a:lnTo>
                    <a:pt x="23393" y="95348"/>
                  </a:lnTo>
                  <a:lnTo>
                    <a:pt x="24517" y="95361"/>
                  </a:lnTo>
                  <a:lnTo>
                    <a:pt x="25642" y="95335"/>
                  </a:lnTo>
                  <a:lnTo>
                    <a:pt x="26779" y="95308"/>
                  </a:lnTo>
                  <a:lnTo>
                    <a:pt x="27904" y="95256"/>
                  </a:lnTo>
                  <a:lnTo>
                    <a:pt x="29028" y="95178"/>
                  </a:lnTo>
                  <a:lnTo>
                    <a:pt x="30140" y="95099"/>
                  </a:lnTo>
                  <a:lnTo>
                    <a:pt x="32350" y="94929"/>
                  </a:lnTo>
                  <a:lnTo>
                    <a:pt x="32572" y="95099"/>
                  </a:lnTo>
                  <a:lnTo>
                    <a:pt x="32820" y="95282"/>
                  </a:lnTo>
                  <a:lnTo>
                    <a:pt x="33069" y="95452"/>
                  </a:lnTo>
                  <a:lnTo>
                    <a:pt x="33343" y="95622"/>
                  </a:lnTo>
                  <a:lnTo>
                    <a:pt x="33631" y="95779"/>
                  </a:lnTo>
                  <a:lnTo>
                    <a:pt x="33932" y="95936"/>
                  </a:lnTo>
                  <a:lnTo>
                    <a:pt x="34245" y="96093"/>
                  </a:lnTo>
                  <a:lnTo>
                    <a:pt x="34572" y="96250"/>
                  </a:lnTo>
                  <a:lnTo>
                    <a:pt x="34912" y="96394"/>
                  </a:lnTo>
                  <a:lnTo>
                    <a:pt x="35278" y="96538"/>
                  </a:lnTo>
                  <a:lnTo>
                    <a:pt x="35645" y="96681"/>
                  </a:lnTo>
                  <a:lnTo>
                    <a:pt x="36024" y="96812"/>
                  </a:lnTo>
                  <a:lnTo>
                    <a:pt x="36429" y="96930"/>
                  </a:lnTo>
                  <a:lnTo>
                    <a:pt x="36834" y="97061"/>
                  </a:lnTo>
                  <a:lnTo>
                    <a:pt x="37253" y="97178"/>
                  </a:lnTo>
                  <a:lnTo>
                    <a:pt x="37684" y="97283"/>
                  </a:lnTo>
                  <a:lnTo>
                    <a:pt x="38129" y="97387"/>
                  </a:lnTo>
                  <a:lnTo>
                    <a:pt x="38587" y="97492"/>
                  </a:lnTo>
                  <a:lnTo>
                    <a:pt x="39044" y="97584"/>
                  </a:lnTo>
                  <a:lnTo>
                    <a:pt x="39515" y="97675"/>
                  </a:lnTo>
                  <a:lnTo>
                    <a:pt x="40496" y="97832"/>
                  </a:lnTo>
                  <a:lnTo>
                    <a:pt x="41502" y="97963"/>
                  </a:lnTo>
                  <a:lnTo>
                    <a:pt x="42548" y="98067"/>
                  </a:lnTo>
                  <a:lnTo>
                    <a:pt x="43608" y="98133"/>
                  </a:lnTo>
                  <a:lnTo>
                    <a:pt x="44706" y="98185"/>
                  </a:lnTo>
                  <a:lnTo>
                    <a:pt x="45268" y="98198"/>
                  </a:lnTo>
                  <a:lnTo>
                    <a:pt x="45830" y="98198"/>
                  </a:lnTo>
                  <a:lnTo>
                    <a:pt x="46746" y="98185"/>
                  </a:lnTo>
                  <a:lnTo>
                    <a:pt x="47648" y="98159"/>
                  </a:lnTo>
                  <a:lnTo>
                    <a:pt x="48537" y="98107"/>
                  </a:lnTo>
                  <a:lnTo>
                    <a:pt x="49400" y="98041"/>
                  </a:lnTo>
                  <a:lnTo>
                    <a:pt x="50250" y="97950"/>
                  </a:lnTo>
                  <a:lnTo>
                    <a:pt x="51074" y="97845"/>
                  </a:lnTo>
                  <a:lnTo>
                    <a:pt x="51871" y="97714"/>
                  </a:lnTo>
                  <a:lnTo>
                    <a:pt x="52656" y="97571"/>
                  </a:lnTo>
                  <a:lnTo>
                    <a:pt x="53401" y="97414"/>
                  </a:lnTo>
                  <a:lnTo>
                    <a:pt x="54133" y="97244"/>
                  </a:lnTo>
                  <a:lnTo>
                    <a:pt x="54826" y="97061"/>
                  </a:lnTo>
                  <a:lnTo>
                    <a:pt x="55480" y="96851"/>
                  </a:lnTo>
                  <a:lnTo>
                    <a:pt x="56108" y="96642"/>
                  </a:lnTo>
                  <a:lnTo>
                    <a:pt x="56709" y="96407"/>
                  </a:lnTo>
                  <a:lnTo>
                    <a:pt x="57272" y="96171"/>
                  </a:lnTo>
                  <a:lnTo>
                    <a:pt x="57782" y="95910"/>
                  </a:lnTo>
                  <a:lnTo>
                    <a:pt x="59115" y="96067"/>
                  </a:lnTo>
                  <a:lnTo>
                    <a:pt x="60449" y="96198"/>
                  </a:lnTo>
                  <a:lnTo>
                    <a:pt x="61796" y="96328"/>
                  </a:lnTo>
                  <a:lnTo>
                    <a:pt x="63143" y="96446"/>
                  </a:lnTo>
                  <a:lnTo>
                    <a:pt x="64489" y="96551"/>
                  </a:lnTo>
                  <a:lnTo>
                    <a:pt x="65836" y="96642"/>
                  </a:lnTo>
                  <a:lnTo>
                    <a:pt x="67183" y="96708"/>
                  </a:lnTo>
                  <a:lnTo>
                    <a:pt x="68517" y="96760"/>
                  </a:lnTo>
                  <a:lnTo>
                    <a:pt x="69850" y="96786"/>
                  </a:lnTo>
                  <a:lnTo>
                    <a:pt x="71171" y="96799"/>
                  </a:lnTo>
                  <a:lnTo>
                    <a:pt x="72492" y="96773"/>
                  </a:lnTo>
                  <a:lnTo>
                    <a:pt x="73786" y="96721"/>
                  </a:lnTo>
                  <a:lnTo>
                    <a:pt x="74427" y="96681"/>
                  </a:lnTo>
                  <a:lnTo>
                    <a:pt x="75067" y="96642"/>
                  </a:lnTo>
                  <a:lnTo>
                    <a:pt x="75708" y="96590"/>
                  </a:lnTo>
                  <a:lnTo>
                    <a:pt x="76336" y="96525"/>
                  </a:lnTo>
                  <a:lnTo>
                    <a:pt x="76963" y="96459"/>
                  </a:lnTo>
                  <a:lnTo>
                    <a:pt x="77578" y="96381"/>
                  </a:lnTo>
                  <a:lnTo>
                    <a:pt x="78206" y="96302"/>
                  </a:lnTo>
                  <a:lnTo>
                    <a:pt x="78807" y="96198"/>
                  </a:lnTo>
                  <a:lnTo>
                    <a:pt x="79409" y="96093"/>
                  </a:lnTo>
                  <a:lnTo>
                    <a:pt x="80010" y="95975"/>
                  </a:lnTo>
                  <a:lnTo>
                    <a:pt x="80598" y="95858"/>
                  </a:lnTo>
                  <a:lnTo>
                    <a:pt x="81187" y="95714"/>
                  </a:lnTo>
                  <a:lnTo>
                    <a:pt x="81762" y="95570"/>
                  </a:lnTo>
                  <a:lnTo>
                    <a:pt x="82338" y="95413"/>
                  </a:lnTo>
                  <a:lnTo>
                    <a:pt x="82900" y="95243"/>
                  </a:lnTo>
                  <a:lnTo>
                    <a:pt x="83449" y="95060"/>
                  </a:lnTo>
                  <a:lnTo>
                    <a:pt x="83998" y="94877"/>
                  </a:lnTo>
                  <a:lnTo>
                    <a:pt x="84534" y="94668"/>
                  </a:lnTo>
                  <a:lnTo>
                    <a:pt x="85070" y="94459"/>
                  </a:lnTo>
                  <a:lnTo>
                    <a:pt x="85593" y="94223"/>
                  </a:lnTo>
                  <a:lnTo>
                    <a:pt x="86103" y="93988"/>
                  </a:lnTo>
                  <a:lnTo>
                    <a:pt x="86600" y="93726"/>
                  </a:lnTo>
                  <a:lnTo>
                    <a:pt x="87097" y="93465"/>
                  </a:lnTo>
                  <a:lnTo>
                    <a:pt x="87581" y="93190"/>
                  </a:lnTo>
                  <a:lnTo>
                    <a:pt x="88052" y="92889"/>
                  </a:lnTo>
                  <a:lnTo>
                    <a:pt x="88522" y="92589"/>
                  </a:lnTo>
                  <a:lnTo>
                    <a:pt x="88967" y="92262"/>
                  </a:lnTo>
                  <a:lnTo>
                    <a:pt x="89411" y="91922"/>
                  </a:lnTo>
                  <a:lnTo>
                    <a:pt x="89843" y="91582"/>
                  </a:lnTo>
                  <a:lnTo>
                    <a:pt x="90261" y="91216"/>
                  </a:lnTo>
                  <a:lnTo>
                    <a:pt x="90667" y="90837"/>
                  </a:lnTo>
                  <a:lnTo>
                    <a:pt x="91059" y="90431"/>
                  </a:lnTo>
                  <a:lnTo>
                    <a:pt x="91451" y="90026"/>
                  </a:lnTo>
                  <a:lnTo>
                    <a:pt x="91817" y="89594"/>
                  </a:lnTo>
                  <a:lnTo>
                    <a:pt x="92170" y="89150"/>
                  </a:lnTo>
                  <a:lnTo>
                    <a:pt x="92523" y="88692"/>
                  </a:lnTo>
                  <a:lnTo>
                    <a:pt x="92850" y="88221"/>
                  </a:lnTo>
                  <a:lnTo>
                    <a:pt x="93164" y="87725"/>
                  </a:lnTo>
                  <a:lnTo>
                    <a:pt x="93478" y="87215"/>
                  </a:lnTo>
                  <a:lnTo>
                    <a:pt x="93766" y="86692"/>
                  </a:lnTo>
                  <a:lnTo>
                    <a:pt x="94262" y="85711"/>
                  </a:lnTo>
                  <a:lnTo>
                    <a:pt x="94733" y="84756"/>
                  </a:lnTo>
                  <a:lnTo>
                    <a:pt x="95178" y="83841"/>
                  </a:lnTo>
                  <a:lnTo>
                    <a:pt x="95570" y="82952"/>
                  </a:lnTo>
                  <a:lnTo>
                    <a:pt x="95936" y="82076"/>
                  </a:lnTo>
                  <a:lnTo>
                    <a:pt x="96276" y="81239"/>
                  </a:lnTo>
                  <a:lnTo>
                    <a:pt x="96590" y="80415"/>
                  </a:lnTo>
                  <a:lnTo>
                    <a:pt x="96864" y="79618"/>
                  </a:lnTo>
                  <a:lnTo>
                    <a:pt x="97100" y="78846"/>
                  </a:lnTo>
                  <a:lnTo>
                    <a:pt x="97322" y="78101"/>
                  </a:lnTo>
                  <a:lnTo>
                    <a:pt x="97518" y="77369"/>
                  </a:lnTo>
                  <a:lnTo>
                    <a:pt x="97675" y="76663"/>
                  </a:lnTo>
                  <a:lnTo>
                    <a:pt x="97819" y="75970"/>
                  </a:lnTo>
                  <a:lnTo>
                    <a:pt x="97924" y="75303"/>
                  </a:lnTo>
                  <a:lnTo>
                    <a:pt x="98015" y="74649"/>
                  </a:lnTo>
                  <a:lnTo>
                    <a:pt x="98081" y="74008"/>
                  </a:lnTo>
                  <a:lnTo>
                    <a:pt x="98120" y="73394"/>
                  </a:lnTo>
                  <a:lnTo>
                    <a:pt x="98146" y="72792"/>
                  </a:lnTo>
                  <a:lnTo>
                    <a:pt x="98133" y="72217"/>
                  </a:lnTo>
                  <a:lnTo>
                    <a:pt x="98120" y="71642"/>
                  </a:lnTo>
                  <a:lnTo>
                    <a:pt x="98081" y="71092"/>
                  </a:lnTo>
                  <a:lnTo>
                    <a:pt x="98015" y="70543"/>
                  </a:lnTo>
                  <a:lnTo>
                    <a:pt x="97937" y="70020"/>
                  </a:lnTo>
                  <a:lnTo>
                    <a:pt x="97845" y="69497"/>
                  </a:lnTo>
                  <a:lnTo>
                    <a:pt x="97727" y="68987"/>
                  </a:lnTo>
                  <a:lnTo>
                    <a:pt x="97610" y="68490"/>
                  </a:lnTo>
                  <a:lnTo>
                    <a:pt x="97466" y="68007"/>
                  </a:lnTo>
                  <a:lnTo>
                    <a:pt x="97309" y="67536"/>
                  </a:lnTo>
                  <a:lnTo>
                    <a:pt x="97152" y="67065"/>
                  </a:lnTo>
                  <a:lnTo>
                    <a:pt x="96969" y="66594"/>
                  </a:lnTo>
                  <a:lnTo>
                    <a:pt x="96773" y="66137"/>
                  </a:lnTo>
                  <a:lnTo>
                    <a:pt x="96577" y="65692"/>
                  </a:lnTo>
                  <a:lnTo>
                    <a:pt x="96368" y="65248"/>
                  </a:lnTo>
                  <a:lnTo>
                    <a:pt x="96145" y="64803"/>
                  </a:lnTo>
                  <a:lnTo>
                    <a:pt x="95923" y="64372"/>
                  </a:lnTo>
                  <a:lnTo>
                    <a:pt x="95688" y="63940"/>
                  </a:lnTo>
                  <a:lnTo>
                    <a:pt x="95204" y="63077"/>
                  </a:lnTo>
                  <a:lnTo>
                    <a:pt x="94707" y="62227"/>
                  </a:lnTo>
                  <a:lnTo>
                    <a:pt x="93674" y="60501"/>
                  </a:lnTo>
                  <a:lnTo>
                    <a:pt x="93151" y="59612"/>
                  </a:lnTo>
                  <a:lnTo>
                    <a:pt x="92641" y="58710"/>
                  </a:lnTo>
                  <a:lnTo>
                    <a:pt x="92157" y="57781"/>
                  </a:lnTo>
                  <a:lnTo>
                    <a:pt x="91909" y="57311"/>
                  </a:lnTo>
                  <a:lnTo>
                    <a:pt x="91673" y="56827"/>
                  </a:lnTo>
                  <a:lnTo>
                    <a:pt x="91451" y="56330"/>
                  </a:lnTo>
                  <a:lnTo>
                    <a:pt x="91229" y="55833"/>
                  </a:lnTo>
                  <a:lnTo>
                    <a:pt x="91020" y="55323"/>
                  </a:lnTo>
                  <a:lnTo>
                    <a:pt x="90824" y="54787"/>
                  </a:lnTo>
                  <a:lnTo>
                    <a:pt x="90641" y="54251"/>
                  </a:lnTo>
                  <a:lnTo>
                    <a:pt x="90457" y="53702"/>
                  </a:lnTo>
                  <a:lnTo>
                    <a:pt x="90287" y="53140"/>
                  </a:lnTo>
                  <a:lnTo>
                    <a:pt x="90144" y="52551"/>
                  </a:lnTo>
                  <a:lnTo>
                    <a:pt x="90000" y="51963"/>
                  </a:lnTo>
                  <a:lnTo>
                    <a:pt x="89869" y="51348"/>
                  </a:lnTo>
                  <a:lnTo>
                    <a:pt x="89764" y="50721"/>
                  </a:lnTo>
                  <a:lnTo>
                    <a:pt x="89673" y="50080"/>
                  </a:lnTo>
                  <a:lnTo>
                    <a:pt x="89424" y="48341"/>
                  </a:lnTo>
                  <a:lnTo>
                    <a:pt x="89150" y="46523"/>
                  </a:lnTo>
                  <a:lnTo>
                    <a:pt x="88993" y="45582"/>
                  </a:lnTo>
                  <a:lnTo>
                    <a:pt x="88823" y="44627"/>
                  </a:lnTo>
                  <a:lnTo>
                    <a:pt x="88640" y="43660"/>
                  </a:lnTo>
                  <a:lnTo>
                    <a:pt x="88444" y="42679"/>
                  </a:lnTo>
                  <a:lnTo>
                    <a:pt x="88235" y="41672"/>
                  </a:lnTo>
                  <a:lnTo>
                    <a:pt x="88012" y="40652"/>
                  </a:lnTo>
                  <a:lnTo>
                    <a:pt x="87777" y="39632"/>
                  </a:lnTo>
                  <a:lnTo>
                    <a:pt x="87529" y="38586"/>
                  </a:lnTo>
                  <a:lnTo>
                    <a:pt x="87267" y="37540"/>
                  </a:lnTo>
                  <a:lnTo>
                    <a:pt x="86992" y="36494"/>
                  </a:lnTo>
                  <a:lnTo>
                    <a:pt x="86705" y="35435"/>
                  </a:lnTo>
                  <a:lnTo>
                    <a:pt x="86391" y="34363"/>
                  </a:lnTo>
                  <a:lnTo>
                    <a:pt x="86064" y="33291"/>
                  </a:lnTo>
                  <a:lnTo>
                    <a:pt x="85724" y="32219"/>
                  </a:lnTo>
                  <a:lnTo>
                    <a:pt x="85371" y="31133"/>
                  </a:lnTo>
                  <a:lnTo>
                    <a:pt x="84992" y="30061"/>
                  </a:lnTo>
                  <a:lnTo>
                    <a:pt x="84587" y="28976"/>
                  </a:lnTo>
                  <a:lnTo>
                    <a:pt x="84181" y="27904"/>
                  </a:lnTo>
                  <a:lnTo>
                    <a:pt x="83750" y="26831"/>
                  </a:lnTo>
                  <a:lnTo>
                    <a:pt x="83292" y="25759"/>
                  </a:lnTo>
                  <a:lnTo>
                    <a:pt x="82821" y="24700"/>
                  </a:lnTo>
                  <a:lnTo>
                    <a:pt x="82324" y="23641"/>
                  </a:lnTo>
                  <a:lnTo>
                    <a:pt x="81814" y="22582"/>
                  </a:lnTo>
                  <a:lnTo>
                    <a:pt x="81278" y="21549"/>
                  </a:lnTo>
                  <a:lnTo>
                    <a:pt x="80729" y="20516"/>
                  </a:lnTo>
                  <a:lnTo>
                    <a:pt x="80154" y="19496"/>
                  </a:lnTo>
                  <a:lnTo>
                    <a:pt x="79552" y="18476"/>
                  </a:lnTo>
                  <a:lnTo>
                    <a:pt x="78925" y="17482"/>
                  </a:lnTo>
                  <a:lnTo>
                    <a:pt x="78284" y="16502"/>
                  </a:lnTo>
                  <a:lnTo>
                    <a:pt x="77617" y="15547"/>
                  </a:lnTo>
                  <a:lnTo>
                    <a:pt x="76924" y="14593"/>
                  </a:lnTo>
                  <a:lnTo>
                    <a:pt x="76571" y="14135"/>
                  </a:lnTo>
                  <a:lnTo>
                    <a:pt x="76205" y="13664"/>
                  </a:lnTo>
                  <a:lnTo>
                    <a:pt x="75839" y="13207"/>
                  </a:lnTo>
                  <a:lnTo>
                    <a:pt x="75460" y="12762"/>
                  </a:lnTo>
                  <a:lnTo>
                    <a:pt x="75081" y="12317"/>
                  </a:lnTo>
                  <a:lnTo>
                    <a:pt x="74688" y="11873"/>
                  </a:lnTo>
                  <a:lnTo>
                    <a:pt x="74296" y="11441"/>
                  </a:lnTo>
                  <a:lnTo>
                    <a:pt x="73904" y="11010"/>
                  </a:lnTo>
                  <a:lnTo>
                    <a:pt x="73485" y="10578"/>
                  </a:lnTo>
                  <a:lnTo>
                    <a:pt x="73080" y="10160"/>
                  </a:lnTo>
                  <a:lnTo>
                    <a:pt x="72662" y="9755"/>
                  </a:lnTo>
                  <a:lnTo>
                    <a:pt x="72230" y="9349"/>
                  </a:lnTo>
                  <a:lnTo>
                    <a:pt x="71799" y="8944"/>
                  </a:lnTo>
                  <a:lnTo>
                    <a:pt x="71354" y="8552"/>
                  </a:lnTo>
                  <a:lnTo>
                    <a:pt x="70909" y="8172"/>
                  </a:lnTo>
                  <a:lnTo>
                    <a:pt x="70452" y="7793"/>
                  </a:lnTo>
                  <a:lnTo>
                    <a:pt x="69994" y="7414"/>
                  </a:lnTo>
                  <a:lnTo>
                    <a:pt x="69523" y="7061"/>
                  </a:lnTo>
                  <a:lnTo>
                    <a:pt x="69053" y="6695"/>
                  </a:lnTo>
                  <a:lnTo>
                    <a:pt x="68569" y="6355"/>
                  </a:lnTo>
                  <a:lnTo>
                    <a:pt x="68072" y="6002"/>
                  </a:lnTo>
                  <a:lnTo>
                    <a:pt x="67575" y="5675"/>
                  </a:lnTo>
                  <a:lnTo>
                    <a:pt x="67078" y="5348"/>
                  </a:lnTo>
                  <a:lnTo>
                    <a:pt x="66568" y="5021"/>
                  </a:lnTo>
                  <a:lnTo>
                    <a:pt x="66045" y="4721"/>
                  </a:lnTo>
                  <a:lnTo>
                    <a:pt x="65522" y="4420"/>
                  </a:lnTo>
                  <a:lnTo>
                    <a:pt x="64986" y="4119"/>
                  </a:lnTo>
                  <a:lnTo>
                    <a:pt x="64450" y="3844"/>
                  </a:lnTo>
                  <a:lnTo>
                    <a:pt x="63901" y="3557"/>
                  </a:lnTo>
                  <a:lnTo>
                    <a:pt x="63339" y="3295"/>
                  </a:lnTo>
                  <a:lnTo>
                    <a:pt x="62776" y="3034"/>
                  </a:lnTo>
                  <a:lnTo>
                    <a:pt x="62201" y="2785"/>
                  </a:lnTo>
                  <a:lnTo>
                    <a:pt x="61626" y="2550"/>
                  </a:lnTo>
                  <a:lnTo>
                    <a:pt x="61037" y="2328"/>
                  </a:lnTo>
                  <a:lnTo>
                    <a:pt x="60436" y="2105"/>
                  </a:lnTo>
                  <a:lnTo>
                    <a:pt x="59834" y="1896"/>
                  </a:lnTo>
                  <a:lnTo>
                    <a:pt x="59220" y="1700"/>
                  </a:lnTo>
                  <a:lnTo>
                    <a:pt x="58592" y="1504"/>
                  </a:lnTo>
                  <a:lnTo>
                    <a:pt x="57965" y="1334"/>
                  </a:lnTo>
                  <a:lnTo>
                    <a:pt x="57337" y="1164"/>
                  </a:lnTo>
                  <a:lnTo>
                    <a:pt x="56683" y="1007"/>
                  </a:lnTo>
                  <a:lnTo>
                    <a:pt x="56029" y="850"/>
                  </a:lnTo>
                  <a:lnTo>
                    <a:pt x="55376" y="719"/>
                  </a:lnTo>
                  <a:lnTo>
                    <a:pt x="54709" y="602"/>
                  </a:lnTo>
                  <a:lnTo>
                    <a:pt x="54029" y="484"/>
                  </a:lnTo>
                  <a:lnTo>
                    <a:pt x="53336" y="379"/>
                  </a:lnTo>
                  <a:lnTo>
                    <a:pt x="52643" y="288"/>
                  </a:lnTo>
                  <a:lnTo>
                    <a:pt x="51937" y="209"/>
                  </a:lnTo>
                  <a:lnTo>
                    <a:pt x="51218" y="144"/>
                  </a:lnTo>
                  <a:lnTo>
                    <a:pt x="50498" y="92"/>
                  </a:lnTo>
                  <a:lnTo>
                    <a:pt x="49766" y="53"/>
                  </a:lnTo>
                  <a:lnTo>
                    <a:pt x="49034" y="13"/>
                  </a:lnTo>
                  <a:lnTo>
                    <a:pt x="482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8"/>
            <p:cNvSpPr/>
            <p:nvPr/>
          </p:nvSpPr>
          <p:spPr>
            <a:xfrm>
              <a:off x="4279075" y="560750"/>
              <a:ext cx="1554375" cy="2232700"/>
            </a:xfrm>
            <a:custGeom>
              <a:avLst/>
              <a:gdLst/>
              <a:ahLst/>
              <a:cxnLst/>
              <a:rect l="l" t="t" r="r" b="b"/>
              <a:pathLst>
                <a:path w="62175" h="89308" extrusionOk="0">
                  <a:moveTo>
                    <a:pt x="35749" y="1"/>
                  </a:moveTo>
                  <a:lnTo>
                    <a:pt x="36207" y="537"/>
                  </a:lnTo>
                  <a:lnTo>
                    <a:pt x="36651" y="1099"/>
                  </a:lnTo>
                  <a:lnTo>
                    <a:pt x="37083" y="1661"/>
                  </a:lnTo>
                  <a:lnTo>
                    <a:pt x="37514" y="2237"/>
                  </a:lnTo>
                  <a:lnTo>
                    <a:pt x="37946" y="2825"/>
                  </a:lnTo>
                  <a:lnTo>
                    <a:pt x="38364" y="3426"/>
                  </a:lnTo>
                  <a:lnTo>
                    <a:pt x="38770" y="4028"/>
                  </a:lnTo>
                  <a:lnTo>
                    <a:pt x="39175" y="4656"/>
                  </a:lnTo>
                  <a:lnTo>
                    <a:pt x="39580" y="5283"/>
                  </a:lnTo>
                  <a:lnTo>
                    <a:pt x="39973" y="5924"/>
                  </a:lnTo>
                  <a:lnTo>
                    <a:pt x="40352" y="6565"/>
                  </a:lnTo>
                  <a:lnTo>
                    <a:pt x="40731" y="7218"/>
                  </a:lnTo>
                  <a:lnTo>
                    <a:pt x="41097" y="7885"/>
                  </a:lnTo>
                  <a:lnTo>
                    <a:pt x="41463" y="8552"/>
                  </a:lnTo>
                  <a:lnTo>
                    <a:pt x="41829" y="9232"/>
                  </a:lnTo>
                  <a:lnTo>
                    <a:pt x="42182" y="9912"/>
                  </a:lnTo>
                  <a:lnTo>
                    <a:pt x="42522" y="10592"/>
                  </a:lnTo>
                  <a:lnTo>
                    <a:pt x="42862" y="11298"/>
                  </a:lnTo>
                  <a:lnTo>
                    <a:pt x="43189" y="11991"/>
                  </a:lnTo>
                  <a:lnTo>
                    <a:pt x="43516" y="12697"/>
                  </a:lnTo>
                  <a:lnTo>
                    <a:pt x="44157" y="14122"/>
                  </a:lnTo>
                  <a:lnTo>
                    <a:pt x="44758" y="15561"/>
                  </a:lnTo>
                  <a:lnTo>
                    <a:pt x="45347" y="17012"/>
                  </a:lnTo>
                  <a:lnTo>
                    <a:pt x="45909" y="18463"/>
                  </a:lnTo>
                  <a:lnTo>
                    <a:pt x="46432" y="19928"/>
                  </a:lnTo>
                  <a:lnTo>
                    <a:pt x="46942" y="21392"/>
                  </a:lnTo>
                  <a:lnTo>
                    <a:pt x="47426" y="22857"/>
                  </a:lnTo>
                  <a:lnTo>
                    <a:pt x="47896" y="24321"/>
                  </a:lnTo>
                  <a:lnTo>
                    <a:pt x="48328" y="25773"/>
                  </a:lnTo>
                  <a:lnTo>
                    <a:pt x="48746" y="27211"/>
                  </a:lnTo>
                  <a:lnTo>
                    <a:pt x="49125" y="28636"/>
                  </a:lnTo>
                  <a:lnTo>
                    <a:pt x="49492" y="30035"/>
                  </a:lnTo>
                  <a:lnTo>
                    <a:pt x="49832" y="31421"/>
                  </a:lnTo>
                  <a:lnTo>
                    <a:pt x="50158" y="32781"/>
                  </a:lnTo>
                  <a:lnTo>
                    <a:pt x="50446" y="34115"/>
                  </a:lnTo>
                  <a:lnTo>
                    <a:pt x="50721" y="35423"/>
                  </a:lnTo>
                  <a:lnTo>
                    <a:pt x="50982" y="36691"/>
                  </a:lnTo>
                  <a:lnTo>
                    <a:pt x="51204" y="37920"/>
                  </a:lnTo>
                  <a:lnTo>
                    <a:pt x="51414" y="39110"/>
                  </a:lnTo>
                  <a:lnTo>
                    <a:pt x="51597" y="40247"/>
                  </a:lnTo>
                  <a:lnTo>
                    <a:pt x="51754" y="41346"/>
                  </a:lnTo>
                  <a:lnTo>
                    <a:pt x="51897" y="42392"/>
                  </a:lnTo>
                  <a:lnTo>
                    <a:pt x="51989" y="43059"/>
                  </a:lnTo>
                  <a:lnTo>
                    <a:pt x="52094" y="43699"/>
                  </a:lnTo>
                  <a:lnTo>
                    <a:pt x="52224" y="44314"/>
                  </a:lnTo>
                  <a:lnTo>
                    <a:pt x="52355" y="44902"/>
                  </a:lnTo>
                  <a:lnTo>
                    <a:pt x="52486" y="45478"/>
                  </a:lnTo>
                  <a:lnTo>
                    <a:pt x="52643" y="46027"/>
                  </a:lnTo>
                  <a:lnTo>
                    <a:pt x="52813" y="46563"/>
                  </a:lnTo>
                  <a:lnTo>
                    <a:pt x="52983" y="47086"/>
                  </a:lnTo>
                  <a:lnTo>
                    <a:pt x="53166" y="47583"/>
                  </a:lnTo>
                  <a:lnTo>
                    <a:pt x="53349" y="48067"/>
                  </a:lnTo>
                  <a:lnTo>
                    <a:pt x="53545" y="48537"/>
                  </a:lnTo>
                  <a:lnTo>
                    <a:pt x="53741" y="48982"/>
                  </a:lnTo>
                  <a:lnTo>
                    <a:pt x="53950" y="49427"/>
                  </a:lnTo>
                  <a:lnTo>
                    <a:pt x="54160" y="49858"/>
                  </a:lnTo>
                  <a:lnTo>
                    <a:pt x="54382" y="50276"/>
                  </a:lnTo>
                  <a:lnTo>
                    <a:pt x="54604" y="50682"/>
                  </a:lnTo>
                  <a:lnTo>
                    <a:pt x="55036" y="51466"/>
                  </a:lnTo>
                  <a:lnTo>
                    <a:pt x="55493" y="52225"/>
                  </a:lnTo>
                  <a:lnTo>
                    <a:pt x="56369" y="53663"/>
                  </a:lnTo>
                  <a:lnTo>
                    <a:pt x="56788" y="54382"/>
                  </a:lnTo>
                  <a:lnTo>
                    <a:pt x="57193" y="55088"/>
                  </a:lnTo>
                  <a:lnTo>
                    <a:pt x="57389" y="55441"/>
                  </a:lnTo>
                  <a:lnTo>
                    <a:pt x="57572" y="55794"/>
                  </a:lnTo>
                  <a:lnTo>
                    <a:pt x="57742" y="56160"/>
                  </a:lnTo>
                  <a:lnTo>
                    <a:pt x="57912" y="56527"/>
                  </a:lnTo>
                  <a:lnTo>
                    <a:pt x="58069" y="56893"/>
                  </a:lnTo>
                  <a:lnTo>
                    <a:pt x="58226" y="57272"/>
                  </a:lnTo>
                  <a:lnTo>
                    <a:pt x="58357" y="57664"/>
                  </a:lnTo>
                  <a:lnTo>
                    <a:pt x="58488" y="58056"/>
                  </a:lnTo>
                  <a:lnTo>
                    <a:pt x="58592" y="58462"/>
                  </a:lnTo>
                  <a:lnTo>
                    <a:pt x="58697" y="58867"/>
                  </a:lnTo>
                  <a:lnTo>
                    <a:pt x="58775" y="59299"/>
                  </a:lnTo>
                  <a:lnTo>
                    <a:pt x="58854" y="59730"/>
                  </a:lnTo>
                  <a:lnTo>
                    <a:pt x="58906" y="60175"/>
                  </a:lnTo>
                  <a:lnTo>
                    <a:pt x="58945" y="60645"/>
                  </a:lnTo>
                  <a:lnTo>
                    <a:pt x="58971" y="61116"/>
                  </a:lnTo>
                  <a:lnTo>
                    <a:pt x="58971" y="61613"/>
                  </a:lnTo>
                  <a:lnTo>
                    <a:pt x="58958" y="62123"/>
                  </a:lnTo>
                  <a:lnTo>
                    <a:pt x="58919" y="62646"/>
                  </a:lnTo>
                  <a:lnTo>
                    <a:pt x="58867" y="63195"/>
                  </a:lnTo>
                  <a:lnTo>
                    <a:pt x="58801" y="63757"/>
                  </a:lnTo>
                  <a:lnTo>
                    <a:pt x="58710" y="64346"/>
                  </a:lnTo>
                  <a:lnTo>
                    <a:pt x="58592" y="64947"/>
                  </a:lnTo>
                  <a:lnTo>
                    <a:pt x="58448" y="65575"/>
                  </a:lnTo>
                  <a:lnTo>
                    <a:pt x="58278" y="66229"/>
                  </a:lnTo>
                  <a:lnTo>
                    <a:pt x="58095" y="66909"/>
                  </a:lnTo>
                  <a:lnTo>
                    <a:pt x="57886" y="67602"/>
                  </a:lnTo>
                  <a:lnTo>
                    <a:pt x="57638" y="68334"/>
                  </a:lnTo>
                  <a:lnTo>
                    <a:pt x="57376" y="69079"/>
                  </a:lnTo>
                  <a:lnTo>
                    <a:pt x="57088" y="69864"/>
                  </a:lnTo>
                  <a:lnTo>
                    <a:pt x="56762" y="70674"/>
                  </a:lnTo>
                  <a:lnTo>
                    <a:pt x="56409" y="71511"/>
                  </a:lnTo>
                  <a:lnTo>
                    <a:pt x="56029" y="72387"/>
                  </a:lnTo>
                  <a:lnTo>
                    <a:pt x="55624" y="73290"/>
                  </a:lnTo>
                  <a:lnTo>
                    <a:pt x="55179" y="74218"/>
                  </a:lnTo>
                  <a:lnTo>
                    <a:pt x="54709" y="75186"/>
                  </a:lnTo>
                  <a:lnTo>
                    <a:pt x="54199" y="76192"/>
                  </a:lnTo>
                  <a:lnTo>
                    <a:pt x="53911" y="76728"/>
                  </a:lnTo>
                  <a:lnTo>
                    <a:pt x="53610" y="77251"/>
                  </a:lnTo>
                  <a:lnTo>
                    <a:pt x="53310" y="77748"/>
                  </a:lnTo>
                  <a:lnTo>
                    <a:pt x="52983" y="78232"/>
                  </a:lnTo>
                  <a:lnTo>
                    <a:pt x="52656" y="78690"/>
                  </a:lnTo>
                  <a:lnTo>
                    <a:pt x="52316" y="79134"/>
                  </a:lnTo>
                  <a:lnTo>
                    <a:pt x="51963" y="79566"/>
                  </a:lnTo>
                  <a:lnTo>
                    <a:pt x="51597" y="79971"/>
                  </a:lnTo>
                  <a:lnTo>
                    <a:pt x="51231" y="80350"/>
                  </a:lnTo>
                  <a:lnTo>
                    <a:pt x="50851" y="80730"/>
                  </a:lnTo>
                  <a:lnTo>
                    <a:pt x="50459" y="81083"/>
                  </a:lnTo>
                  <a:lnTo>
                    <a:pt x="50054" y="81410"/>
                  </a:lnTo>
                  <a:lnTo>
                    <a:pt x="49648" y="81736"/>
                  </a:lnTo>
                  <a:lnTo>
                    <a:pt x="49230" y="82037"/>
                  </a:lnTo>
                  <a:lnTo>
                    <a:pt x="48799" y="82325"/>
                  </a:lnTo>
                  <a:lnTo>
                    <a:pt x="48367" y="82586"/>
                  </a:lnTo>
                  <a:lnTo>
                    <a:pt x="47922" y="82848"/>
                  </a:lnTo>
                  <a:lnTo>
                    <a:pt x="47465" y="83083"/>
                  </a:lnTo>
                  <a:lnTo>
                    <a:pt x="47007" y="83305"/>
                  </a:lnTo>
                  <a:lnTo>
                    <a:pt x="46536" y="83528"/>
                  </a:lnTo>
                  <a:lnTo>
                    <a:pt x="46066" y="83724"/>
                  </a:lnTo>
                  <a:lnTo>
                    <a:pt x="45582" y="83907"/>
                  </a:lnTo>
                  <a:lnTo>
                    <a:pt x="45085" y="84077"/>
                  </a:lnTo>
                  <a:lnTo>
                    <a:pt x="44588" y="84234"/>
                  </a:lnTo>
                  <a:lnTo>
                    <a:pt x="44078" y="84378"/>
                  </a:lnTo>
                  <a:lnTo>
                    <a:pt x="43568" y="84508"/>
                  </a:lnTo>
                  <a:lnTo>
                    <a:pt x="43045" y="84626"/>
                  </a:lnTo>
                  <a:lnTo>
                    <a:pt x="42509" y="84744"/>
                  </a:lnTo>
                  <a:lnTo>
                    <a:pt x="41986" y="84835"/>
                  </a:lnTo>
                  <a:lnTo>
                    <a:pt x="41437" y="84927"/>
                  </a:lnTo>
                  <a:lnTo>
                    <a:pt x="40888" y="85005"/>
                  </a:lnTo>
                  <a:lnTo>
                    <a:pt x="40339" y="85071"/>
                  </a:lnTo>
                  <a:lnTo>
                    <a:pt x="39776" y="85123"/>
                  </a:lnTo>
                  <a:lnTo>
                    <a:pt x="39214" y="85175"/>
                  </a:lnTo>
                  <a:lnTo>
                    <a:pt x="38652" y="85215"/>
                  </a:lnTo>
                  <a:lnTo>
                    <a:pt x="38077" y="85241"/>
                  </a:lnTo>
                  <a:lnTo>
                    <a:pt x="37488" y="85254"/>
                  </a:lnTo>
                  <a:lnTo>
                    <a:pt x="36900" y="85267"/>
                  </a:lnTo>
                  <a:lnTo>
                    <a:pt x="35723" y="85280"/>
                  </a:lnTo>
                  <a:lnTo>
                    <a:pt x="34507" y="85254"/>
                  </a:lnTo>
                  <a:lnTo>
                    <a:pt x="33291" y="85201"/>
                  </a:lnTo>
                  <a:lnTo>
                    <a:pt x="32049" y="85123"/>
                  </a:lnTo>
                  <a:lnTo>
                    <a:pt x="30793" y="85031"/>
                  </a:lnTo>
                  <a:lnTo>
                    <a:pt x="29538" y="84914"/>
                  </a:lnTo>
                  <a:lnTo>
                    <a:pt x="28257" y="84783"/>
                  </a:lnTo>
                  <a:lnTo>
                    <a:pt x="26962" y="84652"/>
                  </a:lnTo>
                  <a:lnTo>
                    <a:pt x="25668" y="84495"/>
                  </a:lnTo>
                  <a:lnTo>
                    <a:pt x="23053" y="84182"/>
                  </a:lnTo>
                  <a:lnTo>
                    <a:pt x="20411" y="83868"/>
                  </a:lnTo>
                  <a:lnTo>
                    <a:pt x="19248" y="84482"/>
                  </a:lnTo>
                  <a:lnTo>
                    <a:pt x="18568" y="84822"/>
                  </a:lnTo>
                  <a:lnTo>
                    <a:pt x="17822" y="85188"/>
                  </a:lnTo>
                  <a:lnTo>
                    <a:pt x="17025" y="85581"/>
                  </a:lnTo>
                  <a:lnTo>
                    <a:pt x="16175" y="85960"/>
                  </a:lnTo>
                  <a:lnTo>
                    <a:pt x="15299" y="86352"/>
                  </a:lnTo>
                  <a:lnTo>
                    <a:pt x="14371" y="86718"/>
                  </a:lnTo>
                  <a:lnTo>
                    <a:pt x="13429" y="87084"/>
                  </a:lnTo>
                  <a:lnTo>
                    <a:pt x="12945" y="87254"/>
                  </a:lnTo>
                  <a:lnTo>
                    <a:pt x="12462" y="87411"/>
                  </a:lnTo>
                  <a:lnTo>
                    <a:pt x="11978" y="87568"/>
                  </a:lnTo>
                  <a:lnTo>
                    <a:pt x="11481" y="87712"/>
                  </a:lnTo>
                  <a:lnTo>
                    <a:pt x="10997" y="87856"/>
                  </a:lnTo>
                  <a:lnTo>
                    <a:pt x="10500" y="87987"/>
                  </a:lnTo>
                  <a:lnTo>
                    <a:pt x="10016" y="88104"/>
                  </a:lnTo>
                  <a:lnTo>
                    <a:pt x="9520" y="88196"/>
                  </a:lnTo>
                  <a:lnTo>
                    <a:pt x="9036" y="88287"/>
                  </a:lnTo>
                  <a:lnTo>
                    <a:pt x="8539" y="88366"/>
                  </a:lnTo>
                  <a:lnTo>
                    <a:pt x="8068" y="88431"/>
                  </a:lnTo>
                  <a:lnTo>
                    <a:pt x="7584" y="88470"/>
                  </a:lnTo>
                  <a:lnTo>
                    <a:pt x="7114" y="88496"/>
                  </a:lnTo>
                  <a:lnTo>
                    <a:pt x="6643" y="88510"/>
                  </a:lnTo>
                  <a:lnTo>
                    <a:pt x="5754" y="88496"/>
                  </a:lnTo>
                  <a:lnTo>
                    <a:pt x="4878" y="88470"/>
                  </a:lnTo>
                  <a:lnTo>
                    <a:pt x="4015" y="88418"/>
                  </a:lnTo>
                  <a:lnTo>
                    <a:pt x="3178" y="88353"/>
                  </a:lnTo>
                  <a:lnTo>
                    <a:pt x="2354" y="88261"/>
                  </a:lnTo>
                  <a:lnTo>
                    <a:pt x="1543" y="88157"/>
                  </a:lnTo>
                  <a:lnTo>
                    <a:pt x="759" y="88039"/>
                  </a:lnTo>
                  <a:lnTo>
                    <a:pt x="0" y="87895"/>
                  </a:lnTo>
                  <a:lnTo>
                    <a:pt x="497" y="88052"/>
                  </a:lnTo>
                  <a:lnTo>
                    <a:pt x="1020" y="88209"/>
                  </a:lnTo>
                  <a:lnTo>
                    <a:pt x="1556" y="88353"/>
                  </a:lnTo>
                  <a:lnTo>
                    <a:pt x="2106" y="88483"/>
                  </a:lnTo>
                  <a:lnTo>
                    <a:pt x="2681" y="88614"/>
                  </a:lnTo>
                  <a:lnTo>
                    <a:pt x="3269" y="88732"/>
                  </a:lnTo>
                  <a:lnTo>
                    <a:pt x="3871" y="88836"/>
                  </a:lnTo>
                  <a:lnTo>
                    <a:pt x="4485" y="88928"/>
                  </a:lnTo>
                  <a:lnTo>
                    <a:pt x="5113" y="89020"/>
                  </a:lnTo>
                  <a:lnTo>
                    <a:pt x="5754" y="89098"/>
                  </a:lnTo>
                  <a:lnTo>
                    <a:pt x="6421" y="89163"/>
                  </a:lnTo>
                  <a:lnTo>
                    <a:pt x="7087" y="89216"/>
                  </a:lnTo>
                  <a:lnTo>
                    <a:pt x="7767" y="89255"/>
                  </a:lnTo>
                  <a:lnTo>
                    <a:pt x="8447" y="89281"/>
                  </a:lnTo>
                  <a:lnTo>
                    <a:pt x="9153" y="89307"/>
                  </a:lnTo>
                  <a:lnTo>
                    <a:pt x="9859" y="89307"/>
                  </a:lnTo>
                  <a:lnTo>
                    <a:pt x="10775" y="89294"/>
                  </a:lnTo>
                  <a:lnTo>
                    <a:pt x="11677" y="89268"/>
                  </a:lnTo>
                  <a:lnTo>
                    <a:pt x="12566" y="89216"/>
                  </a:lnTo>
                  <a:lnTo>
                    <a:pt x="13429" y="89150"/>
                  </a:lnTo>
                  <a:lnTo>
                    <a:pt x="14279" y="89059"/>
                  </a:lnTo>
                  <a:lnTo>
                    <a:pt x="15103" y="88954"/>
                  </a:lnTo>
                  <a:lnTo>
                    <a:pt x="15900" y="88823"/>
                  </a:lnTo>
                  <a:lnTo>
                    <a:pt x="16685" y="88680"/>
                  </a:lnTo>
                  <a:lnTo>
                    <a:pt x="17430" y="88523"/>
                  </a:lnTo>
                  <a:lnTo>
                    <a:pt x="18162" y="88353"/>
                  </a:lnTo>
                  <a:lnTo>
                    <a:pt x="18855" y="88170"/>
                  </a:lnTo>
                  <a:lnTo>
                    <a:pt x="19509" y="87960"/>
                  </a:lnTo>
                  <a:lnTo>
                    <a:pt x="20137" y="87751"/>
                  </a:lnTo>
                  <a:lnTo>
                    <a:pt x="20738" y="87516"/>
                  </a:lnTo>
                  <a:lnTo>
                    <a:pt x="21301" y="87280"/>
                  </a:lnTo>
                  <a:lnTo>
                    <a:pt x="21811" y="87019"/>
                  </a:lnTo>
                  <a:lnTo>
                    <a:pt x="23144" y="87176"/>
                  </a:lnTo>
                  <a:lnTo>
                    <a:pt x="24478" y="87307"/>
                  </a:lnTo>
                  <a:lnTo>
                    <a:pt x="25825" y="87437"/>
                  </a:lnTo>
                  <a:lnTo>
                    <a:pt x="27172" y="87555"/>
                  </a:lnTo>
                  <a:lnTo>
                    <a:pt x="28518" y="87660"/>
                  </a:lnTo>
                  <a:lnTo>
                    <a:pt x="29865" y="87751"/>
                  </a:lnTo>
                  <a:lnTo>
                    <a:pt x="31212" y="87817"/>
                  </a:lnTo>
                  <a:lnTo>
                    <a:pt x="32546" y="87869"/>
                  </a:lnTo>
                  <a:lnTo>
                    <a:pt x="33879" y="87895"/>
                  </a:lnTo>
                  <a:lnTo>
                    <a:pt x="35200" y="87908"/>
                  </a:lnTo>
                  <a:lnTo>
                    <a:pt x="36521" y="87882"/>
                  </a:lnTo>
                  <a:lnTo>
                    <a:pt x="37815" y="87830"/>
                  </a:lnTo>
                  <a:lnTo>
                    <a:pt x="38456" y="87790"/>
                  </a:lnTo>
                  <a:lnTo>
                    <a:pt x="39096" y="87751"/>
                  </a:lnTo>
                  <a:lnTo>
                    <a:pt x="39737" y="87699"/>
                  </a:lnTo>
                  <a:lnTo>
                    <a:pt x="40365" y="87634"/>
                  </a:lnTo>
                  <a:lnTo>
                    <a:pt x="40992" y="87568"/>
                  </a:lnTo>
                  <a:lnTo>
                    <a:pt x="41607" y="87490"/>
                  </a:lnTo>
                  <a:lnTo>
                    <a:pt x="42235" y="87411"/>
                  </a:lnTo>
                  <a:lnTo>
                    <a:pt x="42836" y="87307"/>
                  </a:lnTo>
                  <a:lnTo>
                    <a:pt x="43438" y="87202"/>
                  </a:lnTo>
                  <a:lnTo>
                    <a:pt x="44039" y="87084"/>
                  </a:lnTo>
                  <a:lnTo>
                    <a:pt x="44627" y="86967"/>
                  </a:lnTo>
                  <a:lnTo>
                    <a:pt x="45216" y="86823"/>
                  </a:lnTo>
                  <a:lnTo>
                    <a:pt x="45791" y="86679"/>
                  </a:lnTo>
                  <a:lnTo>
                    <a:pt x="46367" y="86522"/>
                  </a:lnTo>
                  <a:lnTo>
                    <a:pt x="46929" y="86352"/>
                  </a:lnTo>
                  <a:lnTo>
                    <a:pt x="47478" y="86169"/>
                  </a:lnTo>
                  <a:lnTo>
                    <a:pt x="48027" y="85986"/>
                  </a:lnTo>
                  <a:lnTo>
                    <a:pt x="48563" y="85777"/>
                  </a:lnTo>
                  <a:lnTo>
                    <a:pt x="49099" y="85568"/>
                  </a:lnTo>
                  <a:lnTo>
                    <a:pt x="49622" y="85332"/>
                  </a:lnTo>
                  <a:lnTo>
                    <a:pt x="50132" y="85097"/>
                  </a:lnTo>
                  <a:lnTo>
                    <a:pt x="50629" y="84835"/>
                  </a:lnTo>
                  <a:lnTo>
                    <a:pt x="51126" y="84574"/>
                  </a:lnTo>
                  <a:lnTo>
                    <a:pt x="51610" y="84299"/>
                  </a:lnTo>
                  <a:lnTo>
                    <a:pt x="52081" y="83998"/>
                  </a:lnTo>
                  <a:lnTo>
                    <a:pt x="52551" y="83698"/>
                  </a:lnTo>
                  <a:lnTo>
                    <a:pt x="52996" y="83371"/>
                  </a:lnTo>
                  <a:lnTo>
                    <a:pt x="53440" y="83031"/>
                  </a:lnTo>
                  <a:lnTo>
                    <a:pt x="53872" y="82691"/>
                  </a:lnTo>
                  <a:lnTo>
                    <a:pt x="54290" y="82325"/>
                  </a:lnTo>
                  <a:lnTo>
                    <a:pt x="54696" y="81946"/>
                  </a:lnTo>
                  <a:lnTo>
                    <a:pt x="55088" y="81540"/>
                  </a:lnTo>
                  <a:lnTo>
                    <a:pt x="55480" y="81135"/>
                  </a:lnTo>
                  <a:lnTo>
                    <a:pt x="55846" y="80703"/>
                  </a:lnTo>
                  <a:lnTo>
                    <a:pt x="56199" y="80259"/>
                  </a:lnTo>
                  <a:lnTo>
                    <a:pt x="56552" y="79801"/>
                  </a:lnTo>
                  <a:lnTo>
                    <a:pt x="56879" y="79330"/>
                  </a:lnTo>
                  <a:lnTo>
                    <a:pt x="57193" y="78834"/>
                  </a:lnTo>
                  <a:lnTo>
                    <a:pt x="57507" y="78324"/>
                  </a:lnTo>
                  <a:lnTo>
                    <a:pt x="57795" y="77801"/>
                  </a:lnTo>
                  <a:lnTo>
                    <a:pt x="58291" y="76820"/>
                  </a:lnTo>
                  <a:lnTo>
                    <a:pt x="58762" y="75865"/>
                  </a:lnTo>
                  <a:lnTo>
                    <a:pt x="59207" y="74950"/>
                  </a:lnTo>
                  <a:lnTo>
                    <a:pt x="59599" y="74061"/>
                  </a:lnTo>
                  <a:lnTo>
                    <a:pt x="59965" y="73185"/>
                  </a:lnTo>
                  <a:lnTo>
                    <a:pt x="60305" y="72348"/>
                  </a:lnTo>
                  <a:lnTo>
                    <a:pt x="60619" y="71524"/>
                  </a:lnTo>
                  <a:lnTo>
                    <a:pt x="60893" y="70727"/>
                  </a:lnTo>
                  <a:lnTo>
                    <a:pt x="61129" y="69955"/>
                  </a:lnTo>
                  <a:lnTo>
                    <a:pt x="61351" y="69210"/>
                  </a:lnTo>
                  <a:lnTo>
                    <a:pt x="61547" y="68478"/>
                  </a:lnTo>
                  <a:lnTo>
                    <a:pt x="61704" y="67772"/>
                  </a:lnTo>
                  <a:lnTo>
                    <a:pt x="61848" y="67079"/>
                  </a:lnTo>
                  <a:lnTo>
                    <a:pt x="61953" y="66412"/>
                  </a:lnTo>
                  <a:lnTo>
                    <a:pt x="62044" y="65758"/>
                  </a:lnTo>
                  <a:lnTo>
                    <a:pt x="62110" y="65117"/>
                  </a:lnTo>
                  <a:lnTo>
                    <a:pt x="62149" y="64503"/>
                  </a:lnTo>
                  <a:lnTo>
                    <a:pt x="62175" y="63901"/>
                  </a:lnTo>
                  <a:lnTo>
                    <a:pt x="62162" y="63326"/>
                  </a:lnTo>
                  <a:lnTo>
                    <a:pt x="62149" y="62751"/>
                  </a:lnTo>
                  <a:lnTo>
                    <a:pt x="62110" y="62201"/>
                  </a:lnTo>
                  <a:lnTo>
                    <a:pt x="62044" y="61652"/>
                  </a:lnTo>
                  <a:lnTo>
                    <a:pt x="61966" y="61129"/>
                  </a:lnTo>
                  <a:lnTo>
                    <a:pt x="61874" y="60606"/>
                  </a:lnTo>
                  <a:lnTo>
                    <a:pt x="61756" y="60096"/>
                  </a:lnTo>
                  <a:lnTo>
                    <a:pt x="61639" y="59599"/>
                  </a:lnTo>
                  <a:lnTo>
                    <a:pt x="61495" y="59116"/>
                  </a:lnTo>
                  <a:lnTo>
                    <a:pt x="61338" y="58645"/>
                  </a:lnTo>
                  <a:lnTo>
                    <a:pt x="61181" y="58174"/>
                  </a:lnTo>
                  <a:lnTo>
                    <a:pt x="60998" y="57703"/>
                  </a:lnTo>
                  <a:lnTo>
                    <a:pt x="60802" y="57246"/>
                  </a:lnTo>
                  <a:lnTo>
                    <a:pt x="60606" y="56801"/>
                  </a:lnTo>
                  <a:lnTo>
                    <a:pt x="60397" y="56357"/>
                  </a:lnTo>
                  <a:lnTo>
                    <a:pt x="60174" y="55912"/>
                  </a:lnTo>
                  <a:lnTo>
                    <a:pt x="59952" y="55481"/>
                  </a:lnTo>
                  <a:lnTo>
                    <a:pt x="59717" y="55049"/>
                  </a:lnTo>
                  <a:lnTo>
                    <a:pt x="59233" y="54186"/>
                  </a:lnTo>
                  <a:lnTo>
                    <a:pt x="58736" y="53336"/>
                  </a:lnTo>
                  <a:lnTo>
                    <a:pt x="57703" y="51610"/>
                  </a:lnTo>
                  <a:lnTo>
                    <a:pt x="57180" y="50721"/>
                  </a:lnTo>
                  <a:lnTo>
                    <a:pt x="56670" y="49819"/>
                  </a:lnTo>
                  <a:lnTo>
                    <a:pt x="56186" y="48890"/>
                  </a:lnTo>
                  <a:lnTo>
                    <a:pt x="55938" y="48420"/>
                  </a:lnTo>
                  <a:lnTo>
                    <a:pt x="55702" y="47936"/>
                  </a:lnTo>
                  <a:lnTo>
                    <a:pt x="55480" y="47439"/>
                  </a:lnTo>
                  <a:lnTo>
                    <a:pt x="55258" y="46942"/>
                  </a:lnTo>
                  <a:lnTo>
                    <a:pt x="55049" y="46432"/>
                  </a:lnTo>
                  <a:lnTo>
                    <a:pt x="54853" y="45896"/>
                  </a:lnTo>
                  <a:lnTo>
                    <a:pt x="54670" y="45360"/>
                  </a:lnTo>
                  <a:lnTo>
                    <a:pt x="54486" y="44811"/>
                  </a:lnTo>
                  <a:lnTo>
                    <a:pt x="54316" y="44249"/>
                  </a:lnTo>
                  <a:lnTo>
                    <a:pt x="54173" y="43660"/>
                  </a:lnTo>
                  <a:lnTo>
                    <a:pt x="54029" y="43072"/>
                  </a:lnTo>
                  <a:lnTo>
                    <a:pt x="53898" y="42457"/>
                  </a:lnTo>
                  <a:lnTo>
                    <a:pt x="53793" y="41830"/>
                  </a:lnTo>
                  <a:lnTo>
                    <a:pt x="53702" y="41189"/>
                  </a:lnTo>
                  <a:lnTo>
                    <a:pt x="53545" y="40064"/>
                  </a:lnTo>
                  <a:lnTo>
                    <a:pt x="53375" y="38914"/>
                  </a:lnTo>
                  <a:lnTo>
                    <a:pt x="53192" y="37724"/>
                  </a:lnTo>
                  <a:lnTo>
                    <a:pt x="52983" y="36508"/>
                  </a:lnTo>
                  <a:lnTo>
                    <a:pt x="52760" y="35266"/>
                  </a:lnTo>
                  <a:lnTo>
                    <a:pt x="52512" y="33984"/>
                  </a:lnTo>
                  <a:lnTo>
                    <a:pt x="52251" y="32690"/>
                  </a:lnTo>
                  <a:lnTo>
                    <a:pt x="51950" y="31356"/>
                  </a:lnTo>
                  <a:lnTo>
                    <a:pt x="51636" y="30022"/>
                  </a:lnTo>
                  <a:lnTo>
                    <a:pt x="51296" y="28662"/>
                  </a:lnTo>
                  <a:lnTo>
                    <a:pt x="50943" y="27289"/>
                  </a:lnTo>
                  <a:lnTo>
                    <a:pt x="50551" y="25903"/>
                  </a:lnTo>
                  <a:lnTo>
                    <a:pt x="50132" y="24517"/>
                  </a:lnTo>
                  <a:lnTo>
                    <a:pt x="49688" y="23118"/>
                  </a:lnTo>
                  <a:lnTo>
                    <a:pt x="49204" y="21719"/>
                  </a:lnTo>
                  <a:lnTo>
                    <a:pt x="48707" y="20320"/>
                  </a:lnTo>
                  <a:lnTo>
                    <a:pt x="48171" y="18921"/>
                  </a:lnTo>
                  <a:lnTo>
                    <a:pt x="47883" y="18215"/>
                  </a:lnTo>
                  <a:lnTo>
                    <a:pt x="47596" y="17522"/>
                  </a:lnTo>
                  <a:lnTo>
                    <a:pt x="47308" y="16829"/>
                  </a:lnTo>
                  <a:lnTo>
                    <a:pt x="46994" y="16136"/>
                  </a:lnTo>
                  <a:lnTo>
                    <a:pt x="46680" y="15443"/>
                  </a:lnTo>
                  <a:lnTo>
                    <a:pt x="46367" y="14763"/>
                  </a:lnTo>
                  <a:lnTo>
                    <a:pt x="46027" y="14083"/>
                  </a:lnTo>
                  <a:lnTo>
                    <a:pt x="45700" y="13403"/>
                  </a:lnTo>
                  <a:lnTo>
                    <a:pt x="45347" y="12723"/>
                  </a:lnTo>
                  <a:lnTo>
                    <a:pt x="44994" y="12043"/>
                  </a:lnTo>
                  <a:lnTo>
                    <a:pt x="44627" y="11376"/>
                  </a:lnTo>
                  <a:lnTo>
                    <a:pt x="44248" y="10723"/>
                  </a:lnTo>
                  <a:lnTo>
                    <a:pt x="43856" y="10056"/>
                  </a:lnTo>
                  <a:lnTo>
                    <a:pt x="43464" y="9415"/>
                  </a:lnTo>
                  <a:lnTo>
                    <a:pt x="43058" y="8761"/>
                  </a:lnTo>
                  <a:lnTo>
                    <a:pt x="42640" y="8121"/>
                  </a:lnTo>
                  <a:lnTo>
                    <a:pt x="42222" y="7493"/>
                  </a:lnTo>
                  <a:lnTo>
                    <a:pt x="41790" y="6865"/>
                  </a:lnTo>
                  <a:lnTo>
                    <a:pt x="41345" y="6251"/>
                  </a:lnTo>
                  <a:lnTo>
                    <a:pt x="40888" y="5636"/>
                  </a:lnTo>
                  <a:lnTo>
                    <a:pt x="40430" y="5035"/>
                  </a:lnTo>
                  <a:lnTo>
                    <a:pt x="39946" y="4433"/>
                  </a:lnTo>
                  <a:lnTo>
                    <a:pt x="39463" y="3845"/>
                  </a:lnTo>
                  <a:lnTo>
                    <a:pt x="38966" y="3270"/>
                  </a:lnTo>
                  <a:lnTo>
                    <a:pt x="38456" y="2694"/>
                  </a:lnTo>
                  <a:lnTo>
                    <a:pt x="37946" y="2132"/>
                  </a:lnTo>
                  <a:lnTo>
                    <a:pt x="37410" y="1583"/>
                  </a:lnTo>
                  <a:lnTo>
                    <a:pt x="36874" y="1047"/>
                  </a:lnTo>
                  <a:lnTo>
                    <a:pt x="36311" y="524"/>
                  </a:lnTo>
                  <a:lnTo>
                    <a:pt x="357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8"/>
            <p:cNvSpPr/>
            <p:nvPr/>
          </p:nvSpPr>
          <p:spPr>
            <a:xfrm>
              <a:off x="3879950" y="1486500"/>
              <a:ext cx="1368050" cy="1097400"/>
            </a:xfrm>
            <a:custGeom>
              <a:avLst/>
              <a:gdLst/>
              <a:ahLst/>
              <a:cxnLst/>
              <a:rect l="l" t="t" r="r" b="b"/>
              <a:pathLst>
                <a:path w="54722" h="43896" extrusionOk="0">
                  <a:moveTo>
                    <a:pt x="25968" y="1"/>
                  </a:moveTo>
                  <a:lnTo>
                    <a:pt x="25419" y="14"/>
                  </a:lnTo>
                  <a:lnTo>
                    <a:pt x="24857" y="53"/>
                  </a:lnTo>
                  <a:lnTo>
                    <a:pt x="24295" y="92"/>
                  </a:lnTo>
                  <a:lnTo>
                    <a:pt x="23732" y="158"/>
                  </a:lnTo>
                  <a:lnTo>
                    <a:pt x="23170" y="249"/>
                  </a:lnTo>
                  <a:lnTo>
                    <a:pt x="22608" y="341"/>
                  </a:lnTo>
                  <a:lnTo>
                    <a:pt x="22046" y="458"/>
                  </a:lnTo>
                  <a:lnTo>
                    <a:pt x="21483" y="589"/>
                  </a:lnTo>
                  <a:lnTo>
                    <a:pt x="20921" y="746"/>
                  </a:lnTo>
                  <a:lnTo>
                    <a:pt x="20359" y="903"/>
                  </a:lnTo>
                  <a:lnTo>
                    <a:pt x="19810" y="1086"/>
                  </a:lnTo>
                  <a:lnTo>
                    <a:pt x="19247" y="1282"/>
                  </a:lnTo>
                  <a:lnTo>
                    <a:pt x="18698" y="1491"/>
                  </a:lnTo>
                  <a:lnTo>
                    <a:pt x="18136" y="1714"/>
                  </a:lnTo>
                  <a:lnTo>
                    <a:pt x="17587" y="1949"/>
                  </a:lnTo>
                  <a:lnTo>
                    <a:pt x="17051" y="2198"/>
                  </a:lnTo>
                  <a:lnTo>
                    <a:pt x="16502" y="2472"/>
                  </a:lnTo>
                  <a:lnTo>
                    <a:pt x="15965" y="2747"/>
                  </a:lnTo>
                  <a:lnTo>
                    <a:pt x="15429" y="3034"/>
                  </a:lnTo>
                  <a:lnTo>
                    <a:pt x="14893" y="3335"/>
                  </a:lnTo>
                  <a:lnTo>
                    <a:pt x="14370" y="3662"/>
                  </a:lnTo>
                  <a:lnTo>
                    <a:pt x="13847" y="3989"/>
                  </a:lnTo>
                  <a:lnTo>
                    <a:pt x="13337" y="4329"/>
                  </a:lnTo>
                  <a:lnTo>
                    <a:pt x="12814" y="4682"/>
                  </a:lnTo>
                  <a:lnTo>
                    <a:pt x="12317" y="5048"/>
                  </a:lnTo>
                  <a:lnTo>
                    <a:pt x="11807" y="5414"/>
                  </a:lnTo>
                  <a:lnTo>
                    <a:pt x="11324" y="5806"/>
                  </a:lnTo>
                  <a:lnTo>
                    <a:pt x="10827" y="6199"/>
                  </a:lnTo>
                  <a:lnTo>
                    <a:pt x="10343" y="6604"/>
                  </a:lnTo>
                  <a:lnTo>
                    <a:pt x="9872" y="7022"/>
                  </a:lnTo>
                  <a:lnTo>
                    <a:pt x="9402" y="7454"/>
                  </a:lnTo>
                  <a:lnTo>
                    <a:pt x="8944" y="7885"/>
                  </a:lnTo>
                  <a:lnTo>
                    <a:pt x="8499" y="8330"/>
                  </a:lnTo>
                  <a:lnTo>
                    <a:pt x="8055" y="8788"/>
                  </a:lnTo>
                  <a:lnTo>
                    <a:pt x="7623" y="9245"/>
                  </a:lnTo>
                  <a:lnTo>
                    <a:pt x="7192" y="9716"/>
                  </a:lnTo>
                  <a:lnTo>
                    <a:pt x="6773" y="10187"/>
                  </a:lnTo>
                  <a:lnTo>
                    <a:pt x="6368" y="10671"/>
                  </a:lnTo>
                  <a:lnTo>
                    <a:pt x="5976" y="11167"/>
                  </a:lnTo>
                  <a:lnTo>
                    <a:pt x="5583" y="11664"/>
                  </a:lnTo>
                  <a:lnTo>
                    <a:pt x="5204" y="12174"/>
                  </a:lnTo>
                  <a:lnTo>
                    <a:pt x="4838" y="12684"/>
                  </a:lnTo>
                  <a:lnTo>
                    <a:pt x="4485" y="13207"/>
                  </a:lnTo>
                  <a:lnTo>
                    <a:pt x="4132" y="13730"/>
                  </a:lnTo>
                  <a:lnTo>
                    <a:pt x="3805" y="14266"/>
                  </a:lnTo>
                  <a:lnTo>
                    <a:pt x="3478" y="14802"/>
                  </a:lnTo>
                  <a:lnTo>
                    <a:pt x="3164" y="15339"/>
                  </a:lnTo>
                  <a:lnTo>
                    <a:pt x="2877" y="15888"/>
                  </a:lnTo>
                  <a:lnTo>
                    <a:pt x="2589" y="16437"/>
                  </a:lnTo>
                  <a:lnTo>
                    <a:pt x="2315" y="16986"/>
                  </a:lnTo>
                  <a:lnTo>
                    <a:pt x="2053" y="17548"/>
                  </a:lnTo>
                  <a:lnTo>
                    <a:pt x="1805" y="18111"/>
                  </a:lnTo>
                  <a:lnTo>
                    <a:pt x="1569" y="18673"/>
                  </a:lnTo>
                  <a:lnTo>
                    <a:pt x="1360" y="19248"/>
                  </a:lnTo>
                  <a:lnTo>
                    <a:pt x="1151" y="19810"/>
                  </a:lnTo>
                  <a:lnTo>
                    <a:pt x="968" y="20386"/>
                  </a:lnTo>
                  <a:lnTo>
                    <a:pt x="785" y="20961"/>
                  </a:lnTo>
                  <a:lnTo>
                    <a:pt x="628" y="21549"/>
                  </a:lnTo>
                  <a:lnTo>
                    <a:pt x="484" y="22125"/>
                  </a:lnTo>
                  <a:lnTo>
                    <a:pt x="353" y="22700"/>
                  </a:lnTo>
                  <a:lnTo>
                    <a:pt x="236" y="23380"/>
                  </a:lnTo>
                  <a:lnTo>
                    <a:pt x="131" y="24034"/>
                  </a:lnTo>
                  <a:lnTo>
                    <a:pt x="66" y="24688"/>
                  </a:lnTo>
                  <a:lnTo>
                    <a:pt x="13" y="25315"/>
                  </a:lnTo>
                  <a:lnTo>
                    <a:pt x="0" y="25943"/>
                  </a:lnTo>
                  <a:lnTo>
                    <a:pt x="0" y="26544"/>
                  </a:lnTo>
                  <a:lnTo>
                    <a:pt x="26" y="27146"/>
                  </a:lnTo>
                  <a:lnTo>
                    <a:pt x="79" y="27734"/>
                  </a:lnTo>
                  <a:lnTo>
                    <a:pt x="157" y="28310"/>
                  </a:lnTo>
                  <a:lnTo>
                    <a:pt x="262" y="28872"/>
                  </a:lnTo>
                  <a:lnTo>
                    <a:pt x="379" y="29421"/>
                  </a:lnTo>
                  <a:lnTo>
                    <a:pt x="523" y="29957"/>
                  </a:lnTo>
                  <a:lnTo>
                    <a:pt x="693" y="30480"/>
                  </a:lnTo>
                  <a:lnTo>
                    <a:pt x="876" y="31003"/>
                  </a:lnTo>
                  <a:lnTo>
                    <a:pt x="1085" y="31500"/>
                  </a:lnTo>
                  <a:lnTo>
                    <a:pt x="1308" y="31997"/>
                  </a:lnTo>
                  <a:lnTo>
                    <a:pt x="1556" y="32468"/>
                  </a:lnTo>
                  <a:lnTo>
                    <a:pt x="1818" y="32938"/>
                  </a:lnTo>
                  <a:lnTo>
                    <a:pt x="2092" y="33396"/>
                  </a:lnTo>
                  <a:lnTo>
                    <a:pt x="2393" y="33841"/>
                  </a:lnTo>
                  <a:lnTo>
                    <a:pt x="2720" y="34285"/>
                  </a:lnTo>
                  <a:lnTo>
                    <a:pt x="3047" y="34704"/>
                  </a:lnTo>
                  <a:lnTo>
                    <a:pt x="3400" y="35122"/>
                  </a:lnTo>
                  <a:lnTo>
                    <a:pt x="3766" y="35527"/>
                  </a:lnTo>
                  <a:lnTo>
                    <a:pt x="4145" y="35920"/>
                  </a:lnTo>
                  <a:lnTo>
                    <a:pt x="4537" y="36299"/>
                  </a:lnTo>
                  <a:lnTo>
                    <a:pt x="4943" y="36665"/>
                  </a:lnTo>
                  <a:lnTo>
                    <a:pt x="5361" y="37031"/>
                  </a:lnTo>
                  <a:lnTo>
                    <a:pt x="5793" y="37384"/>
                  </a:lnTo>
                  <a:lnTo>
                    <a:pt x="6237" y="37724"/>
                  </a:lnTo>
                  <a:lnTo>
                    <a:pt x="6695" y="38051"/>
                  </a:lnTo>
                  <a:lnTo>
                    <a:pt x="7166" y="38365"/>
                  </a:lnTo>
                  <a:lnTo>
                    <a:pt x="7636" y="38679"/>
                  </a:lnTo>
                  <a:lnTo>
                    <a:pt x="8133" y="38979"/>
                  </a:lnTo>
                  <a:lnTo>
                    <a:pt x="8630" y="39267"/>
                  </a:lnTo>
                  <a:lnTo>
                    <a:pt x="9127" y="39555"/>
                  </a:lnTo>
                  <a:lnTo>
                    <a:pt x="9650" y="39816"/>
                  </a:lnTo>
                  <a:lnTo>
                    <a:pt x="10173" y="40078"/>
                  </a:lnTo>
                  <a:lnTo>
                    <a:pt x="10696" y="40339"/>
                  </a:lnTo>
                  <a:lnTo>
                    <a:pt x="11232" y="40574"/>
                  </a:lnTo>
                  <a:lnTo>
                    <a:pt x="11768" y="40810"/>
                  </a:lnTo>
                  <a:lnTo>
                    <a:pt x="12317" y="41032"/>
                  </a:lnTo>
                  <a:lnTo>
                    <a:pt x="12880" y="41254"/>
                  </a:lnTo>
                  <a:lnTo>
                    <a:pt x="13429" y="41451"/>
                  </a:lnTo>
                  <a:lnTo>
                    <a:pt x="13991" y="41647"/>
                  </a:lnTo>
                  <a:lnTo>
                    <a:pt x="14553" y="41843"/>
                  </a:lnTo>
                  <a:lnTo>
                    <a:pt x="15129" y="42013"/>
                  </a:lnTo>
                  <a:lnTo>
                    <a:pt x="15691" y="42183"/>
                  </a:lnTo>
                  <a:lnTo>
                    <a:pt x="16266" y="42353"/>
                  </a:lnTo>
                  <a:lnTo>
                    <a:pt x="16842" y="42497"/>
                  </a:lnTo>
                  <a:lnTo>
                    <a:pt x="17417" y="42640"/>
                  </a:lnTo>
                  <a:lnTo>
                    <a:pt x="17992" y="42784"/>
                  </a:lnTo>
                  <a:lnTo>
                    <a:pt x="18568" y="42902"/>
                  </a:lnTo>
                  <a:lnTo>
                    <a:pt x="19130" y="43033"/>
                  </a:lnTo>
                  <a:lnTo>
                    <a:pt x="20280" y="43242"/>
                  </a:lnTo>
                  <a:lnTo>
                    <a:pt x="21405" y="43425"/>
                  </a:lnTo>
                  <a:lnTo>
                    <a:pt x="22516" y="43569"/>
                  </a:lnTo>
                  <a:lnTo>
                    <a:pt x="23615" y="43700"/>
                  </a:lnTo>
                  <a:lnTo>
                    <a:pt x="24687" y="43791"/>
                  </a:lnTo>
                  <a:lnTo>
                    <a:pt x="25759" y="43843"/>
                  </a:lnTo>
                  <a:lnTo>
                    <a:pt x="26857" y="43883"/>
                  </a:lnTo>
                  <a:lnTo>
                    <a:pt x="27969" y="43896"/>
                  </a:lnTo>
                  <a:lnTo>
                    <a:pt x="29093" y="43883"/>
                  </a:lnTo>
                  <a:lnTo>
                    <a:pt x="30244" y="43843"/>
                  </a:lnTo>
                  <a:lnTo>
                    <a:pt x="31395" y="43778"/>
                  </a:lnTo>
                  <a:lnTo>
                    <a:pt x="32558" y="43673"/>
                  </a:lnTo>
                  <a:lnTo>
                    <a:pt x="33722" y="43543"/>
                  </a:lnTo>
                  <a:lnTo>
                    <a:pt x="34311" y="43464"/>
                  </a:lnTo>
                  <a:lnTo>
                    <a:pt x="34886" y="43386"/>
                  </a:lnTo>
                  <a:lnTo>
                    <a:pt x="35474" y="43294"/>
                  </a:lnTo>
                  <a:lnTo>
                    <a:pt x="36050" y="43190"/>
                  </a:lnTo>
                  <a:lnTo>
                    <a:pt x="36638" y="43072"/>
                  </a:lnTo>
                  <a:lnTo>
                    <a:pt x="37213" y="42954"/>
                  </a:lnTo>
                  <a:lnTo>
                    <a:pt x="37789" y="42837"/>
                  </a:lnTo>
                  <a:lnTo>
                    <a:pt x="38364" y="42693"/>
                  </a:lnTo>
                  <a:lnTo>
                    <a:pt x="38926" y="42549"/>
                  </a:lnTo>
                  <a:lnTo>
                    <a:pt x="39502" y="42392"/>
                  </a:lnTo>
                  <a:lnTo>
                    <a:pt x="40064" y="42235"/>
                  </a:lnTo>
                  <a:lnTo>
                    <a:pt x="40613" y="42052"/>
                  </a:lnTo>
                  <a:lnTo>
                    <a:pt x="41175" y="41869"/>
                  </a:lnTo>
                  <a:lnTo>
                    <a:pt x="41711" y="41686"/>
                  </a:lnTo>
                  <a:lnTo>
                    <a:pt x="42260" y="41477"/>
                  </a:lnTo>
                  <a:lnTo>
                    <a:pt x="42797" y="41268"/>
                  </a:lnTo>
                  <a:lnTo>
                    <a:pt x="43333" y="41045"/>
                  </a:lnTo>
                  <a:lnTo>
                    <a:pt x="43856" y="40810"/>
                  </a:lnTo>
                  <a:lnTo>
                    <a:pt x="44366" y="40574"/>
                  </a:lnTo>
                  <a:lnTo>
                    <a:pt x="44876" y="40313"/>
                  </a:lnTo>
                  <a:lnTo>
                    <a:pt x="45386" y="40051"/>
                  </a:lnTo>
                  <a:lnTo>
                    <a:pt x="45869" y="39777"/>
                  </a:lnTo>
                  <a:lnTo>
                    <a:pt x="46353" y="39489"/>
                  </a:lnTo>
                  <a:lnTo>
                    <a:pt x="46837" y="39188"/>
                  </a:lnTo>
                  <a:lnTo>
                    <a:pt x="47295" y="38888"/>
                  </a:lnTo>
                  <a:lnTo>
                    <a:pt x="47752" y="38574"/>
                  </a:lnTo>
                  <a:lnTo>
                    <a:pt x="48197" y="38234"/>
                  </a:lnTo>
                  <a:lnTo>
                    <a:pt x="48641" y="37894"/>
                  </a:lnTo>
                  <a:lnTo>
                    <a:pt x="49060" y="37541"/>
                  </a:lnTo>
                  <a:lnTo>
                    <a:pt x="49465" y="37175"/>
                  </a:lnTo>
                  <a:lnTo>
                    <a:pt x="49870" y="36809"/>
                  </a:lnTo>
                  <a:lnTo>
                    <a:pt x="50263" y="36416"/>
                  </a:lnTo>
                  <a:lnTo>
                    <a:pt x="50629" y="36011"/>
                  </a:lnTo>
                  <a:lnTo>
                    <a:pt x="50995" y="35606"/>
                  </a:lnTo>
                  <a:lnTo>
                    <a:pt x="51348" y="35174"/>
                  </a:lnTo>
                  <a:lnTo>
                    <a:pt x="51675" y="34743"/>
                  </a:lnTo>
                  <a:lnTo>
                    <a:pt x="52002" y="34285"/>
                  </a:lnTo>
                  <a:lnTo>
                    <a:pt x="52303" y="33827"/>
                  </a:lnTo>
                  <a:lnTo>
                    <a:pt x="52590" y="33344"/>
                  </a:lnTo>
                  <a:lnTo>
                    <a:pt x="52865" y="32860"/>
                  </a:lnTo>
                  <a:lnTo>
                    <a:pt x="53126" y="32363"/>
                  </a:lnTo>
                  <a:lnTo>
                    <a:pt x="53375" y="31840"/>
                  </a:lnTo>
                  <a:lnTo>
                    <a:pt x="53597" y="31317"/>
                  </a:lnTo>
                  <a:lnTo>
                    <a:pt x="53806" y="30768"/>
                  </a:lnTo>
                  <a:lnTo>
                    <a:pt x="54002" y="30219"/>
                  </a:lnTo>
                  <a:lnTo>
                    <a:pt x="54172" y="29643"/>
                  </a:lnTo>
                  <a:lnTo>
                    <a:pt x="54329" y="29055"/>
                  </a:lnTo>
                  <a:lnTo>
                    <a:pt x="54460" y="28466"/>
                  </a:lnTo>
                  <a:lnTo>
                    <a:pt x="54525" y="28140"/>
                  </a:lnTo>
                  <a:lnTo>
                    <a:pt x="54578" y="27826"/>
                  </a:lnTo>
                  <a:lnTo>
                    <a:pt x="54617" y="27512"/>
                  </a:lnTo>
                  <a:lnTo>
                    <a:pt x="54656" y="27198"/>
                  </a:lnTo>
                  <a:lnTo>
                    <a:pt x="54682" y="26897"/>
                  </a:lnTo>
                  <a:lnTo>
                    <a:pt x="54708" y="26597"/>
                  </a:lnTo>
                  <a:lnTo>
                    <a:pt x="54708" y="26296"/>
                  </a:lnTo>
                  <a:lnTo>
                    <a:pt x="54722" y="25995"/>
                  </a:lnTo>
                  <a:lnTo>
                    <a:pt x="54708" y="25708"/>
                  </a:lnTo>
                  <a:lnTo>
                    <a:pt x="54695" y="25420"/>
                  </a:lnTo>
                  <a:lnTo>
                    <a:pt x="54656" y="24858"/>
                  </a:lnTo>
                  <a:lnTo>
                    <a:pt x="54578" y="24295"/>
                  </a:lnTo>
                  <a:lnTo>
                    <a:pt x="54473" y="23746"/>
                  </a:lnTo>
                  <a:lnTo>
                    <a:pt x="54342" y="23223"/>
                  </a:lnTo>
                  <a:lnTo>
                    <a:pt x="54185" y="22687"/>
                  </a:lnTo>
                  <a:lnTo>
                    <a:pt x="54002" y="22177"/>
                  </a:lnTo>
                  <a:lnTo>
                    <a:pt x="53806" y="21667"/>
                  </a:lnTo>
                  <a:lnTo>
                    <a:pt x="53584" y="21170"/>
                  </a:lnTo>
                  <a:lnTo>
                    <a:pt x="53336" y="20673"/>
                  </a:lnTo>
                  <a:lnTo>
                    <a:pt x="53087" y="20190"/>
                  </a:lnTo>
                  <a:lnTo>
                    <a:pt x="52812" y="19706"/>
                  </a:lnTo>
                  <a:lnTo>
                    <a:pt x="52512" y="19222"/>
                  </a:lnTo>
                  <a:lnTo>
                    <a:pt x="52211" y="18751"/>
                  </a:lnTo>
                  <a:lnTo>
                    <a:pt x="51897" y="18281"/>
                  </a:lnTo>
                  <a:lnTo>
                    <a:pt x="51570" y="17810"/>
                  </a:lnTo>
                  <a:lnTo>
                    <a:pt x="50890" y="16881"/>
                  </a:lnTo>
                  <a:lnTo>
                    <a:pt x="50184" y="15940"/>
                  </a:lnTo>
                  <a:lnTo>
                    <a:pt x="48733" y="14057"/>
                  </a:lnTo>
                  <a:lnTo>
                    <a:pt x="48014" y="13090"/>
                  </a:lnTo>
                  <a:lnTo>
                    <a:pt x="47648" y="12606"/>
                  </a:lnTo>
                  <a:lnTo>
                    <a:pt x="47308" y="12109"/>
                  </a:lnTo>
                  <a:lnTo>
                    <a:pt x="46588" y="11076"/>
                  </a:lnTo>
                  <a:lnTo>
                    <a:pt x="45856" y="10056"/>
                  </a:lnTo>
                  <a:lnTo>
                    <a:pt x="45490" y="9559"/>
                  </a:lnTo>
                  <a:lnTo>
                    <a:pt x="45111" y="9062"/>
                  </a:lnTo>
                  <a:lnTo>
                    <a:pt x="44732" y="8578"/>
                  </a:lnTo>
                  <a:lnTo>
                    <a:pt x="44339" y="8108"/>
                  </a:lnTo>
                  <a:lnTo>
                    <a:pt x="43947" y="7637"/>
                  </a:lnTo>
                  <a:lnTo>
                    <a:pt x="43529" y="7166"/>
                  </a:lnTo>
                  <a:lnTo>
                    <a:pt x="43097" y="6722"/>
                  </a:lnTo>
                  <a:lnTo>
                    <a:pt x="42666" y="6277"/>
                  </a:lnTo>
                  <a:lnTo>
                    <a:pt x="42208" y="5846"/>
                  </a:lnTo>
                  <a:lnTo>
                    <a:pt x="41724" y="5414"/>
                  </a:lnTo>
                  <a:lnTo>
                    <a:pt x="41228" y="5009"/>
                  </a:lnTo>
                  <a:lnTo>
                    <a:pt x="40704" y="4603"/>
                  </a:lnTo>
                  <a:lnTo>
                    <a:pt x="40168" y="4224"/>
                  </a:lnTo>
                  <a:lnTo>
                    <a:pt x="39606" y="3845"/>
                  </a:lnTo>
                  <a:lnTo>
                    <a:pt x="39005" y="3479"/>
                  </a:lnTo>
                  <a:lnTo>
                    <a:pt x="38390" y="3126"/>
                  </a:lnTo>
                  <a:lnTo>
                    <a:pt x="37736" y="2786"/>
                  </a:lnTo>
                  <a:lnTo>
                    <a:pt x="37056" y="2472"/>
                  </a:lnTo>
                  <a:lnTo>
                    <a:pt x="36337" y="2158"/>
                  </a:lnTo>
                  <a:lnTo>
                    <a:pt x="35592" y="1871"/>
                  </a:lnTo>
                  <a:lnTo>
                    <a:pt x="34807" y="1596"/>
                  </a:lnTo>
                  <a:lnTo>
                    <a:pt x="33997" y="1335"/>
                  </a:lnTo>
                  <a:lnTo>
                    <a:pt x="33134" y="1086"/>
                  </a:lnTo>
                  <a:lnTo>
                    <a:pt x="32232" y="864"/>
                  </a:lnTo>
                  <a:lnTo>
                    <a:pt x="31290" y="655"/>
                  </a:lnTo>
                  <a:lnTo>
                    <a:pt x="30296" y="472"/>
                  </a:lnTo>
                  <a:lnTo>
                    <a:pt x="29276" y="288"/>
                  </a:lnTo>
                  <a:lnTo>
                    <a:pt x="28191" y="145"/>
                  </a:lnTo>
                  <a:lnTo>
                    <a:pt x="27642" y="79"/>
                  </a:lnTo>
                  <a:lnTo>
                    <a:pt x="27093" y="40"/>
                  </a:lnTo>
                  <a:lnTo>
                    <a:pt x="26531" y="14"/>
                  </a:lnTo>
                  <a:lnTo>
                    <a:pt x="259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8"/>
            <p:cNvSpPr/>
            <p:nvPr/>
          </p:nvSpPr>
          <p:spPr>
            <a:xfrm>
              <a:off x="4175450" y="1834000"/>
              <a:ext cx="740100" cy="413850"/>
            </a:xfrm>
            <a:custGeom>
              <a:avLst/>
              <a:gdLst/>
              <a:ahLst/>
              <a:cxnLst/>
              <a:rect l="l" t="t" r="r" b="b"/>
              <a:pathLst>
                <a:path w="29604" h="16554" extrusionOk="0">
                  <a:moveTo>
                    <a:pt x="2799" y="0"/>
                  </a:moveTo>
                  <a:lnTo>
                    <a:pt x="2655" y="26"/>
                  </a:lnTo>
                  <a:lnTo>
                    <a:pt x="2511" y="66"/>
                  </a:lnTo>
                  <a:lnTo>
                    <a:pt x="2380" y="118"/>
                  </a:lnTo>
                  <a:lnTo>
                    <a:pt x="2250" y="196"/>
                  </a:lnTo>
                  <a:lnTo>
                    <a:pt x="2119" y="301"/>
                  </a:lnTo>
                  <a:lnTo>
                    <a:pt x="2014" y="419"/>
                  </a:lnTo>
                  <a:lnTo>
                    <a:pt x="1831" y="641"/>
                  </a:lnTo>
                  <a:lnTo>
                    <a:pt x="1661" y="876"/>
                  </a:lnTo>
                  <a:lnTo>
                    <a:pt x="1491" y="1112"/>
                  </a:lnTo>
                  <a:lnTo>
                    <a:pt x="1347" y="1360"/>
                  </a:lnTo>
                  <a:lnTo>
                    <a:pt x="1203" y="1609"/>
                  </a:lnTo>
                  <a:lnTo>
                    <a:pt x="1060" y="1857"/>
                  </a:lnTo>
                  <a:lnTo>
                    <a:pt x="929" y="2118"/>
                  </a:lnTo>
                  <a:lnTo>
                    <a:pt x="811" y="2380"/>
                  </a:lnTo>
                  <a:lnTo>
                    <a:pt x="707" y="2655"/>
                  </a:lnTo>
                  <a:lnTo>
                    <a:pt x="602" y="2916"/>
                  </a:lnTo>
                  <a:lnTo>
                    <a:pt x="510" y="3191"/>
                  </a:lnTo>
                  <a:lnTo>
                    <a:pt x="419" y="3478"/>
                  </a:lnTo>
                  <a:lnTo>
                    <a:pt x="340" y="3753"/>
                  </a:lnTo>
                  <a:lnTo>
                    <a:pt x="275" y="4028"/>
                  </a:lnTo>
                  <a:lnTo>
                    <a:pt x="210" y="4315"/>
                  </a:lnTo>
                  <a:lnTo>
                    <a:pt x="157" y="4603"/>
                  </a:lnTo>
                  <a:lnTo>
                    <a:pt x="105" y="4890"/>
                  </a:lnTo>
                  <a:lnTo>
                    <a:pt x="79" y="5178"/>
                  </a:lnTo>
                  <a:lnTo>
                    <a:pt x="14" y="5767"/>
                  </a:lnTo>
                  <a:lnTo>
                    <a:pt x="1" y="6342"/>
                  </a:lnTo>
                  <a:lnTo>
                    <a:pt x="1" y="6930"/>
                  </a:lnTo>
                  <a:lnTo>
                    <a:pt x="40" y="7506"/>
                  </a:lnTo>
                  <a:lnTo>
                    <a:pt x="92" y="8081"/>
                  </a:lnTo>
                  <a:lnTo>
                    <a:pt x="184" y="8643"/>
                  </a:lnTo>
                  <a:lnTo>
                    <a:pt x="301" y="9192"/>
                  </a:lnTo>
                  <a:lnTo>
                    <a:pt x="445" y="9742"/>
                  </a:lnTo>
                  <a:lnTo>
                    <a:pt x="628" y="10265"/>
                  </a:lnTo>
                  <a:lnTo>
                    <a:pt x="824" y="10775"/>
                  </a:lnTo>
                  <a:lnTo>
                    <a:pt x="1033" y="11271"/>
                  </a:lnTo>
                  <a:lnTo>
                    <a:pt x="1164" y="11507"/>
                  </a:lnTo>
                  <a:lnTo>
                    <a:pt x="1282" y="11742"/>
                  </a:lnTo>
                  <a:lnTo>
                    <a:pt x="1413" y="11964"/>
                  </a:lnTo>
                  <a:lnTo>
                    <a:pt x="1557" y="12187"/>
                  </a:lnTo>
                  <a:lnTo>
                    <a:pt x="1700" y="12396"/>
                  </a:lnTo>
                  <a:lnTo>
                    <a:pt x="1844" y="12605"/>
                  </a:lnTo>
                  <a:lnTo>
                    <a:pt x="2001" y="12814"/>
                  </a:lnTo>
                  <a:lnTo>
                    <a:pt x="2158" y="12997"/>
                  </a:lnTo>
                  <a:lnTo>
                    <a:pt x="2328" y="13180"/>
                  </a:lnTo>
                  <a:lnTo>
                    <a:pt x="2498" y="13364"/>
                  </a:lnTo>
                  <a:lnTo>
                    <a:pt x="2681" y="13520"/>
                  </a:lnTo>
                  <a:lnTo>
                    <a:pt x="2864" y="13690"/>
                  </a:lnTo>
                  <a:lnTo>
                    <a:pt x="3047" y="13834"/>
                  </a:lnTo>
                  <a:lnTo>
                    <a:pt x="3243" y="13978"/>
                  </a:lnTo>
                  <a:lnTo>
                    <a:pt x="3439" y="14109"/>
                  </a:lnTo>
                  <a:lnTo>
                    <a:pt x="3636" y="14226"/>
                  </a:lnTo>
                  <a:lnTo>
                    <a:pt x="3845" y="14344"/>
                  </a:lnTo>
                  <a:lnTo>
                    <a:pt x="4067" y="14436"/>
                  </a:lnTo>
                  <a:lnTo>
                    <a:pt x="4276" y="14527"/>
                  </a:lnTo>
                  <a:lnTo>
                    <a:pt x="4499" y="14606"/>
                  </a:lnTo>
                  <a:lnTo>
                    <a:pt x="4734" y="14671"/>
                  </a:lnTo>
                  <a:lnTo>
                    <a:pt x="4956" y="14736"/>
                  </a:lnTo>
                  <a:lnTo>
                    <a:pt x="5192" y="14776"/>
                  </a:lnTo>
                  <a:lnTo>
                    <a:pt x="5440" y="14815"/>
                  </a:lnTo>
                  <a:lnTo>
                    <a:pt x="5871" y="14841"/>
                  </a:lnTo>
                  <a:lnTo>
                    <a:pt x="6303" y="14867"/>
                  </a:lnTo>
                  <a:lnTo>
                    <a:pt x="6721" y="14867"/>
                  </a:lnTo>
                  <a:lnTo>
                    <a:pt x="7140" y="14841"/>
                  </a:lnTo>
                  <a:lnTo>
                    <a:pt x="7532" y="14802"/>
                  </a:lnTo>
                  <a:lnTo>
                    <a:pt x="7924" y="14750"/>
                  </a:lnTo>
                  <a:lnTo>
                    <a:pt x="8304" y="14671"/>
                  </a:lnTo>
                  <a:lnTo>
                    <a:pt x="8670" y="14580"/>
                  </a:lnTo>
                  <a:lnTo>
                    <a:pt x="9023" y="14475"/>
                  </a:lnTo>
                  <a:lnTo>
                    <a:pt x="9376" y="14357"/>
                  </a:lnTo>
                  <a:lnTo>
                    <a:pt x="9703" y="14213"/>
                  </a:lnTo>
                  <a:lnTo>
                    <a:pt x="10029" y="14057"/>
                  </a:lnTo>
                  <a:lnTo>
                    <a:pt x="10343" y="13887"/>
                  </a:lnTo>
                  <a:lnTo>
                    <a:pt x="10657" y="13703"/>
                  </a:lnTo>
                  <a:lnTo>
                    <a:pt x="10945" y="13507"/>
                  </a:lnTo>
                  <a:lnTo>
                    <a:pt x="11232" y="13298"/>
                  </a:lnTo>
                  <a:lnTo>
                    <a:pt x="11520" y="13076"/>
                  </a:lnTo>
                  <a:lnTo>
                    <a:pt x="11782" y="12840"/>
                  </a:lnTo>
                  <a:lnTo>
                    <a:pt x="12043" y="12592"/>
                  </a:lnTo>
                  <a:lnTo>
                    <a:pt x="12292" y="12331"/>
                  </a:lnTo>
                  <a:lnTo>
                    <a:pt x="12527" y="12069"/>
                  </a:lnTo>
                  <a:lnTo>
                    <a:pt x="12749" y="11781"/>
                  </a:lnTo>
                  <a:lnTo>
                    <a:pt x="12971" y="11494"/>
                  </a:lnTo>
                  <a:lnTo>
                    <a:pt x="13181" y="11193"/>
                  </a:lnTo>
                  <a:lnTo>
                    <a:pt x="13377" y="10892"/>
                  </a:lnTo>
                  <a:lnTo>
                    <a:pt x="13573" y="10578"/>
                  </a:lnTo>
                  <a:lnTo>
                    <a:pt x="13756" y="10252"/>
                  </a:lnTo>
                  <a:lnTo>
                    <a:pt x="13926" y="9912"/>
                  </a:lnTo>
                  <a:lnTo>
                    <a:pt x="14096" y="9572"/>
                  </a:lnTo>
                  <a:lnTo>
                    <a:pt x="14253" y="9232"/>
                  </a:lnTo>
                  <a:lnTo>
                    <a:pt x="14397" y="8879"/>
                  </a:lnTo>
                  <a:lnTo>
                    <a:pt x="14541" y="8526"/>
                  </a:lnTo>
                  <a:lnTo>
                    <a:pt x="14632" y="8996"/>
                  </a:lnTo>
                  <a:lnTo>
                    <a:pt x="14737" y="9454"/>
                  </a:lnTo>
                  <a:lnTo>
                    <a:pt x="14867" y="9912"/>
                  </a:lnTo>
                  <a:lnTo>
                    <a:pt x="15011" y="10369"/>
                  </a:lnTo>
                  <a:lnTo>
                    <a:pt x="15181" y="10814"/>
                  </a:lnTo>
                  <a:lnTo>
                    <a:pt x="15364" y="11245"/>
                  </a:lnTo>
                  <a:lnTo>
                    <a:pt x="15560" y="11677"/>
                  </a:lnTo>
                  <a:lnTo>
                    <a:pt x="15783" y="12095"/>
                  </a:lnTo>
                  <a:lnTo>
                    <a:pt x="16018" y="12501"/>
                  </a:lnTo>
                  <a:lnTo>
                    <a:pt x="16267" y="12893"/>
                  </a:lnTo>
                  <a:lnTo>
                    <a:pt x="16541" y="13272"/>
                  </a:lnTo>
                  <a:lnTo>
                    <a:pt x="16816" y="13638"/>
                  </a:lnTo>
                  <a:lnTo>
                    <a:pt x="17116" y="13978"/>
                  </a:lnTo>
                  <a:lnTo>
                    <a:pt x="17430" y="14305"/>
                  </a:lnTo>
                  <a:lnTo>
                    <a:pt x="17757" y="14619"/>
                  </a:lnTo>
                  <a:lnTo>
                    <a:pt x="18097" y="14906"/>
                  </a:lnTo>
                  <a:lnTo>
                    <a:pt x="18463" y="15181"/>
                  </a:lnTo>
                  <a:lnTo>
                    <a:pt x="18829" y="15429"/>
                  </a:lnTo>
                  <a:lnTo>
                    <a:pt x="19209" y="15665"/>
                  </a:lnTo>
                  <a:lnTo>
                    <a:pt x="19601" y="15874"/>
                  </a:lnTo>
                  <a:lnTo>
                    <a:pt x="20006" y="16044"/>
                  </a:lnTo>
                  <a:lnTo>
                    <a:pt x="20425" y="16201"/>
                  </a:lnTo>
                  <a:lnTo>
                    <a:pt x="20856" y="16332"/>
                  </a:lnTo>
                  <a:lnTo>
                    <a:pt x="21301" y="16436"/>
                  </a:lnTo>
                  <a:lnTo>
                    <a:pt x="21758" y="16502"/>
                  </a:lnTo>
                  <a:lnTo>
                    <a:pt x="22216" y="16541"/>
                  </a:lnTo>
                  <a:lnTo>
                    <a:pt x="22451" y="16554"/>
                  </a:lnTo>
                  <a:lnTo>
                    <a:pt x="22935" y="16554"/>
                  </a:lnTo>
                  <a:lnTo>
                    <a:pt x="23170" y="16541"/>
                  </a:lnTo>
                  <a:lnTo>
                    <a:pt x="23419" y="16515"/>
                  </a:lnTo>
                  <a:lnTo>
                    <a:pt x="23667" y="16489"/>
                  </a:lnTo>
                  <a:lnTo>
                    <a:pt x="23916" y="16449"/>
                  </a:lnTo>
                  <a:lnTo>
                    <a:pt x="24164" y="16397"/>
                  </a:lnTo>
                  <a:lnTo>
                    <a:pt x="24413" y="16345"/>
                  </a:lnTo>
                  <a:lnTo>
                    <a:pt x="24674" y="16279"/>
                  </a:lnTo>
                  <a:lnTo>
                    <a:pt x="24923" y="16201"/>
                  </a:lnTo>
                  <a:lnTo>
                    <a:pt x="25184" y="16109"/>
                  </a:lnTo>
                  <a:lnTo>
                    <a:pt x="25433" y="16031"/>
                  </a:lnTo>
                  <a:lnTo>
                    <a:pt x="25668" y="15926"/>
                  </a:lnTo>
                  <a:lnTo>
                    <a:pt x="25903" y="15822"/>
                  </a:lnTo>
                  <a:lnTo>
                    <a:pt x="26112" y="15704"/>
                  </a:lnTo>
                  <a:lnTo>
                    <a:pt x="26335" y="15586"/>
                  </a:lnTo>
                  <a:lnTo>
                    <a:pt x="26544" y="15456"/>
                  </a:lnTo>
                  <a:lnTo>
                    <a:pt x="26740" y="15325"/>
                  </a:lnTo>
                  <a:lnTo>
                    <a:pt x="26923" y="15181"/>
                  </a:lnTo>
                  <a:lnTo>
                    <a:pt x="27106" y="15037"/>
                  </a:lnTo>
                  <a:lnTo>
                    <a:pt x="27289" y="14880"/>
                  </a:lnTo>
                  <a:lnTo>
                    <a:pt x="27459" y="14710"/>
                  </a:lnTo>
                  <a:lnTo>
                    <a:pt x="27616" y="14540"/>
                  </a:lnTo>
                  <a:lnTo>
                    <a:pt x="27773" y="14370"/>
                  </a:lnTo>
                  <a:lnTo>
                    <a:pt x="27930" y="14187"/>
                  </a:lnTo>
                  <a:lnTo>
                    <a:pt x="28061" y="14004"/>
                  </a:lnTo>
                  <a:lnTo>
                    <a:pt x="28205" y="13821"/>
                  </a:lnTo>
                  <a:lnTo>
                    <a:pt x="28335" y="13625"/>
                  </a:lnTo>
                  <a:lnTo>
                    <a:pt x="28453" y="13416"/>
                  </a:lnTo>
                  <a:lnTo>
                    <a:pt x="28571" y="13220"/>
                  </a:lnTo>
                  <a:lnTo>
                    <a:pt x="28675" y="13010"/>
                  </a:lnTo>
                  <a:lnTo>
                    <a:pt x="28871" y="12579"/>
                  </a:lnTo>
                  <a:lnTo>
                    <a:pt x="29041" y="12134"/>
                  </a:lnTo>
                  <a:lnTo>
                    <a:pt x="29198" y="11677"/>
                  </a:lnTo>
                  <a:lnTo>
                    <a:pt x="29316" y="11206"/>
                  </a:lnTo>
                  <a:lnTo>
                    <a:pt x="29421" y="10722"/>
                  </a:lnTo>
                  <a:lnTo>
                    <a:pt x="29499" y="10225"/>
                  </a:lnTo>
                  <a:lnTo>
                    <a:pt x="29551" y="9742"/>
                  </a:lnTo>
                  <a:lnTo>
                    <a:pt x="29591" y="9232"/>
                  </a:lnTo>
                  <a:lnTo>
                    <a:pt x="29604" y="8735"/>
                  </a:lnTo>
                  <a:lnTo>
                    <a:pt x="29604" y="8225"/>
                  </a:lnTo>
                  <a:lnTo>
                    <a:pt x="29577" y="7728"/>
                  </a:lnTo>
                  <a:lnTo>
                    <a:pt x="29525" y="7218"/>
                  </a:lnTo>
                  <a:lnTo>
                    <a:pt x="29460" y="6721"/>
                  </a:lnTo>
                  <a:lnTo>
                    <a:pt x="29381" y="6237"/>
                  </a:lnTo>
                  <a:lnTo>
                    <a:pt x="29290" y="5753"/>
                  </a:lnTo>
                  <a:lnTo>
                    <a:pt x="29172" y="5270"/>
                  </a:lnTo>
                  <a:lnTo>
                    <a:pt x="29041" y="4812"/>
                  </a:lnTo>
                  <a:lnTo>
                    <a:pt x="28898" y="4354"/>
                  </a:lnTo>
                  <a:lnTo>
                    <a:pt x="28728" y="3923"/>
                  </a:lnTo>
                  <a:lnTo>
                    <a:pt x="28558" y="3491"/>
                  </a:lnTo>
                  <a:lnTo>
                    <a:pt x="28361" y="3099"/>
                  </a:lnTo>
                  <a:lnTo>
                    <a:pt x="28165" y="2707"/>
                  </a:lnTo>
                  <a:lnTo>
                    <a:pt x="28113" y="2641"/>
                  </a:lnTo>
                  <a:lnTo>
                    <a:pt x="28074" y="2576"/>
                  </a:lnTo>
                  <a:lnTo>
                    <a:pt x="28021" y="2537"/>
                  </a:lnTo>
                  <a:lnTo>
                    <a:pt x="27969" y="2485"/>
                  </a:lnTo>
                  <a:lnTo>
                    <a:pt x="27865" y="2432"/>
                  </a:lnTo>
                  <a:lnTo>
                    <a:pt x="27747" y="2393"/>
                  </a:lnTo>
                  <a:lnTo>
                    <a:pt x="27616" y="2393"/>
                  </a:lnTo>
                  <a:lnTo>
                    <a:pt x="27498" y="2406"/>
                  </a:lnTo>
                  <a:lnTo>
                    <a:pt x="27381" y="2445"/>
                  </a:lnTo>
                  <a:lnTo>
                    <a:pt x="27276" y="2511"/>
                  </a:lnTo>
                  <a:lnTo>
                    <a:pt x="27172" y="2589"/>
                  </a:lnTo>
                  <a:lnTo>
                    <a:pt x="27093" y="2694"/>
                  </a:lnTo>
                  <a:lnTo>
                    <a:pt x="27015" y="2798"/>
                  </a:lnTo>
                  <a:lnTo>
                    <a:pt x="26962" y="2916"/>
                  </a:lnTo>
                  <a:lnTo>
                    <a:pt x="26936" y="3047"/>
                  </a:lnTo>
                  <a:lnTo>
                    <a:pt x="26936" y="3191"/>
                  </a:lnTo>
                  <a:lnTo>
                    <a:pt x="26962" y="3321"/>
                  </a:lnTo>
                  <a:lnTo>
                    <a:pt x="26989" y="3400"/>
                  </a:lnTo>
                  <a:lnTo>
                    <a:pt x="27028" y="3465"/>
                  </a:lnTo>
                  <a:lnTo>
                    <a:pt x="27198" y="3779"/>
                  </a:lnTo>
                  <a:lnTo>
                    <a:pt x="27355" y="4093"/>
                  </a:lnTo>
                  <a:lnTo>
                    <a:pt x="27498" y="4420"/>
                  </a:lnTo>
                  <a:lnTo>
                    <a:pt x="27629" y="4760"/>
                  </a:lnTo>
                  <a:lnTo>
                    <a:pt x="27747" y="5100"/>
                  </a:lnTo>
                  <a:lnTo>
                    <a:pt x="27865" y="5440"/>
                  </a:lnTo>
                  <a:lnTo>
                    <a:pt x="27956" y="5793"/>
                  </a:lnTo>
                  <a:lnTo>
                    <a:pt x="28048" y="6159"/>
                  </a:lnTo>
                  <a:lnTo>
                    <a:pt x="28126" y="6512"/>
                  </a:lnTo>
                  <a:lnTo>
                    <a:pt x="28178" y="6878"/>
                  </a:lnTo>
                  <a:lnTo>
                    <a:pt x="28231" y="7244"/>
                  </a:lnTo>
                  <a:lnTo>
                    <a:pt x="28270" y="7610"/>
                  </a:lnTo>
                  <a:lnTo>
                    <a:pt x="28296" y="7976"/>
                  </a:lnTo>
                  <a:lnTo>
                    <a:pt x="28309" y="8342"/>
                  </a:lnTo>
                  <a:lnTo>
                    <a:pt x="28296" y="8709"/>
                  </a:lnTo>
                  <a:lnTo>
                    <a:pt x="28283" y="9075"/>
                  </a:lnTo>
                  <a:lnTo>
                    <a:pt x="28244" y="9441"/>
                  </a:lnTo>
                  <a:lnTo>
                    <a:pt x="28205" y="9807"/>
                  </a:lnTo>
                  <a:lnTo>
                    <a:pt x="28139" y="10160"/>
                  </a:lnTo>
                  <a:lnTo>
                    <a:pt x="28061" y="10526"/>
                  </a:lnTo>
                  <a:lnTo>
                    <a:pt x="27969" y="10866"/>
                  </a:lnTo>
                  <a:lnTo>
                    <a:pt x="27865" y="11219"/>
                  </a:lnTo>
                  <a:lnTo>
                    <a:pt x="27747" y="11546"/>
                  </a:lnTo>
                  <a:lnTo>
                    <a:pt x="27603" y="11886"/>
                  </a:lnTo>
                  <a:lnTo>
                    <a:pt x="27446" y="12200"/>
                  </a:lnTo>
                  <a:lnTo>
                    <a:pt x="27276" y="12514"/>
                  </a:lnTo>
                  <a:lnTo>
                    <a:pt x="27080" y="12827"/>
                  </a:lnTo>
                  <a:lnTo>
                    <a:pt x="26871" y="13115"/>
                  </a:lnTo>
                  <a:lnTo>
                    <a:pt x="26649" y="13403"/>
                  </a:lnTo>
                  <a:lnTo>
                    <a:pt x="26413" y="13677"/>
                  </a:lnTo>
                  <a:lnTo>
                    <a:pt x="26152" y="13939"/>
                  </a:lnTo>
                  <a:lnTo>
                    <a:pt x="25864" y="14187"/>
                  </a:lnTo>
                  <a:lnTo>
                    <a:pt x="25681" y="14331"/>
                  </a:lnTo>
                  <a:lnTo>
                    <a:pt x="25485" y="14462"/>
                  </a:lnTo>
                  <a:lnTo>
                    <a:pt x="25289" y="14593"/>
                  </a:lnTo>
                  <a:lnTo>
                    <a:pt x="25079" y="14697"/>
                  </a:lnTo>
                  <a:lnTo>
                    <a:pt x="24870" y="14802"/>
                  </a:lnTo>
                  <a:lnTo>
                    <a:pt x="24661" y="14893"/>
                  </a:lnTo>
                  <a:lnTo>
                    <a:pt x="24439" y="14972"/>
                  </a:lnTo>
                  <a:lnTo>
                    <a:pt x="24216" y="15037"/>
                  </a:lnTo>
                  <a:lnTo>
                    <a:pt x="23994" y="15089"/>
                  </a:lnTo>
                  <a:lnTo>
                    <a:pt x="23772" y="15129"/>
                  </a:lnTo>
                  <a:lnTo>
                    <a:pt x="23537" y="15168"/>
                  </a:lnTo>
                  <a:lnTo>
                    <a:pt x="23314" y="15181"/>
                  </a:lnTo>
                  <a:lnTo>
                    <a:pt x="23079" y="15194"/>
                  </a:lnTo>
                  <a:lnTo>
                    <a:pt x="22844" y="15207"/>
                  </a:lnTo>
                  <a:lnTo>
                    <a:pt x="22608" y="15194"/>
                  </a:lnTo>
                  <a:lnTo>
                    <a:pt x="22373" y="15181"/>
                  </a:lnTo>
                  <a:lnTo>
                    <a:pt x="22151" y="15155"/>
                  </a:lnTo>
                  <a:lnTo>
                    <a:pt x="21915" y="15129"/>
                  </a:lnTo>
                  <a:lnTo>
                    <a:pt x="21680" y="15089"/>
                  </a:lnTo>
                  <a:lnTo>
                    <a:pt x="21444" y="15037"/>
                  </a:lnTo>
                  <a:lnTo>
                    <a:pt x="21222" y="14972"/>
                  </a:lnTo>
                  <a:lnTo>
                    <a:pt x="21000" y="14920"/>
                  </a:lnTo>
                  <a:lnTo>
                    <a:pt x="20542" y="14763"/>
                  </a:lnTo>
                  <a:lnTo>
                    <a:pt x="20111" y="14580"/>
                  </a:lnTo>
                  <a:lnTo>
                    <a:pt x="19692" y="14383"/>
                  </a:lnTo>
                  <a:lnTo>
                    <a:pt x="19300" y="14161"/>
                  </a:lnTo>
                  <a:lnTo>
                    <a:pt x="18921" y="13913"/>
                  </a:lnTo>
                  <a:lnTo>
                    <a:pt x="18686" y="13730"/>
                  </a:lnTo>
                  <a:lnTo>
                    <a:pt x="18450" y="13547"/>
                  </a:lnTo>
                  <a:lnTo>
                    <a:pt x="18228" y="13350"/>
                  </a:lnTo>
                  <a:lnTo>
                    <a:pt x="18019" y="13141"/>
                  </a:lnTo>
                  <a:lnTo>
                    <a:pt x="17809" y="12919"/>
                  </a:lnTo>
                  <a:lnTo>
                    <a:pt x="17626" y="12697"/>
                  </a:lnTo>
                  <a:lnTo>
                    <a:pt x="17443" y="12461"/>
                  </a:lnTo>
                  <a:lnTo>
                    <a:pt x="17273" y="12226"/>
                  </a:lnTo>
                  <a:lnTo>
                    <a:pt x="17103" y="11977"/>
                  </a:lnTo>
                  <a:lnTo>
                    <a:pt x="16946" y="11729"/>
                  </a:lnTo>
                  <a:lnTo>
                    <a:pt x="16803" y="11468"/>
                  </a:lnTo>
                  <a:lnTo>
                    <a:pt x="16672" y="11206"/>
                  </a:lnTo>
                  <a:lnTo>
                    <a:pt x="16541" y="10931"/>
                  </a:lnTo>
                  <a:lnTo>
                    <a:pt x="16423" y="10657"/>
                  </a:lnTo>
                  <a:lnTo>
                    <a:pt x="16319" y="10382"/>
                  </a:lnTo>
                  <a:lnTo>
                    <a:pt x="16214" y="10095"/>
                  </a:lnTo>
                  <a:lnTo>
                    <a:pt x="16136" y="9807"/>
                  </a:lnTo>
                  <a:lnTo>
                    <a:pt x="16044" y="9519"/>
                  </a:lnTo>
                  <a:lnTo>
                    <a:pt x="15979" y="9232"/>
                  </a:lnTo>
                  <a:lnTo>
                    <a:pt x="15914" y="8931"/>
                  </a:lnTo>
                  <a:lnTo>
                    <a:pt x="15861" y="8643"/>
                  </a:lnTo>
                  <a:lnTo>
                    <a:pt x="15809" y="8342"/>
                  </a:lnTo>
                  <a:lnTo>
                    <a:pt x="15770" y="8042"/>
                  </a:lnTo>
                  <a:lnTo>
                    <a:pt x="15744" y="7754"/>
                  </a:lnTo>
                  <a:lnTo>
                    <a:pt x="15730" y="7453"/>
                  </a:lnTo>
                  <a:lnTo>
                    <a:pt x="15717" y="7153"/>
                  </a:lnTo>
                  <a:lnTo>
                    <a:pt x="15717" y="6865"/>
                  </a:lnTo>
                  <a:lnTo>
                    <a:pt x="15717" y="6564"/>
                  </a:lnTo>
                  <a:lnTo>
                    <a:pt x="15730" y="6277"/>
                  </a:lnTo>
                  <a:lnTo>
                    <a:pt x="15757" y="5989"/>
                  </a:lnTo>
                  <a:lnTo>
                    <a:pt x="15783" y="5701"/>
                  </a:lnTo>
                  <a:lnTo>
                    <a:pt x="15822" y="5414"/>
                  </a:lnTo>
                  <a:lnTo>
                    <a:pt x="15835" y="5322"/>
                  </a:lnTo>
                  <a:lnTo>
                    <a:pt x="15822" y="5230"/>
                  </a:lnTo>
                  <a:lnTo>
                    <a:pt x="15809" y="5139"/>
                  </a:lnTo>
                  <a:lnTo>
                    <a:pt x="15783" y="5060"/>
                  </a:lnTo>
                  <a:lnTo>
                    <a:pt x="15757" y="4995"/>
                  </a:lnTo>
                  <a:lnTo>
                    <a:pt x="15717" y="4917"/>
                  </a:lnTo>
                  <a:lnTo>
                    <a:pt x="15665" y="4864"/>
                  </a:lnTo>
                  <a:lnTo>
                    <a:pt x="15613" y="4812"/>
                  </a:lnTo>
                  <a:lnTo>
                    <a:pt x="15547" y="4760"/>
                  </a:lnTo>
                  <a:lnTo>
                    <a:pt x="15482" y="4721"/>
                  </a:lnTo>
                  <a:lnTo>
                    <a:pt x="15404" y="4681"/>
                  </a:lnTo>
                  <a:lnTo>
                    <a:pt x="15338" y="4655"/>
                  </a:lnTo>
                  <a:lnTo>
                    <a:pt x="15181" y="4629"/>
                  </a:lnTo>
                  <a:lnTo>
                    <a:pt x="15024" y="4629"/>
                  </a:lnTo>
                  <a:lnTo>
                    <a:pt x="14881" y="4564"/>
                  </a:lnTo>
                  <a:lnTo>
                    <a:pt x="14724" y="4537"/>
                  </a:lnTo>
                  <a:lnTo>
                    <a:pt x="14567" y="4537"/>
                  </a:lnTo>
                  <a:lnTo>
                    <a:pt x="14501" y="4551"/>
                  </a:lnTo>
                  <a:lnTo>
                    <a:pt x="14423" y="4577"/>
                  </a:lnTo>
                  <a:lnTo>
                    <a:pt x="14358" y="4603"/>
                  </a:lnTo>
                  <a:lnTo>
                    <a:pt x="14292" y="4642"/>
                  </a:lnTo>
                  <a:lnTo>
                    <a:pt x="14227" y="4694"/>
                  </a:lnTo>
                  <a:lnTo>
                    <a:pt x="14174" y="4747"/>
                  </a:lnTo>
                  <a:lnTo>
                    <a:pt x="14135" y="4812"/>
                  </a:lnTo>
                  <a:lnTo>
                    <a:pt x="14096" y="4890"/>
                  </a:lnTo>
                  <a:lnTo>
                    <a:pt x="14057" y="4969"/>
                  </a:lnTo>
                  <a:lnTo>
                    <a:pt x="14031" y="5074"/>
                  </a:lnTo>
                  <a:lnTo>
                    <a:pt x="13900" y="5845"/>
                  </a:lnTo>
                  <a:lnTo>
                    <a:pt x="13821" y="6224"/>
                  </a:lnTo>
                  <a:lnTo>
                    <a:pt x="13730" y="6603"/>
                  </a:lnTo>
                  <a:lnTo>
                    <a:pt x="13638" y="6970"/>
                  </a:lnTo>
                  <a:lnTo>
                    <a:pt x="13534" y="7336"/>
                  </a:lnTo>
                  <a:lnTo>
                    <a:pt x="13429" y="7689"/>
                  </a:lnTo>
                  <a:lnTo>
                    <a:pt x="13311" y="8042"/>
                  </a:lnTo>
                  <a:lnTo>
                    <a:pt x="13181" y="8382"/>
                  </a:lnTo>
                  <a:lnTo>
                    <a:pt x="13050" y="8722"/>
                  </a:lnTo>
                  <a:lnTo>
                    <a:pt x="12906" y="9049"/>
                  </a:lnTo>
                  <a:lnTo>
                    <a:pt x="12749" y="9362"/>
                  </a:lnTo>
                  <a:lnTo>
                    <a:pt x="12592" y="9676"/>
                  </a:lnTo>
                  <a:lnTo>
                    <a:pt x="12422" y="9977"/>
                  </a:lnTo>
                  <a:lnTo>
                    <a:pt x="12239" y="10265"/>
                  </a:lnTo>
                  <a:lnTo>
                    <a:pt x="12043" y="10552"/>
                  </a:lnTo>
                  <a:lnTo>
                    <a:pt x="11834" y="10827"/>
                  </a:lnTo>
                  <a:lnTo>
                    <a:pt x="11612" y="11088"/>
                  </a:lnTo>
                  <a:lnTo>
                    <a:pt x="11376" y="11337"/>
                  </a:lnTo>
                  <a:lnTo>
                    <a:pt x="11141" y="11572"/>
                  </a:lnTo>
                  <a:lnTo>
                    <a:pt x="10879" y="11794"/>
                  </a:lnTo>
                  <a:lnTo>
                    <a:pt x="10618" y="12017"/>
                  </a:lnTo>
                  <a:lnTo>
                    <a:pt x="10330" y="12226"/>
                  </a:lnTo>
                  <a:lnTo>
                    <a:pt x="10043" y="12409"/>
                  </a:lnTo>
                  <a:lnTo>
                    <a:pt x="9729" y="12592"/>
                  </a:lnTo>
                  <a:lnTo>
                    <a:pt x="9402" y="12762"/>
                  </a:lnTo>
                  <a:lnTo>
                    <a:pt x="9062" y="12906"/>
                  </a:lnTo>
                  <a:lnTo>
                    <a:pt x="8709" y="13050"/>
                  </a:lnTo>
                  <a:lnTo>
                    <a:pt x="8343" y="13167"/>
                  </a:lnTo>
                  <a:lnTo>
                    <a:pt x="7964" y="13285"/>
                  </a:lnTo>
                  <a:lnTo>
                    <a:pt x="7558" y="13377"/>
                  </a:lnTo>
                  <a:lnTo>
                    <a:pt x="7140" y="13455"/>
                  </a:lnTo>
                  <a:lnTo>
                    <a:pt x="6904" y="13481"/>
                  </a:lnTo>
                  <a:lnTo>
                    <a:pt x="6669" y="13507"/>
                  </a:lnTo>
                  <a:lnTo>
                    <a:pt x="6447" y="13520"/>
                  </a:lnTo>
                  <a:lnTo>
                    <a:pt x="6211" y="13507"/>
                  </a:lnTo>
                  <a:lnTo>
                    <a:pt x="6002" y="13494"/>
                  </a:lnTo>
                  <a:lnTo>
                    <a:pt x="5780" y="13455"/>
                  </a:lnTo>
                  <a:lnTo>
                    <a:pt x="5584" y="13416"/>
                  </a:lnTo>
                  <a:lnTo>
                    <a:pt x="5375" y="13364"/>
                  </a:lnTo>
                  <a:lnTo>
                    <a:pt x="5178" y="13298"/>
                  </a:lnTo>
                  <a:lnTo>
                    <a:pt x="4982" y="13220"/>
                  </a:lnTo>
                  <a:lnTo>
                    <a:pt x="4799" y="13141"/>
                  </a:lnTo>
                  <a:lnTo>
                    <a:pt x="4616" y="13037"/>
                  </a:lnTo>
                  <a:lnTo>
                    <a:pt x="4446" y="12932"/>
                  </a:lnTo>
                  <a:lnTo>
                    <a:pt x="4263" y="12814"/>
                  </a:lnTo>
                  <a:lnTo>
                    <a:pt x="4106" y="12684"/>
                  </a:lnTo>
                  <a:lnTo>
                    <a:pt x="3949" y="12553"/>
                  </a:lnTo>
                  <a:lnTo>
                    <a:pt x="3792" y="12409"/>
                  </a:lnTo>
                  <a:lnTo>
                    <a:pt x="3636" y="12252"/>
                  </a:lnTo>
                  <a:lnTo>
                    <a:pt x="3492" y="12082"/>
                  </a:lnTo>
                  <a:lnTo>
                    <a:pt x="3361" y="11912"/>
                  </a:lnTo>
                  <a:lnTo>
                    <a:pt x="3230" y="11742"/>
                  </a:lnTo>
                  <a:lnTo>
                    <a:pt x="3099" y="11546"/>
                  </a:lnTo>
                  <a:lnTo>
                    <a:pt x="2982" y="11350"/>
                  </a:lnTo>
                  <a:lnTo>
                    <a:pt x="2864" y="11154"/>
                  </a:lnTo>
                  <a:lnTo>
                    <a:pt x="2759" y="10945"/>
                  </a:lnTo>
                  <a:lnTo>
                    <a:pt x="2655" y="10735"/>
                  </a:lnTo>
                  <a:lnTo>
                    <a:pt x="2459" y="10291"/>
                  </a:lnTo>
                  <a:lnTo>
                    <a:pt x="2302" y="9820"/>
                  </a:lnTo>
                  <a:lnTo>
                    <a:pt x="2158" y="9323"/>
                  </a:lnTo>
                  <a:lnTo>
                    <a:pt x="2040" y="8826"/>
                  </a:lnTo>
                  <a:lnTo>
                    <a:pt x="1949" y="8303"/>
                  </a:lnTo>
                  <a:lnTo>
                    <a:pt x="1870" y="7767"/>
                  </a:lnTo>
                  <a:lnTo>
                    <a:pt x="1831" y="7218"/>
                  </a:lnTo>
                  <a:lnTo>
                    <a:pt x="1818" y="6669"/>
                  </a:lnTo>
                  <a:lnTo>
                    <a:pt x="1818" y="6107"/>
                  </a:lnTo>
                  <a:lnTo>
                    <a:pt x="1857" y="5544"/>
                  </a:lnTo>
                  <a:lnTo>
                    <a:pt x="1910" y="4982"/>
                  </a:lnTo>
                  <a:lnTo>
                    <a:pt x="2001" y="4407"/>
                  </a:lnTo>
                  <a:lnTo>
                    <a:pt x="2106" y="3858"/>
                  </a:lnTo>
                  <a:lnTo>
                    <a:pt x="2250" y="3295"/>
                  </a:lnTo>
                  <a:lnTo>
                    <a:pt x="2406" y="2746"/>
                  </a:lnTo>
                  <a:lnTo>
                    <a:pt x="2603" y="2210"/>
                  </a:lnTo>
                  <a:lnTo>
                    <a:pt x="2825" y="1687"/>
                  </a:lnTo>
                  <a:lnTo>
                    <a:pt x="2943" y="1425"/>
                  </a:lnTo>
                  <a:lnTo>
                    <a:pt x="3073" y="1177"/>
                  </a:lnTo>
                  <a:lnTo>
                    <a:pt x="3204" y="929"/>
                  </a:lnTo>
                  <a:lnTo>
                    <a:pt x="3348" y="680"/>
                  </a:lnTo>
                  <a:lnTo>
                    <a:pt x="3413" y="549"/>
                  </a:lnTo>
                  <a:lnTo>
                    <a:pt x="3439" y="419"/>
                  </a:lnTo>
                  <a:lnTo>
                    <a:pt x="3439" y="366"/>
                  </a:lnTo>
                  <a:lnTo>
                    <a:pt x="3439" y="314"/>
                  </a:lnTo>
                  <a:lnTo>
                    <a:pt x="3400" y="223"/>
                  </a:lnTo>
                  <a:lnTo>
                    <a:pt x="3348" y="144"/>
                  </a:lnTo>
                  <a:lnTo>
                    <a:pt x="3269" y="92"/>
                  </a:lnTo>
                  <a:lnTo>
                    <a:pt x="3165" y="39"/>
                  </a:lnTo>
                  <a:lnTo>
                    <a:pt x="3047" y="13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8"/>
            <p:cNvSpPr/>
            <p:nvPr/>
          </p:nvSpPr>
          <p:spPr>
            <a:xfrm>
              <a:off x="4403950" y="1734300"/>
              <a:ext cx="312200" cy="227200"/>
            </a:xfrm>
            <a:custGeom>
              <a:avLst/>
              <a:gdLst/>
              <a:ahLst/>
              <a:cxnLst/>
              <a:rect l="l" t="t" r="r" b="b"/>
              <a:pathLst>
                <a:path w="12488" h="9088" extrusionOk="0">
                  <a:moveTo>
                    <a:pt x="5231" y="0"/>
                  </a:moveTo>
                  <a:lnTo>
                    <a:pt x="4917" y="13"/>
                  </a:lnTo>
                  <a:lnTo>
                    <a:pt x="4629" y="39"/>
                  </a:lnTo>
                  <a:lnTo>
                    <a:pt x="4328" y="66"/>
                  </a:lnTo>
                  <a:lnTo>
                    <a:pt x="4041" y="105"/>
                  </a:lnTo>
                  <a:lnTo>
                    <a:pt x="3766" y="144"/>
                  </a:lnTo>
                  <a:lnTo>
                    <a:pt x="3492" y="196"/>
                  </a:lnTo>
                  <a:lnTo>
                    <a:pt x="3217" y="262"/>
                  </a:lnTo>
                  <a:lnTo>
                    <a:pt x="2955" y="327"/>
                  </a:lnTo>
                  <a:lnTo>
                    <a:pt x="2707" y="392"/>
                  </a:lnTo>
                  <a:lnTo>
                    <a:pt x="2459" y="471"/>
                  </a:lnTo>
                  <a:lnTo>
                    <a:pt x="2236" y="562"/>
                  </a:lnTo>
                  <a:lnTo>
                    <a:pt x="2001" y="654"/>
                  </a:lnTo>
                  <a:lnTo>
                    <a:pt x="1792" y="759"/>
                  </a:lnTo>
                  <a:lnTo>
                    <a:pt x="1582" y="863"/>
                  </a:lnTo>
                  <a:lnTo>
                    <a:pt x="1386" y="968"/>
                  </a:lnTo>
                  <a:lnTo>
                    <a:pt x="1203" y="1085"/>
                  </a:lnTo>
                  <a:lnTo>
                    <a:pt x="1033" y="1203"/>
                  </a:lnTo>
                  <a:lnTo>
                    <a:pt x="876" y="1334"/>
                  </a:lnTo>
                  <a:lnTo>
                    <a:pt x="720" y="1465"/>
                  </a:lnTo>
                  <a:lnTo>
                    <a:pt x="589" y="1595"/>
                  </a:lnTo>
                  <a:lnTo>
                    <a:pt x="471" y="1739"/>
                  </a:lnTo>
                  <a:lnTo>
                    <a:pt x="353" y="1883"/>
                  </a:lnTo>
                  <a:lnTo>
                    <a:pt x="262" y="2027"/>
                  </a:lnTo>
                  <a:lnTo>
                    <a:pt x="183" y="2184"/>
                  </a:lnTo>
                  <a:lnTo>
                    <a:pt x="118" y="2341"/>
                  </a:lnTo>
                  <a:lnTo>
                    <a:pt x="66" y="2498"/>
                  </a:lnTo>
                  <a:lnTo>
                    <a:pt x="26" y="2668"/>
                  </a:lnTo>
                  <a:lnTo>
                    <a:pt x="0" y="2838"/>
                  </a:lnTo>
                  <a:lnTo>
                    <a:pt x="0" y="3008"/>
                  </a:lnTo>
                  <a:lnTo>
                    <a:pt x="13" y="3204"/>
                  </a:lnTo>
                  <a:lnTo>
                    <a:pt x="53" y="3400"/>
                  </a:lnTo>
                  <a:lnTo>
                    <a:pt x="105" y="3609"/>
                  </a:lnTo>
                  <a:lnTo>
                    <a:pt x="183" y="3818"/>
                  </a:lnTo>
                  <a:lnTo>
                    <a:pt x="275" y="4054"/>
                  </a:lnTo>
                  <a:lnTo>
                    <a:pt x="380" y="4276"/>
                  </a:lnTo>
                  <a:lnTo>
                    <a:pt x="497" y="4511"/>
                  </a:lnTo>
                  <a:lnTo>
                    <a:pt x="641" y="4760"/>
                  </a:lnTo>
                  <a:lnTo>
                    <a:pt x="785" y="5008"/>
                  </a:lnTo>
                  <a:lnTo>
                    <a:pt x="942" y="5243"/>
                  </a:lnTo>
                  <a:lnTo>
                    <a:pt x="1125" y="5492"/>
                  </a:lnTo>
                  <a:lnTo>
                    <a:pt x="1308" y="5753"/>
                  </a:lnTo>
                  <a:lnTo>
                    <a:pt x="1504" y="5989"/>
                  </a:lnTo>
                  <a:lnTo>
                    <a:pt x="1700" y="6237"/>
                  </a:lnTo>
                  <a:lnTo>
                    <a:pt x="1922" y="6486"/>
                  </a:lnTo>
                  <a:lnTo>
                    <a:pt x="2145" y="6721"/>
                  </a:lnTo>
                  <a:lnTo>
                    <a:pt x="2367" y="6956"/>
                  </a:lnTo>
                  <a:lnTo>
                    <a:pt x="2602" y="7179"/>
                  </a:lnTo>
                  <a:lnTo>
                    <a:pt x="2838" y="7401"/>
                  </a:lnTo>
                  <a:lnTo>
                    <a:pt x="3086" y="7610"/>
                  </a:lnTo>
                  <a:lnTo>
                    <a:pt x="3335" y="7819"/>
                  </a:lnTo>
                  <a:lnTo>
                    <a:pt x="3583" y="8002"/>
                  </a:lnTo>
                  <a:lnTo>
                    <a:pt x="3831" y="8185"/>
                  </a:lnTo>
                  <a:lnTo>
                    <a:pt x="4080" y="8355"/>
                  </a:lnTo>
                  <a:lnTo>
                    <a:pt x="4328" y="8512"/>
                  </a:lnTo>
                  <a:lnTo>
                    <a:pt x="4590" y="8643"/>
                  </a:lnTo>
                  <a:lnTo>
                    <a:pt x="4838" y="8774"/>
                  </a:lnTo>
                  <a:lnTo>
                    <a:pt x="5087" y="8878"/>
                  </a:lnTo>
                  <a:lnTo>
                    <a:pt x="5335" y="8957"/>
                  </a:lnTo>
                  <a:lnTo>
                    <a:pt x="5571" y="9035"/>
                  </a:lnTo>
                  <a:lnTo>
                    <a:pt x="5806" y="9075"/>
                  </a:lnTo>
                  <a:lnTo>
                    <a:pt x="5963" y="9088"/>
                  </a:lnTo>
                  <a:lnTo>
                    <a:pt x="6146" y="9088"/>
                  </a:lnTo>
                  <a:lnTo>
                    <a:pt x="6342" y="9048"/>
                  </a:lnTo>
                  <a:lnTo>
                    <a:pt x="6551" y="9009"/>
                  </a:lnTo>
                  <a:lnTo>
                    <a:pt x="6787" y="8931"/>
                  </a:lnTo>
                  <a:lnTo>
                    <a:pt x="7022" y="8852"/>
                  </a:lnTo>
                  <a:lnTo>
                    <a:pt x="7270" y="8735"/>
                  </a:lnTo>
                  <a:lnTo>
                    <a:pt x="7519" y="8617"/>
                  </a:lnTo>
                  <a:lnTo>
                    <a:pt x="7780" y="8486"/>
                  </a:lnTo>
                  <a:lnTo>
                    <a:pt x="8055" y="8329"/>
                  </a:lnTo>
                  <a:lnTo>
                    <a:pt x="8329" y="8172"/>
                  </a:lnTo>
                  <a:lnTo>
                    <a:pt x="8604" y="8002"/>
                  </a:lnTo>
                  <a:lnTo>
                    <a:pt x="9153" y="7623"/>
                  </a:lnTo>
                  <a:lnTo>
                    <a:pt x="9702" y="7205"/>
                  </a:lnTo>
                  <a:lnTo>
                    <a:pt x="10239" y="6773"/>
                  </a:lnTo>
                  <a:lnTo>
                    <a:pt x="10500" y="6551"/>
                  </a:lnTo>
                  <a:lnTo>
                    <a:pt x="10748" y="6329"/>
                  </a:lnTo>
                  <a:lnTo>
                    <a:pt x="10984" y="6093"/>
                  </a:lnTo>
                  <a:lnTo>
                    <a:pt x="11206" y="5871"/>
                  </a:lnTo>
                  <a:lnTo>
                    <a:pt x="11415" y="5636"/>
                  </a:lnTo>
                  <a:lnTo>
                    <a:pt x="11611" y="5413"/>
                  </a:lnTo>
                  <a:lnTo>
                    <a:pt x="11795" y="5191"/>
                  </a:lnTo>
                  <a:lnTo>
                    <a:pt x="11951" y="4969"/>
                  </a:lnTo>
                  <a:lnTo>
                    <a:pt x="12095" y="4747"/>
                  </a:lnTo>
                  <a:lnTo>
                    <a:pt x="12226" y="4537"/>
                  </a:lnTo>
                  <a:lnTo>
                    <a:pt x="12331" y="4341"/>
                  </a:lnTo>
                  <a:lnTo>
                    <a:pt x="12409" y="4145"/>
                  </a:lnTo>
                  <a:lnTo>
                    <a:pt x="12461" y="3962"/>
                  </a:lnTo>
                  <a:lnTo>
                    <a:pt x="12488" y="3779"/>
                  </a:lnTo>
                  <a:lnTo>
                    <a:pt x="12488" y="3609"/>
                  </a:lnTo>
                  <a:lnTo>
                    <a:pt x="12474" y="3439"/>
                  </a:lnTo>
                  <a:lnTo>
                    <a:pt x="12448" y="3282"/>
                  </a:lnTo>
                  <a:lnTo>
                    <a:pt x="12409" y="3112"/>
                  </a:lnTo>
                  <a:lnTo>
                    <a:pt x="12344" y="2942"/>
                  </a:lnTo>
                  <a:lnTo>
                    <a:pt x="12278" y="2785"/>
                  </a:lnTo>
                  <a:lnTo>
                    <a:pt x="12187" y="2628"/>
                  </a:lnTo>
                  <a:lnTo>
                    <a:pt x="12095" y="2471"/>
                  </a:lnTo>
                  <a:lnTo>
                    <a:pt x="11978" y="2315"/>
                  </a:lnTo>
                  <a:lnTo>
                    <a:pt x="11847" y="2158"/>
                  </a:lnTo>
                  <a:lnTo>
                    <a:pt x="11703" y="2014"/>
                  </a:lnTo>
                  <a:lnTo>
                    <a:pt x="11559" y="1870"/>
                  </a:lnTo>
                  <a:lnTo>
                    <a:pt x="11389" y="1726"/>
                  </a:lnTo>
                  <a:lnTo>
                    <a:pt x="11219" y="1582"/>
                  </a:lnTo>
                  <a:lnTo>
                    <a:pt x="11023" y="1452"/>
                  </a:lnTo>
                  <a:lnTo>
                    <a:pt x="10827" y="1321"/>
                  </a:lnTo>
                  <a:lnTo>
                    <a:pt x="10618" y="1203"/>
                  </a:lnTo>
                  <a:lnTo>
                    <a:pt x="10409" y="1085"/>
                  </a:lnTo>
                  <a:lnTo>
                    <a:pt x="10173" y="968"/>
                  </a:lnTo>
                  <a:lnTo>
                    <a:pt x="9938" y="850"/>
                  </a:lnTo>
                  <a:lnTo>
                    <a:pt x="9689" y="745"/>
                  </a:lnTo>
                  <a:lnTo>
                    <a:pt x="9428" y="654"/>
                  </a:lnTo>
                  <a:lnTo>
                    <a:pt x="9166" y="562"/>
                  </a:lnTo>
                  <a:lnTo>
                    <a:pt x="8905" y="471"/>
                  </a:lnTo>
                  <a:lnTo>
                    <a:pt x="8617" y="392"/>
                  </a:lnTo>
                  <a:lnTo>
                    <a:pt x="8329" y="314"/>
                  </a:lnTo>
                  <a:lnTo>
                    <a:pt x="8042" y="249"/>
                  </a:lnTo>
                  <a:lnTo>
                    <a:pt x="7741" y="196"/>
                  </a:lnTo>
                  <a:lnTo>
                    <a:pt x="7440" y="144"/>
                  </a:lnTo>
                  <a:lnTo>
                    <a:pt x="7127" y="92"/>
                  </a:lnTo>
                  <a:lnTo>
                    <a:pt x="6813" y="66"/>
                  </a:lnTo>
                  <a:lnTo>
                    <a:pt x="6486" y="26"/>
                  </a:lnTo>
                  <a:lnTo>
                    <a:pt x="6172" y="13"/>
                  </a:lnTo>
                  <a:lnTo>
                    <a:pt x="5845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8"/>
            <p:cNvSpPr/>
            <p:nvPr/>
          </p:nvSpPr>
          <p:spPr>
            <a:xfrm>
              <a:off x="4867800" y="1375700"/>
              <a:ext cx="205325" cy="153325"/>
            </a:xfrm>
            <a:custGeom>
              <a:avLst/>
              <a:gdLst/>
              <a:ahLst/>
              <a:cxnLst/>
              <a:rect l="l" t="t" r="r" b="b"/>
              <a:pathLst>
                <a:path w="8213" h="6133" extrusionOk="0">
                  <a:moveTo>
                    <a:pt x="4119" y="0"/>
                  </a:moveTo>
                  <a:lnTo>
                    <a:pt x="3858" y="26"/>
                  </a:lnTo>
                  <a:lnTo>
                    <a:pt x="3583" y="66"/>
                  </a:lnTo>
                  <a:lnTo>
                    <a:pt x="3309" y="118"/>
                  </a:lnTo>
                  <a:lnTo>
                    <a:pt x="3073" y="170"/>
                  </a:lnTo>
                  <a:lnTo>
                    <a:pt x="2851" y="249"/>
                  </a:lnTo>
                  <a:lnTo>
                    <a:pt x="2629" y="327"/>
                  </a:lnTo>
                  <a:lnTo>
                    <a:pt x="2420" y="419"/>
                  </a:lnTo>
                  <a:lnTo>
                    <a:pt x="2210" y="510"/>
                  </a:lnTo>
                  <a:lnTo>
                    <a:pt x="2014" y="628"/>
                  </a:lnTo>
                  <a:lnTo>
                    <a:pt x="1831" y="745"/>
                  </a:lnTo>
                  <a:lnTo>
                    <a:pt x="1635" y="876"/>
                  </a:lnTo>
                  <a:lnTo>
                    <a:pt x="1465" y="1007"/>
                  </a:lnTo>
                  <a:lnTo>
                    <a:pt x="1295" y="1151"/>
                  </a:lnTo>
                  <a:lnTo>
                    <a:pt x="1138" y="1308"/>
                  </a:lnTo>
                  <a:lnTo>
                    <a:pt x="994" y="1465"/>
                  </a:lnTo>
                  <a:lnTo>
                    <a:pt x="851" y="1635"/>
                  </a:lnTo>
                  <a:lnTo>
                    <a:pt x="720" y="1805"/>
                  </a:lnTo>
                  <a:lnTo>
                    <a:pt x="589" y="1988"/>
                  </a:lnTo>
                  <a:lnTo>
                    <a:pt x="484" y="2171"/>
                  </a:lnTo>
                  <a:lnTo>
                    <a:pt x="380" y="2367"/>
                  </a:lnTo>
                  <a:lnTo>
                    <a:pt x="288" y="2563"/>
                  </a:lnTo>
                  <a:lnTo>
                    <a:pt x="210" y="2759"/>
                  </a:lnTo>
                  <a:lnTo>
                    <a:pt x="144" y="2968"/>
                  </a:lnTo>
                  <a:lnTo>
                    <a:pt x="92" y="3178"/>
                  </a:lnTo>
                  <a:lnTo>
                    <a:pt x="53" y="3387"/>
                  </a:lnTo>
                  <a:lnTo>
                    <a:pt x="14" y="3596"/>
                  </a:lnTo>
                  <a:lnTo>
                    <a:pt x="1" y="3818"/>
                  </a:lnTo>
                  <a:lnTo>
                    <a:pt x="1" y="4041"/>
                  </a:lnTo>
                  <a:lnTo>
                    <a:pt x="14" y="4263"/>
                  </a:lnTo>
                  <a:lnTo>
                    <a:pt x="27" y="4485"/>
                  </a:lnTo>
                  <a:lnTo>
                    <a:pt x="66" y="4707"/>
                  </a:lnTo>
                  <a:lnTo>
                    <a:pt x="118" y="4943"/>
                  </a:lnTo>
                  <a:lnTo>
                    <a:pt x="184" y="5165"/>
                  </a:lnTo>
                  <a:lnTo>
                    <a:pt x="262" y="5387"/>
                  </a:lnTo>
                  <a:lnTo>
                    <a:pt x="367" y="5623"/>
                  </a:lnTo>
                  <a:lnTo>
                    <a:pt x="406" y="5701"/>
                  </a:lnTo>
                  <a:lnTo>
                    <a:pt x="458" y="5780"/>
                  </a:lnTo>
                  <a:lnTo>
                    <a:pt x="524" y="5858"/>
                  </a:lnTo>
                  <a:lnTo>
                    <a:pt x="576" y="5910"/>
                  </a:lnTo>
                  <a:lnTo>
                    <a:pt x="654" y="5976"/>
                  </a:lnTo>
                  <a:lnTo>
                    <a:pt x="720" y="6015"/>
                  </a:lnTo>
                  <a:lnTo>
                    <a:pt x="798" y="6054"/>
                  </a:lnTo>
                  <a:lnTo>
                    <a:pt x="864" y="6080"/>
                  </a:lnTo>
                  <a:lnTo>
                    <a:pt x="1034" y="6120"/>
                  </a:lnTo>
                  <a:lnTo>
                    <a:pt x="1190" y="6133"/>
                  </a:lnTo>
                  <a:lnTo>
                    <a:pt x="1347" y="6120"/>
                  </a:lnTo>
                  <a:lnTo>
                    <a:pt x="1504" y="6080"/>
                  </a:lnTo>
                  <a:lnTo>
                    <a:pt x="1648" y="6015"/>
                  </a:lnTo>
                  <a:lnTo>
                    <a:pt x="1779" y="5937"/>
                  </a:lnTo>
                  <a:lnTo>
                    <a:pt x="1897" y="5832"/>
                  </a:lnTo>
                  <a:lnTo>
                    <a:pt x="1936" y="5767"/>
                  </a:lnTo>
                  <a:lnTo>
                    <a:pt x="1975" y="5701"/>
                  </a:lnTo>
                  <a:lnTo>
                    <a:pt x="2001" y="5636"/>
                  </a:lnTo>
                  <a:lnTo>
                    <a:pt x="2027" y="5570"/>
                  </a:lnTo>
                  <a:lnTo>
                    <a:pt x="2040" y="5492"/>
                  </a:lnTo>
                  <a:lnTo>
                    <a:pt x="2053" y="5413"/>
                  </a:lnTo>
                  <a:lnTo>
                    <a:pt x="2040" y="5322"/>
                  </a:lnTo>
                  <a:lnTo>
                    <a:pt x="2027" y="5244"/>
                  </a:lnTo>
                  <a:lnTo>
                    <a:pt x="2001" y="5152"/>
                  </a:lnTo>
                  <a:lnTo>
                    <a:pt x="1975" y="5060"/>
                  </a:lnTo>
                  <a:lnTo>
                    <a:pt x="1857" y="4786"/>
                  </a:lnTo>
                  <a:lnTo>
                    <a:pt x="1779" y="4511"/>
                  </a:lnTo>
                  <a:lnTo>
                    <a:pt x="1727" y="4250"/>
                  </a:lnTo>
                  <a:lnTo>
                    <a:pt x="1714" y="4001"/>
                  </a:lnTo>
                  <a:lnTo>
                    <a:pt x="1727" y="3753"/>
                  </a:lnTo>
                  <a:lnTo>
                    <a:pt x="1766" y="3504"/>
                  </a:lnTo>
                  <a:lnTo>
                    <a:pt x="1831" y="3282"/>
                  </a:lnTo>
                  <a:lnTo>
                    <a:pt x="1923" y="3060"/>
                  </a:lnTo>
                  <a:lnTo>
                    <a:pt x="2053" y="2851"/>
                  </a:lnTo>
                  <a:lnTo>
                    <a:pt x="2197" y="2655"/>
                  </a:lnTo>
                  <a:lnTo>
                    <a:pt x="2367" y="2485"/>
                  </a:lnTo>
                  <a:lnTo>
                    <a:pt x="2550" y="2315"/>
                  </a:lnTo>
                  <a:lnTo>
                    <a:pt x="2773" y="2158"/>
                  </a:lnTo>
                  <a:lnTo>
                    <a:pt x="3008" y="2027"/>
                  </a:lnTo>
                  <a:lnTo>
                    <a:pt x="3256" y="1909"/>
                  </a:lnTo>
                  <a:lnTo>
                    <a:pt x="3531" y="1805"/>
                  </a:lnTo>
                  <a:lnTo>
                    <a:pt x="3714" y="1752"/>
                  </a:lnTo>
                  <a:lnTo>
                    <a:pt x="3884" y="1713"/>
                  </a:lnTo>
                  <a:lnTo>
                    <a:pt x="4067" y="1687"/>
                  </a:lnTo>
                  <a:lnTo>
                    <a:pt x="4224" y="1674"/>
                  </a:lnTo>
                  <a:lnTo>
                    <a:pt x="4381" y="1674"/>
                  </a:lnTo>
                  <a:lnTo>
                    <a:pt x="4538" y="1687"/>
                  </a:lnTo>
                  <a:lnTo>
                    <a:pt x="4682" y="1713"/>
                  </a:lnTo>
                  <a:lnTo>
                    <a:pt x="4825" y="1739"/>
                  </a:lnTo>
                  <a:lnTo>
                    <a:pt x="4956" y="1792"/>
                  </a:lnTo>
                  <a:lnTo>
                    <a:pt x="5087" y="1844"/>
                  </a:lnTo>
                  <a:lnTo>
                    <a:pt x="5218" y="1909"/>
                  </a:lnTo>
                  <a:lnTo>
                    <a:pt x="5335" y="1988"/>
                  </a:lnTo>
                  <a:lnTo>
                    <a:pt x="5440" y="2079"/>
                  </a:lnTo>
                  <a:lnTo>
                    <a:pt x="5545" y="2171"/>
                  </a:lnTo>
                  <a:lnTo>
                    <a:pt x="5649" y="2275"/>
                  </a:lnTo>
                  <a:lnTo>
                    <a:pt x="5741" y="2380"/>
                  </a:lnTo>
                  <a:lnTo>
                    <a:pt x="5832" y="2498"/>
                  </a:lnTo>
                  <a:lnTo>
                    <a:pt x="5911" y="2615"/>
                  </a:lnTo>
                  <a:lnTo>
                    <a:pt x="6068" y="2877"/>
                  </a:lnTo>
                  <a:lnTo>
                    <a:pt x="6198" y="3151"/>
                  </a:lnTo>
                  <a:lnTo>
                    <a:pt x="6303" y="3452"/>
                  </a:lnTo>
                  <a:lnTo>
                    <a:pt x="6381" y="3766"/>
                  </a:lnTo>
                  <a:lnTo>
                    <a:pt x="6447" y="4080"/>
                  </a:lnTo>
                  <a:lnTo>
                    <a:pt x="6499" y="4394"/>
                  </a:lnTo>
                  <a:lnTo>
                    <a:pt x="6512" y="4707"/>
                  </a:lnTo>
                  <a:lnTo>
                    <a:pt x="6525" y="4812"/>
                  </a:lnTo>
                  <a:lnTo>
                    <a:pt x="6538" y="4904"/>
                  </a:lnTo>
                  <a:lnTo>
                    <a:pt x="6565" y="4982"/>
                  </a:lnTo>
                  <a:lnTo>
                    <a:pt x="6604" y="5060"/>
                  </a:lnTo>
                  <a:lnTo>
                    <a:pt x="6643" y="5139"/>
                  </a:lnTo>
                  <a:lnTo>
                    <a:pt x="6695" y="5204"/>
                  </a:lnTo>
                  <a:lnTo>
                    <a:pt x="6748" y="5257"/>
                  </a:lnTo>
                  <a:lnTo>
                    <a:pt x="6800" y="5309"/>
                  </a:lnTo>
                  <a:lnTo>
                    <a:pt x="6865" y="5348"/>
                  </a:lnTo>
                  <a:lnTo>
                    <a:pt x="6931" y="5387"/>
                  </a:lnTo>
                  <a:lnTo>
                    <a:pt x="7088" y="5440"/>
                  </a:lnTo>
                  <a:lnTo>
                    <a:pt x="7231" y="5466"/>
                  </a:lnTo>
                  <a:lnTo>
                    <a:pt x="7388" y="5479"/>
                  </a:lnTo>
                  <a:lnTo>
                    <a:pt x="7558" y="5453"/>
                  </a:lnTo>
                  <a:lnTo>
                    <a:pt x="7702" y="5400"/>
                  </a:lnTo>
                  <a:lnTo>
                    <a:pt x="7846" y="5335"/>
                  </a:lnTo>
                  <a:lnTo>
                    <a:pt x="7964" y="5230"/>
                  </a:lnTo>
                  <a:lnTo>
                    <a:pt x="8029" y="5178"/>
                  </a:lnTo>
                  <a:lnTo>
                    <a:pt x="8068" y="5113"/>
                  </a:lnTo>
                  <a:lnTo>
                    <a:pt x="8121" y="5034"/>
                  </a:lnTo>
                  <a:lnTo>
                    <a:pt x="8147" y="4969"/>
                  </a:lnTo>
                  <a:lnTo>
                    <a:pt x="8173" y="4877"/>
                  </a:lnTo>
                  <a:lnTo>
                    <a:pt x="8199" y="4799"/>
                  </a:lnTo>
                  <a:lnTo>
                    <a:pt x="8212" y="4694"/>
                  </a:lnTo>
                  <a:lnTo>
                    <a:pt x="8212" y="4603"/>
                  </a:lnTo>
                  <a:lnTo>
                    <a:pt x="8199" y="4341"/>
                  </a:lnTo>
                  <a:lnTo>
                    <a:pt x="8173" y="4093"/>
                  </a:lnTo>
                  <a:lnTo>
                    <a:pt x="8134" y="3844"/>
                  </a:lnTo>
                  <a:lnTo>
                    <a:pt x="8094" y="3596"/>
                  </a:lnTo>
                  <a:lnTo>
                    <a:pt x="8029" y="3348"/>
                  </a:lnTo>
                  <a:lnTo>
                    <a:pt x="7977" y="3112"/>
                  </a:lnTo>
                  <a:lnTo>
                    <a:pt x="7898" y="2877"/>
                  </a:lnTo>
                  <a:lnTo>
                    <a:pt x="7820" y="2655"/>
                  </a:lnTo>
                  <a:lnTo>
                    <a:pt x="7728" y="2432"/>
                  </a:lnTo>
                  <a:lnTo>
                    <a:pt x="7624" y="2210"/>
                  </a:lnTo>
                  <a:lnTo>
                    <a:pt x="7519" y="2001"/>
                  </a:lnTo>
                  <a:lnTo>
                    <a:pt x="7388" y="1805"/>
                  </a:lnTo>
                  <a:lnTo>
                    <a:pt x="7271" y="1608"/>
                  </a:lnTo>
                  <a:lnTo>
                    <a:pt x="7127" y="1425"/>
                  </a:lnTo>
                  <a:lnTo>
                    <a:pt x="6983" y="1242"/>
                  </a:lnTo>
                  <a:lnTo>
                    <a:pt x="6839" y="1072"/>
                  </a:lnTo>
                  <a:lnTo>
                    <a:pt x="6669" y="915"/>
                  </a:lnTo>
                  <a:lnTo>
                    <a:pt x="6499" y="772"/>
                  </a:lnTo>
                  <a:lnTo>
                    <a:pt x="6329" y="641"/>
                  </a:lnTo>
                  <a:lnTo>
                    <a:pt x="6133" y="510"/>
                  </a:lnTo>
                  <a:lnTo>
                    <a:pt x="5937" y="406"/>
                  </a:lnTo>
                  <a:lnTo>
                    <a:pt x="5741" y="301"/>
                  </a:lnTo>
                  <a:lnTo>
                    <a:pt x="5532" y="222"/>
                  </a:lnTo>
                  <a:lnTo>
                    <a:pt x="5309" y="144"/>
                  </a:lnTo>
                  <a:lnTo>
                    <a:pt x="5087" y="92"/>
                  </a:lnTo>
                  <a:lnTo>
                    <a:pt x="4852" y="39"/>
                  </a:lnTo>
                  <a:lnTo>
                    <a:pt x="4616" y="13"/>
                  </a:lnTo>
                  <a:lnTo>
                    <a:pt x="4368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8"/>
            <p:cNvSpPr/>
            <p:nvPr/>
          </p:nvSpPr>
          <p:spPr>
            <a:xfrm>
              <a:off x="4069875" y="1136075"/>
              <a:ext cx="338025" cy="408000"/>
            </a:xfrm>
            <a:custGeom>
              <a:avLst/>
              <a:gdLst/>
              <a:ahLst/>
              <a:cxnLst/>
              <a:rect l="l" t="t" r="r" b="b"/>
              <a:pathLst>
                <a:path w="13521" h="16320" extrusionOk="0">
                  <a:moveTo>
                    <a:pt x="7950" y="1"/>
                  </a:moveTo>
                  <a:lnTo>
                    <a:pt x="7662" y="14"/>
                  </a:lnTo>
                  <a:lnTo>
                    <a:pt x="7375" y="27"/>
                  </a:lnTo>
                  <a:lnTo>
                    <a:pt x="7100" y="40"/>
                  </a:lnTo>
                  <a:lnTo>
                    <a:pt x="6826" y="66"/>
                  </a:lnTo>
                  <a:lnTo>
                    <a:pt x="6564" y="105"/>
                  </a:lnTo>
                  <a:lnTo>
                    <a:pt x="6303" y="145"/>
                  </a:lnTo>
                  <a:lnTo>
                    <a:pt x="6054" y="197"/>
                  </a:lnTo>
                  <a:lnTo>
                    <a:pt x="5806" y="262"/>
                  </a:lnTo>
                  <a:lnTo>
                    <a:pt x="5570" y="328"/>
                  </a:lnTo>
                  <a:lnTo>
                    <a:pt x="5335" y="393"/>
                  </a:lnTo>
                  <a:lnTo>
                    <a:pt x="5113" y="471"/>
                  </a:lnTo>
                  <a:lnTo>
                    <a:pt x="4890" y="563"/>
                  </a:lnTo>
                  <a:lnTo>
                    <a:pt x="4668" y="655"/>
                  </a:lnTo>
                  <a:lnTo>
                    <a:pt x="4459" y="746"/>
                  </a:lnTo>
                  <a:lnTo>
                    <a:pt x="4250" y="851"/>
                  </a:lnTo>
                  <a:lnTo>
                    <a:pt x="3857" y="1073"/>
                  </a:lnTo>
                  <a:lnTo>
                    <a:pt x="3491" y="1321"/>
                  </a:lnTo>
                  <a:lnTo>
                    <a:pt x="3138" y="1596"/>
                  </a:lnTo>
                  <a:lnTo>
                    <a:pt x="2811" y="1871"/>
                  </a:lnTo>
                  <a:lnTo>
                    <a:pt x="2498" y="2184"/>
                  </a:lnTo>
                  <a:lnTo>
                    <a:pt x="2210" y="2498"/>
                  </a:lnTo>
                  <a:lnTo>
                    <a:pt x="1948" y="2838"/>
                  </a:lnTo>
                  <a:lnTo>
                    <a:pt x="1700" y="3191"/>
                  </a:lnTo>
                  <a:lnTo>
                    <a:pt x="1465" y="3557"/>
                  </a:lnTo>
                  <a:lnTo>
                    <a:pt x="1255" y="3937"/>
                  </a:lnTo>
                  <a:lnTo>
                    <a:pt x="1059" y="4316"/>
                  </a:lnTo>
                  <a:lnTo>
                    <a:pt x="889" y="4708"/>
                  </a:lnTo>
                  <a:lnTo>
                    <a:pt x="719" y="5113"/>
                  </a:lnTo>
                  <a:lnTo>
                    <a:pt x="589" y="5519"/>
                  </a:lnTo>
                  <a:lnTo>
                    <a:pt x="458" y="5937"/>
                  </a:lnTo>
                  <a:lnTo>
                    <a:pt x="353" y="6356"/>
                  </a:lnTo>
                  <a:lnTo>
                    <a:pt x="262" y="6774"/>
                  </a:lnTo>
                  <a:lnTo>
                    <a:pt x="183" y="7192"/>
                  </a:lnTo>
                  <a:lnTo>
                    <a:pt x="118" y="7624"/>
                  </a:lnTo>
                  <a:lnTo>
                    <a:pt x="65" y="8042"/>
                  </a:lnTo>
                  <a:lnTo>
                    <a:pt x="26" y="8461"/>
                  </a:lnTo>
                  <a:lnTo>
                    <a:pt x="0" y="8866"/>
                  </a:lnTo>
                  <a:lnTo>
                    <a:pt x="0" y="9271"/>
                  </a:lnTo>
                  <a:lnTo>
                    <a:pt x="0" y="9677"/>
                  </a:lnTo>
                  <a:lnTo>
                    <a:pt x="39" y="10069"/>
                  </a:lnTo>
                  <a:lnTo>
                    <a:pt x="92" y="10461"/>
                  </a:lnTo>
                  <a:lnTo>
                    <a:pt x="157" y="10854"/>
                  </a:lnTo>
                  <a:lnTo>
                    <a:pt x="262" y="11233"/>
                  </a:lnTo>
                  <a:lnTo>
                    <a:pt x="366" y="11612"/>
                  </a:lnTo>
                  <a:lnTo>
                    <a:pt x="510" y="11978"/>
                  </a:lnTo>
                  <a:lnTo>
                    <a:pt x="654" y="12344"/>
                  </a:lnTo>
                  <a:lnTo>
                    <a:pt x="837" y="12697"/>
                  </a:lnTo>
                  <a:lnTo>
                    <a:pt x="1020" y="13037"/>
                  </a:lnTo>
                  <a:lnTo>
                    <a:pt x="1229" y="13364"/>
                  </a:lnTo>
                  <a:lnTo>
                    <a:pt x="1451" y="13678"/>
                  </a:lnTo>
                  <a:lnTo>
                    <a:pt x="1687" y="13979"/>
                  </a:lnTo>
                  <a:lnTo>
                    <a:pt x="1935" y="14266"/>
                  </a:lnTo>
                  <a:lnTo>
                    <a:pt x="2210" y="14541"/>
                  </a:lnTo>
                  <a:lnTo>
                    <a:pt x="2484" y="14802"/>
                  </a:lnTo>
                  <a:lnTo>
                    <a:pt x="2772" y="15051"/>
                  </a:lnTo>
                  <a:lnTo>
                    <a:pt x="3086" y="15273"/>
                  </a:lnTo>
                  <a:lnTo>
                    <a:pt x="3400" y="15469"/>
                  </a:lnTo>
                  <a:lnTo>
                    <a:pt x="3727" y="15652"/>
                  </a:lnTo>
                  <a:lnTo>
                    <a:pt x="4067" y="15822"/>
                  </a:lnTo>
                  <a:lnTo>
                    <a:pt x="4407" y="15966"/>
                  </a:lnTo>
                  <a:lnTo>
                    <a:pt x="4773" y="16084"/>
                  </a:lnTo>
                  <a:lnTo>
                    <a:pt x="5139" y="16188"/>
                  </a:lnTo>
                  <a:lnTo>
                    <a:pt x="5505" y="16254"/>
                  </a:lnTo>
                  <a:lnTo>
                    <a:pt x="5884" y="16306"/>
                  </a:lnTo>
                  <a:lnTo>
                    <a:pt x="6276" y="16319"/>
                  </a:lnTo>
                  <a:lnTo>
                    <a:pt x="6656" y="16319"/>
                  </a:lnTo>
                  <a:lnTo>
                    <a:pt x="7061" y="16280"/>
                  </a:lnTo>
                  <a:lnTo>
                    <a:pt x="7453" y="16228"/>
                  </a:lnTo>
                  <a:lnTo>
                    <a:pt x="7859" y="16136"/>
                  </a:lnTo>
                  <a:lnTo>
                    <a:pt x="8264" y="16005"/>
                  </a:lnTo>
                  <a:lnTo>
                    <a:pt x="8578" y="15901"/>
                  </a:lnTo>
                  <a:lnTo>
                    <a:pt x="8865" y="15770"/>
                  </a:lnTo>
                  <a:lnTo>
                    <a:pt x="9153" y="15626"/>
                  </a:lnTo>
                  <a:lnTo>
                    <a:pt x="9428" y="15469"/>
                  </a:lnTo>
                  <a:lnTo>
                    <a:pt x="9689" y="15299"/>
                  </a:lnTo>
                  <a:lnTo>
                    <a:pt x="9951" y="15116"/>
                  </a:lnTo>
                  <a:lnTo>
                    <a:pt x="10199" y="14907"/>
                  </a:lnTo>
                  <a:lnTo>
                    <a:pt x="10447" y="14698"/>
                  </a:lnTo>
                  <a:lnTo>
                    <a:pt x="10670" y="14475"/>
                  </a:lnTo>
                  <a:lnTo>
                    <a:pt x="10892" y="14253"/>
                  </a:lnTo>
                  <a:lnTo>
                    <a:pt x="11114" y="14005"/>
                  </a:lnTo>
                  <a:lnTo>
                    <a:pt x="11324" y="13756"/>
                  </a:lnTo>
                  <a:lnTo>
                    <a:pt x="11520" y="13482"/>
                  </a:lnTo>
                  <a:lnTo>
                    <a:pt x="11703" y="13220"/>
                  </a:lnTo>
                  <a:lnTo>
                    <a:pt x="11886" y="12933"/>
                  </a:lnTo>
                  <a:lnTo>
                    <a:pt x="12056" y="12645"/>
                  </a:lnTo>
                  <a:lnTo>
                    <a:pt x="12213" y="12357"/>
                  </a:lnTo>
                  <a:lnTo>
                    <a:pt x="12370" y="12043"/>
                  </a:lnTo>
                  <a:lnTo>
                    <a:pt x="12500" y="11743"/>
                  </a:lnTo>
                  <a:lnTo>
                    <a:pt x="12644" y="11429"/>
                  </a:lnTo>
                  <a:lnTo>
                    <a:pt x="12762" y="11102"/>
                  </a:lnTo>
                  <a:lnTo>
                    <a:pt x="12880" y="10775"/>
                  </a:lnTo>
                  <a:lnTo>
                    <a:pt x="12984" y="10448"/>
                  </a:lnTo>
                  <a:lnTo>
                    <a:pt x="13076" y="10121"/>
                  </a:lnTo>
                  <a:lnTo>
                    <a:pt x="13167" y="9781"/>
                  </a:lnTo>
                  <a:lnTo>
                    <a:pt x="13246" y="9441"/>
                  </a:lnTo>
                  <a:lnTo>
                    <a:pt x="13311" y="9101"/>
                  </a:lnTo>
                  <a:lnTo>
                    <a:pt x="13376" y="8761"/>
                  </a:lnTo>
                  <a:lnTo>
                    <a:pt x="13416" y="8421"/>
                  </a:lnTo>
                  <a:lnTo>
                    <a:pt x="13455" y="8068"/>
                  </a:lnTo>
                  <a:lnTo>
                    <a:pt x="13494" y="7728"/>
                  </a:lnTo>
                  <a:lnTo>
                    <a:pt x="13507" y="7388"/>
                  </a:lnTo>
                  <a:lnTo>
                    <a:pt x="13520" y="7049"/>
                  </a:lnTo>
                  <a:lnTo>
                    <a:pt x="13520" y="6709"/>
                  </a:lnTo>
                  <a:lnTo>
                    <a:pt x="13507" y="6369"/>
                  </a:lnTo>
                  <a:lnTo>
                    <a:pt x="13494" y="6042"/>
                  </a:lnTo>
                  <a:lnTo>
                    <a:pt x="13468" y="5702"/>
                  </a:lnTo>
                  <a:lnTo>
                    <a:pt x="13429" y="5375"/>
                  </a:lnTo>
                  <a:lnTo>
                    <a:pt x="13376" y="5061"/>
                  </a:lnTo>
                  <a:lnTo>
                    <a:pt x="13324" y="4734"/>
                  </a:lnTo>
                  <a:lnTo>
                    <a:pt x="13259" y="4433"/>
                  </a:lnTo>
                  <a:lnTo>
                    <a:pt x="13180" y="4120"/>
                  </a:lnTo>
                  <a:lnTo>
                    <a:pt x="13089" y="3819"/>
                  </a:lnTo>
                  <a:lnTo>
                    <a:pt x="12984" y="3531"/>
                  </a:lnTo>
                  <a:lnTo>
                    <a:pt x="12880" y="3244"/>
                  </a:lnTo>
                  <a:lnTo>
                    <a:pt x="12762" y="2969"/>
                  </a:lnTo>
                  <a:lnTo>
                    <a:pt x="12631" y="2707"/>
                  </a:lnTo>
                  <a:lnTo>
                    <a:pt x="12500" y="2446"/>
                  </a:lnTo>
                  <a:lnTo>
                    <a:pt x="12343" y="2197"/>
                  </a:lnTo>
                  <a:lnTo>
                    <a:pt x="12187" y="1962"/>
                  </a:lnTo>
                  <a:lnTo>
                    <a:pt x="12017" y="1740"/>
                  </a:lnTo>
                  <a:lnTo>
                    <a:pt x="11834" y="1518"/>
                  </a:lnTo>
                  <a:lnTo>
                    <a:pt x="11650" y="1321"/>
                  </a:lnTo>
                  <a:lnTo>
                    <a:pt x="11441" y="1125"/>
                  </a:lnTo>
                  <a:lnTo>
                    <a:pt x="11232" y="955"/>
                  </a:lnTo>
                  <a:lnTo>
                    <a:pt x="11010" y="785"/>
                  </a:lnTo>
                  <a:lnTo>
                    <a:pt x="10787" y="641"/>
                  </a:lnTo>
                  <a:lnTo>
                    <a:pt x="10539" y="511"/>
                  </a:lnTo>
                  <a:lnTo>
                    <a:pt x="10291" y="380"/>
                  </a:lnTo>
                  <a:lnTo>
                    <a:pt x="10016" y="288"/>
                  </a:lnTo>
                  <a:lnTo>
                    <a:pt x="9741" y="197"/>
                  </a:lnTo>
                  <a:lnTo>
                    <a:pt x="9467" y="132"/>
                  </a:lnTo>
                  <a:lnTo>
                    <a:pt x="9166" y="79"/>
                  </a:lnTo>
                  <a:lnTo>
                    <a:pt x="8852" y="40"/>
                  </a:lnTo>
                  <a:lnTo>
                    <a:pt x="8552" y="14"/>
                  </a:lnTo>
                  <a:lnTo>
                    <a:pt x="82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8"/>
            <p:cNvSpPr/>
            <p:nvPr/>
          </p:nvSpPr>
          <p:spPr>
            <a:xfrm>
              <a:off x="4133275" y="1319475"/>
              <a:ext cx="206950" cy="164775"/>
            </a:xfrm>
            <a:custGeom>
              <a:avLst/>
              <a:gdLst/>
              <a:ahLst/>
              <a:cxnLst/>
              <a:rect l="l" t="t" r="r" b="b"/>
              <a:pathLst>
                <a:path w="8278" h="6591" extrusionOk="0">
                  <a:moveTo>
                    <a:pt x="4028" y="0"/>
                  </a:moveTo>
                  <a:lnTo>
                    <a:pt x="3793" y="13"/>
                  </a:lnTo>
                  <a:lnTo>
                    <a:pt x="3557" y="26"/>
                  </a:lnTo>
                  <a:lnTo>
                    <a:pt x="3335" y="66"/>
                  </a:lnTo>
                  <a:lnTo>
                    <a:pt x="3113" y="131"/>
                  </a:lnTo>
                  <a:lnTo>
                    <a:pt x="2890" y="196"/>
                  </a:lnTo>
                  <a:lnTo>
                    <a:pt x="2681" y="275"/>
                  </a:lnTo>
                  <a:lnTo>
                    <a:pt x="2485" y="366"/>
                  </a:lnTo>
                  <a:lnTo>
                    <a:pt x="2289" y="471"/>
                  </a:lnTo>
                  <a:lnTo>
                    <a:pt x="2093" y="589"/>
                  </a:lnTo>
                  <a:lnTo>
                    <a:pt x="1910" y="719"/>
                  </a:lnTo>
                  <a:lnTo>
                    <a:pt x="1740" y="863"/>
                  </a:lnTo>
                  <a:lnTo>
                    <a:pt x="1570" y="1020"/>
                  </a:lnTo>
                  <a:lnTo>
                    <a:pt x="1400" y="1177"/>
                  </a:lnTo>
                  <a:lnTo>
                    <a:pt x="1256" y="1360"/>
                  </a:lnTo>
                  <a:lnTo>
                    <a:pt x="1099" y="1530"/>
                  </a:lnTo>
                  <a:lnTo>
                    <a:pt x="968" y="1726"/>
                  </a:lnTo>
                  <a:lnTo>
                    <a:pt x="825" y="1922"/>
                  </a:lnTo>
                  <a:lnTo>
                    <a:pt x="707" y="2132"/>
                  </a:lnTo>
                  <a:lnTo>
                    <a:pt x="589" y="2341"/>
                  </a:lnTo>
                  <a:lnTo>
                    <a:pt x="485" y="2563"/>
                  </a:lnTo>
                  <a:lnTo>
                    <a:pt x="380" y="2785"/>
                  </a:lnTo>
                  <a:lnTo>
                    <a:pt x="288" y="3021"/>
                  </a:lnTo>
                  <a:lnTo>
                    <a:pt x="210" y="3256"/>
                  </a:lnTo>
                  <a:lnTo>
                    <a:pt x="145" y="3504"/>
                  </a:lnTo>
                  <a:lnTo>
                    <a:pt x="79" y="3753"/>
                  </a:lnTo>
                  <a:lnTo>
                    <a:pt x="27" y="4001"/>
                  </a:lnTo>
                  <a:lnTo>
                    <a:pt x="14" y="4093"/>
                  </a:lnTo>
                  <a:lnTo>
                    <a:pt x="1" y="4184"/>
                  </a:lnTo>
                  <a:lnTo>
                    <a:pt x="14" y="4276"/>
                  </a:lnTo>
                  <a:lnTo>
                    <a:pt x="27" y="4367"/>
                  </a:lnTo>
                  <a:lnTo>
                    <a:pt x="53" y="4446"/>
                  </a:lnTo>
                  <a:lnTo>
                    <a:pt x="79" y="4524"/>
                  </a:lnTo>
                  <a:lnTo>
                    <a:pt x="118" y="4590"/>
                  </a:lnTo>
                  <a:lnTo>
                    <a:pt x="171" y="4655"/>
                  </a:lnTo>
                  <a:lnTo>
                    <a:pt x="275" y="4773"/>
                  </a:lnTo>
                  <a:lnTo>
                    <a:pt x="406" y="4864"/>
                  </a:lnTo>
                  <a:lnTo>
                    <a:pt x="537" y="4943"/>
                  </a:lnTo>
                  <a:lnTo>
                    <a:pt x="694" y="4982"/>
                  </a:lnTo>
                  <a:lnTo>
                    <a:pt x="851" y="5008"/>
                  </a:lnTo>
                  <a:lnTo>
                    <a:pt x="1008" y="5008"/>
                  </a:lnTo>
                  <a:lnTo>
                    <a:pt x="1164" y="4969"/>
                  </a:lnTo>
                  <a:lnTo>
                    <a:pt x="1230" y="4943"/>
                  </a:lnTo>
                  <a:lnTo>
                    <a:pt x="1308" y="4917"/>
                  </a:lnTo>
                  <a:lnTo>
                    <a:pt x="1374" y="4864"/>
                  </a:lnTo>
                  <a:lnTo>
                    <a:pt x="1426" y="4825"/>
                  </a:lnTo>
                  <a:lnTo>
                    <a:pt x="1491" y="4760"/>
                  </a:lnTo>
                  <a:lnTo>
                    <a:pt x="1544" y="4694"/>
                  </a:lnTo>
                  <a:lnTo>
                    <a:pt x="1583" y="4629"/>
                  </a:lnTo>
                  <a:lnTo>
                    <a:pt x="1622" y="4550"/>
                  </a:lnTo>
                  <a:lnTo>
                    <a:pt x="1661" y="4459"/>
                  </a:lnTo>
                  <a:lnTo>
                    <a:pt x="1688" y="4367"/>
                  </a:lnTo>
                  <a:lnTo>
                    <a:pt x="1753" y="4054"/>
                  </a:lnTo>
                  <a:lnTo>
                    <a:pt x="1844" y="3740"/>
                  </a:lnTo>
                  <a:lnTo>
                    <a:pt x="1949" y="3439"/>
                  </a:lnTo>
                  <a:lnTo>
                    <a:pt x="2080" y="3151"/>
                  </a:lnTo>
                  <a:lnTo>
                    <a:pt x="2237" y="2877"/>
                  </a:lnTo>
                  <a:lnTo>
                    <a:pt x="2407" y="2628"/>
                  </a:lnTo>
                  <a:lnTo>
                    <a:pt x="2590" y="2393"/>
                  </a:lnTo>
                  <a:lnTo>
                    <a:pt x="2694" y="2275"/>
                  </a:lnTo>
                  <a:lnTo>
                    <a:pt x="2799" y="2184"/>
                  </a:lnTo>
                  <a:lnTo>
                    <a:pt x="2904" y="2092"/>
                  </a:lnTo>
                  <a:lnTo>
                    <a:pt x="3021" y="2001"/>
                  </a:lnTo>
                  <a:lnTo>
                    <a:pt x="3139" y="1922"/>
                  </a:lnTo>
                  <a:lnTo>
                    <a:pt x="3257" y="1857"/>
                  </a:lnTo>
                  <a:lnTo>
                    <a:pt x="3387" y="1805"/>
                  </a:lnTo>
                  <a:lnTo>
                    <a:pt x="3518" y="1752"/>
                  </a:lnTo>
                  <a:lnTo>
                    <a:pt x="3662" y="1713"/>
                  </a:lnTo>
                  <a:lnTo>
                    <a:pt x="3793" y="1687"/>
                  </a:lnTo>
                  <a:lnTo>
                    <a:pt x="3937" y="1674"/>
                  </a:lnTo>
                  <a:lnTo>
                    <a:pt x="4093" y="1674"/>
                  </a:lnTo>
                  <a:lnTo>
                    <a:pt x="4250" y="1687"/>
                  </a:lnTo>
                  <a:lnTo>
                    <a:pt x="4407" y="1713"/>
                  </a:lnTo>
                  <a:lnTo>
                    <a:pt x="4564" y="1739"/>
                  </a:lnTo>
                  <a:lnTo>
                    <a:pt x="4734" y="1792"/>
                  </a:lnTo>
                  <a:lnTo>
                    <a:pt x="4904" y="1857"/>
                  </a:lnTo>
                  <a:lnTo>
                    <a:pt x="5074" y="1948"/>
                  </a:lnTo>
                  <a:lnTo>
                    <a:pt x="5323" y="2079"/>
                  </a:lnTo>
                  <a:lnTo>
                    <a:pt x="5558" y="2236"/>
                  </a:lnTo>
                  <a:lnTo>
                    <a:pt x="5767" y="2406"/>
                  </a:lnTo>
                  <a:lnTo>
                    <a:pt x="5963" y="2589"/>
                  </a:lnTo>
                  <a:lnTo>
                    <a:pt x="6120" y="2785"/>
                  </a:lnTo>
                  <a:lnTo>
                    <a:pt x="6264" y="2994"/>
                  </a:lnTo>
                  <a:lnTo>
                    <a:pt x="6382" y="3204"/>
                  </a:lnTo>
                  <a:lnTo>
                    <a:pt x="6460" y="3426"/>
                  </a:lnTo>
                  <a:lnTo>
                    <a:pt x="6525" y="3661"/>
                  </a:lnTo>
                  <a:lnTo>
                    <a:pt x="6552" y="3897"/>
                  </a:lnTo>
                  <a:lnTo>
                    <a:pt x="6565" y="4132"/>
                  </a:lnTo>
                  <a:lnTo>
                    <a:pt x="6539" y="4381"/>
                  </a:lnTo>
                  <a:lnTo>
                    <a:pt x="6486" y="4629"/>
                  </a:lnTo>
                  <a:lnTo>
                    <a:pt x="6395" y="4890"/>
                  </a:lnTo>
                  <a:lnTo>
                    <a:pt x="6277" y="5139"/>
                  </a:lnTo>
                  <a:lnTo>
                    <a:pt x="6120" y="5400"/>
                  </a:lnTo>
                  <a:lnTo>
                    <a:pt x="6068" y="5479"/>
                  </a:lnTo>
                  <a:lnTo>
                    <a:pt x="6029" y="5570"/>
                  </a:lnTo>
                  <a:lnTo>
                    <a:pt x="6002" y="5649"/>
                  </a:lnTo>
                  <a:lnTo>
                    <a:pt x="5989" y="5727"/>
                  </a:lnTo>
                  <a:lnTo>
                    <a:pt x="5976" y="5806"/>
                  </a:lnTo>
                  <a:lnTo>
                    <a:pt x="5989" y="5884"/>
                  </a:lnTo>
                  <a:lnTo>
                    <a:pt x="6002" y="5963"/>
                  </a:lnTo>
                  <a:lnTo>
                    <a:pt x="6016" y="6028"/>
                  </a:lnTo>
                  <a:lnTo>
                    <a:pt x="6042" y="6106"/>
                  </a:lnTo>
                  <a:lnTo>
                    <a:pt x="6081" y="6172"/>
                  </a:lnTo>
                  <a:lnTo>
                    <a:pt x="6172" y="6290"/>
                  </a:lnTo>
                  <a:lnTo>
                    <a:pt x="6290" y="6394"/>
                  </a:lnTo>
                  <a:lnTo>
                    <a:pt x="6421" y="6473"/>
                  </a:lnTo>
                  <a:lnTo>
                    <a:pt x="6578" y="6538"/>
                  </a:lnTo>
                  <a:lnTo>
                    <a:pt x="6735" y="6577"/>
                  </a:lnTo>
                  <a:lnTo>
                    <a:pt x="6892" y="6590"/>
                  </a:lnTo>
                  <a:lnTo>
                    <a:pt x="7049" y="6577"/>
                  </a:lnTo>
                  <a:lnTo>
                    <a:pt x="7140" y="6551"/>
                  </a:lnTo>
                  <a:lnTo>
                    <a:pt x="7218" y="6525"/>
                  </a:lnTo>
                  <a:lnTo>
                    <a:pt x="7297" y="6499"/>
                  </a:lnTo>
                  <a:lnTo>
                    <a:pt x="7362" y="6446"/>
                  </a:lnTo>
                  <a:lnTo>
                    <a:pt x="7441" y="6394"/>
                  </a:lnTo>
                  <a:lnTo>
                    <a:pt x="7506" y="6342"/>
                  </a:lnTo>
                  <a:lnTo>
                    <a:pt x="7572" y="6263"/>
                  </a:lnTo>
                  <a:lnTo>
                    <a:pt x="7624" y="6185"/>
                  </a:lnTo>
                  <a:lnTo>
                    <a:pt x="7755" y="5976"/>
                  </a:lnTo>
                  <a:lnTo>
                    <a:pt x="7872" y="5767"/>
                  </a:lnTo>
                  <a:lnTo>
                    <a:pt x="7964" y="5557"/>
                  </a:lnTo>
                  <a:lnTo>
                    <a:pt x="8055" y="5335"/>
                  </a:lnTo>
                  <a:lnTo>
                    <a:pt x="8121" y="5126"/>
                  </a:lnTo>
                  <a:lnTo>
                    <a:pt x="8186" y="4904"/>
                  </a:lnTo>
                  <a:lnTo>
                    <a:pt x="8225" y="4681"/>
                  </a:lnTo>
                  <a:lnTo>
                    <a:pt x="8251" y="4472"/>
                  </a:lnTo>
                  <a:lnTo>
                    <a:pt x="8265" y="4250"/>
                  </a:lnTo>
                  <a:lnTo>
                    <a:pt x="8278" y="4027"/>
                  </a:lnTo>
                  <a:lnTo>
                    <a:pt x="8265" y="3818"/>
                  </a:lnTo>
                  <a:lnTo>
                    <a:pt x="8238" y="3596"/>
                  </a:lnTo>
                  <a:lnTo>
                    <a:pt x="8199" y="3387"/>
                  </a:lnTo>
                  <a:lnTo>
                    <a:pt x="8160" y="3178"/>
                  </a:lnTo>
                  <a:lnTo>
                    <a:pt x="8095" y="2968"/>
                  </a:lnTo>
                  <a:lnTo>
                    <a:pt x="8029" y="2772"/>
                  </a:lnTo>
                  <a:lnTo>
                    <a:pt x="7951" y="2563"/>
                  </a:lnTo>
                  <a:lnTo>
                    <a:pt x="7846" y="2367"/>
                  </a:lnTo>
                  <a:lnTo>
                    <a:pt x="7755" y="2184"/>
                  </a:lnTo>
                  <a:lnTo>
                    <a:pt x="7637" y="1988"/>
                  </a:lnTo>
                  <a:lnTo>
                    <a:pt x="7506" y="1818"/>
                  </a:lnTo>
                  <a:lnTo>
                    <a:pt x="7375" y="1635"/>
                  </a:lnTo>
                  <a:lnTo>
                    <a:pt x="7232" y="1465"/>
                  </a:lnTo>
                  <a:lnTo>
                    <a:pt x="7075" y="1308"/>
                  </a:lnTo>
                  <a:lnTo>
                    <a:pt x="6918" y="1151"/>
                  </a:lnTo>
                  <a:lnTo>
                    <a:pt x="6748" y="1007"/>
                  </a:lnTo>
                  <a:lnTo>
                    <a:pt x="6565" y="863"/>
                  </a:lnTo>
                  <a:lnTo>
                    <a:pt x="6382" y="732"/>
                  </a:lnTo>
                  <a:lnTo>
                    <a:pt x="6186" y="615"/>
                  </a:lnTo>
                  <a:lnTo>
                    <a:pt x="5976" y="497"/>
                  </a:lnTo>
                  <a:lnTo>
                    <a:pt x="5767" y="392"/>
                  </a:lnTo>
                  <a:lnTo>
                    <a:pt x="5545" y="301"/>
                  </a:lnTo>
                  <a:lnTo>
                    <a:pt x="5283" y="209"/>
                  </a:lnTo>
                  <a:lnTo>
                    <a:pt x="5022" y="131"/>
                  </a:lnTo>
                  <a:lnTo>
                    <a:pt x="4760" y="79"/>
                  </a:lnTo>
                  <a:lnTo>
                    <a:pt x="4512" y="26"/>
                  </a:lnTo>
                  <a:lnTo>
                    <a:pt x="4263" y="13"/>
                  </a:lnTo>
                  <a:lnTo>
                    <a:pt x="4028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8"/>
            <p:cNvSpPr/>
            <p:nvPr/>
          </p:nvSpPr>
          <p:spPr>
            <a:xfrm>
              <a:off x="4136550" y="5160100"/>
              <a:ext cx="87950" cy="160525"/>
            </a:xfrm>
            <a:custGeom>
              <a:avLst/>
              <a:gdLst/>
              <a:ahLst/>
              <a:cxnLst/>
              <a:rect l="l" t="t" r="r" b="b"/>
              <a:pathLst>
                <a:path w="3518" h="6421" extrusionOk="0">
                  <a:moveTo>
                    <a:pt x="2550" y="1"/>
                  </a:moveTo>
                  <a:lnTo>
                    <a:pt x="2459" y="14"/>
                  </a:lnTo>
                  <a:lnTo>
                    <a:pt x="2367" y="53"/>
                  </a:lnTo>
                  <a:lnTo>
                    <a:pt x="2289" y="92"/>
                  </a:lnTo>
                  <a:lnTo>
                    <a:pt x="2223" y="145"/>
                  </a:lnTo>
                  <a:lnTo>
                    <a:pt x="2210" y="171"/>
                  </a:lnTo>
                  <a:lnTo>
                    <a:pt x="2197" y="210"/>
                  </a:lnTo>
                  <a:lnTo>
                    <a:pt x="2158" y="563"/>
                  </a:lnTo>
                  <a:lnTo>
                    <a:pt x="2093" y="929"/>
                  </a:lnTo>
                  <a:lnTo>
                    <a:pt x="2027" y="1282"/>
                  </a:lnTo>
                  <a:lnTo>
                    <a:pt x="1936" y="1648"/>
                  </a:lnTo>
                  <a:lnTo>
                    <a:pt x="1844" y="2014"/>
                  </a:lnTo>
                  <a:lnTo>
                    <a:pt x="1740" y="2367"/>
                  </a:lnTo>
                  <a:lnTo>
                    <a:pt x="1622" y="2734"/>
                  </a:lnTo>
                  <a:lnTo>
                    <a:pt x="1491" y="3087"/>
                  </a:lnTo>
                  <a:lnTo>
                    <a:pt x="1347" y="3453"/>
                  </a:lnTo>
                  <a:lnTo>
                    <a:pt x="1203" y="3806"/>
                  </a:lnTo>
                  <a:lnTo>
                    <a:pt x="877" y="4538"/>
                  </a:lnTo>
                  <a:lnTo>
                    <a:pt x="524" y="5257"/>
                  </a:lnTo>
                  <a:lnTo>
                    <a:pt x="157" y="5976"/>
                  </a:lnTo>
                  <a:lnTo>
                    <a:pt x="79" y="6029"/>
                  </a:lnTo>
                  <a:lnTo>
                    <a:pt x="27" y="6094"/>
                  </a:lnTo>
                  <a:lnTo>
                    <a:pt x="14" y="6133"/>
                  </a:lnTo>
                  <a:lnTo>
                    <a:pt x="1" y="6172"/>
                  </a:lnTo>
                  <a:lnTo>
                    <a:pt x="14" y="6199"/>
                  </a:lnTo>
                  <a:lnTo>
                    <a:pt x="27" y="6238"/>
                  </a:lnTo>
                  <a:lnTo>
                    <a:pt x="14" y="6264"/>
                  </a:lnTo>
                  <a:lnTo>
                    <a:pt x="14" y="6290"/>
                  </a:lnTo>
                  <a:lnTo>
                    <a:pt x="27" y="6316"/>
                  </a:lnTo>
                  <a:lnTo>
                    <a:pt x="40" y="6342"/>
                  </a:lnTo>
                  <a:lnTo>
                    <a:pt x="92" y="6382"/>
                  </a:lnTo>
                  <a:lnTo>
                    <a:pt x="157" y="6408"/>
                  </a:lnTo>
                  <a:lnTo>
                    <a:pt x="236" y="6421"/>
                  </a:lnTo>
                  <a:lnTo>
                    <a:pt x="327" y="6408"/>
                  </a:lnTo>
                  <a:lnTo>
                    <a:pt x="419" y="6395"/>
                  </a:lnTo>
                  <a:lnTo>
                    <a:pt x="484" y="6355"/>
                  </a:lnTo>
                  <a:lnTo>
                    <a:pt x="694" y="6382"/>
                  </a:lnTo>
                  <a:lnTo>
                    <a:pt x="877" y="6395"/>
                  </a:lnTo>
                  <a:lnTo>
                    <a:pt x="1243" y="6395"/>
                  </a:lnTo>
                  <a:lnTo>
                    <a:pt x="1413" y="6382"/>
                  </a:lnTo>
                  <a:lnTo>
                    <a:pt x="1570" y="6355"/>
                  </a:lnTo>
                  <a:lnTo>
                    <a:pt x="1713" y="6329"/>
                  </a:lnTo>
                  <a:lnTo>
                    <a:pt x="1870" y="6290"/>
                  </a:lnTo>
                  <a:lnTo>
                    <a:pt x="2001" y="6251"/>
                  </a:lnTo>
                  <a:lnTo>
                    <a:pt x="2132" y="6199"/>
                  </a:lnTo>
                  <a:lnTo>
                    <a:pt x="2250" y="6146"/>
                  </a:lnTo>
                  <a:lnTo>
                    <a:pt x="2367" y="6081"/>
                  </a:lnTo>
                  <a:lnTo>
                    <a:pt x="2485" y="6016"/>
                  </a:lnTo>
                  <a:lnTo>
                    <a:pt x="2589" y="5937"/>
                  </a:lnTo>
                  <a:lnTo>
                    <a:pt x="2681" y="5859"/>
                  </a:lnTo>
                  <a:lnTo>
                    <a:pt x="2773" y="5767"/>
                  </a:lnTo>
                  <a:lnTo>
                    <a:pt x="2943" y="5571"/>
                  </a:lnTo>
                  <a:lnTo>
                    <a:pt x="3073" y="5362"/>
                  </a:lnTo>
                  <a:lnTo>
                    <a:pt x="3191" y="5139"/>
                  </a:lnTo>
                  <a:lnTo>
                    <a:pt x="3296" y="4904"/>
                  </a:lnTo>
                  <a:lnTo>
                    <a:pt x="3374" y="4643"/>
                  </a:lnTo>
                  <a:lnTo>
                    <a:pt x="3439" y="4381"/>
                  </a:lnTo>
                  <a:lnTo>
                    <a:pt x="3479" y="4106"/>
                  </a:lnTo>
                  <a:lnTo>
                    <a:pt x="3505" y="3832"/>
                  </a:lnTo>
                  <a:lnTo>
                    <a:pt x="3518" y="3544"/>
                  </a:lnTo>
                  <a:lnTo>
                    <a:pt x="3518" y="3257"/>
                  </a:lnTo>
                  <a:lnTo>
                    <a:pt x="3505" y="2969"/>
                  </a:lnTo>
                  <a:lnTo>
                    <a:pt x="3479" y="2681"/>
                  </a:lnTo>
                  <a:lnTo>
                    <a:pt x="3452" y="2407"/>
                  </a:lnTo>
                  <a:lnTo>
                    <a:pt x="3400" y="2119"/>
                  </a:lnTo>
                  <a:lnTo>
                    <a:pt x="3361" y="1857"/>
                  </a:lnTo>
                  <a:lnTo>
                    <a:pt x="3296" y="1596"/>
                  </a:lnTo>
                  <a:lnTo>
                    <a:pt x="3178" y="1099"/>
                  </a:lnTo>
                  <a:lnTo>
                    <a:pt x="3034" y="681"/>
                  </a:lnTo>
                  <a:lnTo>
                    <a:pt x="2903" y="328"/>
                  </a:lnTo>
                  <a:lnTo>
                    <a:pt x="2838" y="197"/>
                  </a:lnTo>
                  <a:lnTo>
                    <a:pt x="2773" y="79"/>
                  </a:lnTo>
                  <a:lnTo>
                    <a:pt x="2746" y="53"/>
                  </a:lnTo>
                  <a:lnTo>
                    <a:pt x="2720" y="40"/>
                  </a:lnTo>
                  <a:lnTo>
                    <a:pt x="2642" y="14"/>
                  </a:lnTo>
                  <a:lnTo>
                    <a:pt x="2550" y="1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8"/>
            <p:cNvSpPr/>
            <p:nvPr/>
          </p:nvSpPr>
          <p:spPr>
            <a:xfrm>
              <a:off x="4322225" y="5130025"/>
              <a:ext cx="87950" cy="160525"/>
            </a:xfrm>
            <a:custGeom>
              <a:avLst/>
              <a:gdLst/>
              <a:ahLst/>
              <a:cxnLst/>
              <a:rect l="l" t="t" r="r" b="b"/>
              <a:pathLst>
                <a:path w="3518" h="6421" extrusionOk="0">
                  <a:moveTo>
                    <a:pt x="2550" y="1"/>
                  </a:moveTo>
                  <a:lnTo>
                    <a:pt x="2459" y="14"/>
                  </a:lnTo>
                  <a:lnTo>
                    <a:pt x="2354" y="53"/>
                  </a:lnTo>
                  <a:lnTo>
                    <a:pt x="2276" y="92"/>
                  </a:lnTo>
                  <a:lnTo>
                    <a:pt x="2223" y="145"/>
                  </a:lnTo>
                  <a:lnTo>
                    <a:pt x="2197" y="171"/>
                  </a:lnTo>
                  <a:lnTo>
                    <a:pt x="2197" y="210"/>
                  </a:lnTo>
                  <a:lnTo>
                    <a:pt x="2145" y="563"/>
                  </a:lnTo>
                  <a:lnTo>
                    <a:pt x="2093" y="929"/>
                  </a:lnTo>
                  <a:lnTo>
                    <a:pt x="2014" y="1282"/>
                  </a:lnTo>
                  <a:lnTo>
                    <a:pt x="1936" y="1648"/>
                  </a:lnTo>
                  <a:lnTo>
                    <a:pt x="1844" y="2001"/>
                  </a:lnTo>
                  <a:lnTo>
                    <a:pt x="1726" y="2367"/>
                  </a:lnTo>
                  <a:lnTo>
                    <a:pt x="1609" y="2734"/>
                  </a:lnTo>
                  <a:lnTo>
                    <a:pt x="1478" y="3087"/>
                  </a:lnTo>
                  <a:lnTo>
                    <a:pt x="1347" y="3453"/>
                  </a:lnTo>
                  <a:lnTo>
                    <a:pt x="1203" y="3806"/>
                  </a:lnTo>
                  <a:lnTo>
                    <a:pt x="877" y="4525"/>
                  </a:lnTo>
                  <a:lnTo>
                    <a:pt x="523" y="5257"/>
                  </a:lnTo>
                  <a:lnTo>
                    <a:pt x="144" y="5976"/>
                  </a:lnTo>
                  <a:lnTo>
                    <a:pt x="66" y="6029"/>
                  </a:lnTo>
                  <a:lnTo>
                    <a:pt x="14" y="6094"/>
                  </a:lnTo>
                  <a:lnTo>
                    <a:pt x="0" y="6133"/>
                  </a:lnTo>
                  <a:lnTo>
                    <a:pt x="0" y="6172"/>
                  </a:lnTo>
                  <a:lnTo>
                    <a:pt x="0" y="6199"/>
                  </a:lnTo>
                  <a:lnTo>
                    <a:pt x="27" y="6238"/>
                  </a:lnTo>
                  <a:lnTo>
                    <a:pt x="14" y="6264"/>
                  </a:lnTo>
                  <a:lnTo>
                    <a:pt x="14" y="6290"/>
                  </a:lnTo>
                  <a:lnTo>
                    <a:pt x="27" y="6316"/>
                  </a:lnTo>
                  <a:lnTo>
                    <a:pt x="40" y="6342"/>
                  </a:lnTo>
                  <a:lnTo>
                    <a:pt x="92" y="6382"/>
                  </a:lnTo>
                  <a:lnTo>
                    <a:pt x="157" y="6408"/>
                  </a:lnTo>
                  <a:lnTo>
                    <a:pt x="236" y="6421"/>
                  </a:lnTo>
                  <a:lnTo>
                    <a:pt x="327" y="6408"/>
                  </a:lnTo>
                  <a:lnTo>
                    <a:pt x="406" y="6395"/>
                  </a:lnTo>
                  <a:lnTo>
                    <a:pt x="484" y="6356"/>
                  </a:lnTo>
                  <a:lnTo>
                    <a:pt x="680" y="6382"/>
                  </a:lnTo>
                  <a:lnTo>
                    <a:pt x="877" y="6395"/>
                  </a:lnTo>
                  <a:lnTo>
                    <a:pt x="1243" y="6395"/>
                  </a:lnTo>
                  <a:lnTo>
                    <a:pt x="1400" y="6382"/>
                  </a:lnTo>
                  <a:lnTo>
                    <a:pt x="1570" y="6356"/>
                  </a:lnTo>
                  <a:lnTo>
                    <a:pt x="1713" y="6329"/>
                  </a:lnTo>
                  <a:lnTo>
                    <a:pt x="1857" y="6290"/>
                  </a:lnTo>
                  <a:lnTo>
                    <a:pt x="2001" y="6251"/>
                  </a:lnTo>
                  <a:lnTo>
                    <a:pt x="2132" y="6199"/>
                  </a:lnTo>
                  <a:lnTo>
                    <a:pt x="2249" y="6146"/>
                  </a:lnTo>
                  <a:lnTo>
                    <a:pt x="2367" y="6081"/>
                  </a:lnTo>
                  <a:lnTo>
                    <a:pt x="2485" y="6016"/>
                  </a:lnTo>
                  <a:lnTo>
                    <a:pt x="2576" y="5937"/>
                  </a:lnTo>
                  <a:lnTo>
                    <a:pt x="2681" y="5859"/>
                  </a:lnTo>
                  <a:lnTo>
                    <a:pt x="2772" y="5767"/>
                  </a:lnTo>
                  <a:lnTo>
                    <a:pt x="2929" y="5571"/>
                  </a:lnTo>
                  <a:lnTo>
                    <a:pt x="3073" y="5362"/>
                  </a:lnTo>
                  <a:lnTo>
                    <a:pt x="3191" y="5139"/>
                  </a:lnTo>
                  <a:lnTo>
                    <a:pt x="3295" y="4904"/>
                  </a:lnTo>
                  <a:lnTo>
                    <a:pt x="3374" y="4643"/>
                  </a:lnTo>
                  <a:lnTo>
                    <a:pt x="3426" y="4381"/>
                  </a:lnTo>
                  <a:lnTo>
                    <a:pt x="3479" y="4107"/>
                  </a:lnTo>
                  <a:lnTo>
                    <a:pt x="3505" y="3832"/>
                  </a:lnTo>
                  <a:lnTo>
                    <a:pt x="3518" y="3544"/>
                  </a:lnTo>
                  <a:lnTo>
                    <a:pt x="3518" y="3257"/>
                  </a:lnTo>
                  <a:lnTo>
                    <a:pt x="3505" y="2969"/>
                  </a:lnTo>
                  <a:lnTo>
                    <a:pt x="3479" y="2681"/>
                  </a:lnTo>
                  <a:lnTo>
                    <a:pt x="3439" y="2407"/>
                  </a:lnTo>
                  <a:lnTo>
                    <a:pt x="3400" y="2119"/>
                  </a:lnTo>
                  <a:lnTo>
                    <a:pt x="3348" y="1858"/>
                  </a:lnTo>
                  <a:lnTo>
                    <a:pt x="3295" y="1596"/>
                  </a:lnTo>
                  <a:lnTo>
                    <a:pt x="3165" y="1099"/>
                  </a:lnTo>
                  <a:lnTo>
                    <a:pt x="3034" y="681"/>
                  </a:lnTo>
                  <a:lnTo>
                    <a:pt x="2890" y="328"/>
                  </a:lnTo>
                  <a:lnTo>
                    <a:pt x="2825" y="197"/>
                  </a:lnTo>
                  <a:lnTo>
                    <a:pt x="2759" y="79"/>
                  </a:lnTo>
                  <a:lnTo>
                    <a:pt x="2746" y="53"/>
                  </a:lnTo>
                  <a:lnTo>
                    <a:pt x="2720" y="40"/>
                  </a:lnTo>
                  <a:lnTo>
                    <a:pt x="2642" y="14"/>
                  </a:lnTo>
                  <a:lnTo>
                    <a:pt x="2550" y="1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8"/>
            <p:cNvSpPr/>
            <p:nvPr/>
          </p:nvSpPr>
          <p:spPr>
            <a:xfrm>
              <a:off x="3923425" y="5133950"/>
              <a:ext cx="83050" cy="171975"/>
            </a:xfrm>
            <a:custGeom>
              <a:avLst/>
              <a:gdLst/>
              <a:ahLst/>
              <a:cxnLst/>
              <a:rect l="l" t="t" r="r" b="b"/>
              <a:pathLst>
                <a:path w="3322" h="6879" extrusionOk="0">
                  <a:moveTo>
                    <a:pt x="2550" y="1"/>
                  </a:moveTo>
                  <a:lnTo>
                    <a:pt x="2458" y="14"/>
                  </a:lnTo>
                  <a:lnTo>
                    <a:pt x="2354" y="53"/>
                  </a:lnTo>
                  <a:lnTo>
                    <a:pt x="2275" y="92"/>
                  </a:lnTo>
                  <a:lnTo>
                    <a:pt x="2223" y="145"/>
                  </a:lnTo>
                  <a:lnTo>
                    <a:pt x="2210" y="171"/>
                  </a:lnTo>
                  <a:lnTo>
                    <a:pt x="2197" y="197"/>
                  </a:lnTo>
                  <a:lnTo>
                    <a:pt x="2145" y="563"/>
                  </a:lnTo>
                  <a:lnTo>
                    <a:pt x="2092" y="929"/>
                  </a:lnTo>
                  <a:lnTo>
                    <a:pt x="2014" y="1282"/>
                  </a:lnTo>
                  <a:lnTo>
                    <a:pt x="1935" y="1648"/>
                  </a:lnTo>
                  <a:lnTo>
                    <a:pt x="1844" y="2001"/>
                  </a:lnTo>
                  <a:lnTo>
                    <a:pt x="1726" y="2367"/>
                  </a:lnTo>
                  <a:lnTo>
                    <a:pt x="1609" y="2733"/>
                  </a:lnTo>
                  <a:lnTo>
                    <a:pt x="1491" y="3087"/>
                  </a:lnTo>
                  <a:lnTo>
                    <a:pt x="1347" y="3453"/>
                  </a:lnTo>
                  <a:lnTo>
                    <a:pt x="1203" y="3806"/>
                  </a:lnTo>
                  <a:lnTo>
                    <a:pt x="876" y="4525"/>
                  </a:lnTo>
                  <a:lnTo>
                    <a:pt x="523" y="5257"/>
                  </a:lnTo>
                  <a:lnTo>
                    <a:pt x="144" y="5976"/>
                  </a:lnTo>
                  <a:lnTo>
                    <a:pt x="66" y="6029"/>
                  </a:lnTo>
                  <a:lnTo>
                    <a:pt x="26" y="6094"/>
                  </a:lnTo>
                  <a:lnTo>
                    <a:pt x="13" y="6133"/>
                  </a:lnTo>
                  <a:lnTo>
                    <a:pt x="0" y="6172"/>
                  </a:lnTo>
                  <a:lnTo>
                    <a:pt x="13" y="6199"/>
                  </a:lnTo>
                  <a:lnTo>
                    <a:pt x="26" y="6225"/>
                  </a:lnTo>
                  <a:lnTo>
                    <a:pt x="13" y="6264"/>
                  </a:lnTo>
                  <a:lnTo>
                    <a:pt x="13" y="6290"/>
                  </a:lnTo>
                  <a:lnTo>
                    <a:pt x="26" y="6316"/>
                  </a:lnTo>
                  <a:lnTo>
                    <a:pt x="39" y="6342"/>
                  </a:lnTo>
                  <a:lnTo>
                    <a:pt x="92" y="6382"/>
                  </a:lnTo>
                  <a:lnTo>
                    <a:pt x="157" y="6408"/>
                  </a:lnTo>
                  <a:lnTo>
                    <a:pt x="236" y="6421"/>
                  </a:lnTo>
                  <a:lnTo>
                    <a:pt x="327" y="6408"/>
                  </a:lnTo>
                  <a:lnTo>
                    <a:pt x="406" y="6395"/>
                  </a:lnTo>
                  <a:lnTo>
                    <a:pt x="484" y="6355"/>
                  </a:lnTo>
                  <a:lnTo>
                    <a:pt x="654" y="6473"/>
                  </a:lnTo>
                  <a:lnTo>
                    <a:pt x="824" y="6565"/>
                  </a:lnTo>
                  <a:lnTo>
                    <a:pt x="981" y="6656"/>
                  </a:lnTo>
                  <a:lnTo>
                    <a:pt x="1138" y="6722"/>
                  </a:lnTo>
                  <a:lnTo>
                    <a:pt x="1282" y="6774"/>
                  </a:lnTo>
                  <a:lnTo>
                    <a:pt x="1425" y="6826"/>
                  </a:lnTo>
                  <a:lnTo>
                    <a:pt x="1556" y="6852"/>
                  </a:lnTo>
                  <a:lnTo>
                    <a:pt x="1687" y="6865"/>
                  </a:lnTo>
                  <a:lnTo>
                    <a:pt x="1805" y="6878"/>
                  </a:lnTo>
                  <a:lnTo>
                    <a:pt x="1922" y="6865"/>
                  </a:lnTo>
                  <a:lnTo>
                    <a:pt x="2040" y="6852"/>
                  </a:lnTo>
                  <a:lnTo>
                    <a:pt x="2145" y="6826"/>
                  </a:lnTo>
                  <a:lnTo>
                    <a:pt x="2236" y="6787"/>
                  </a:lnTo>
                  <a:lnTo>
                    <a:pt x="2341" y="6735"/>
                  </a:lnTo>
                  <a:lnTo>
                    <a:pt x="2432" y="6682"/>
                  </a:lnTo>
                  <a:lnTo>
                    <a:pt x="2511" y="6617"/>
                  </a:lnTo>
                  <a:lnTo>
                    <a:pt x="2589" y="6538"/>
                  </a:lnTo>
                  <a:lnTo>
                    <a:pt x="2668" y="6447"/>
                  </a:lnTo>
                  <a:lnTo>
                    <a:pt x="2733" y="6355"/>
                  </a:lnTo>
                  <a:lnTo>
                    <a:pt x="2798" y="6251"/>
                  </a:lnTo>
                  <a:lnTo>
                    <a:pt x="2916" y="6029"/>
                  </a:lnTo>
                  <a:lnTo>
                    <a:pt x="3021" y="5780"/>
                  </a:lnTo>
                  <a:lnTo>
                    <a:pt x="3112" y="5506"/>
                  </a:lnTo>
                  <a:lnTo>
                    <a:pt x="3178" y="5218"/>
                  </a:lnTo>
                  <a:lnTo>
                    <a:pt x="3230" y="4904"/>
                  </a:lnTo>
                  <a:lnTo>
                    <a:pt x="3269" y="4577"/>
                  </a:lnTo>
                  <a:lnTo>
                    <a:pt x="3295" y="4250"/>
                  </a:lnTo>
                  <a:lnTo>
                    <a:pt x="3321" y="3910"/>
                  </a:lnTo>
                  <a:lnTo>
                    <a:pt x="3321" y="3557"/>
                  </a:lnTo>
                  <a:lnTo>
                    <a:pt x="3321" y="3217"/>
                  </a:lnTo>
                  <a:lnTo>
                    <a:pt x="3308" y="2864"/>
                  </a:lnTo>
                  <a:lnTo>
                    <a:pt x="3282" y="2524"/>
                  </a:lnTo>
                  <a:lnTo>
                    <a:pt x="3243" y="2197"/>
                  </a:lnTo>
                  <a:lnTo>
                    <a:pt x="3204" y="1870"/>
                  </a:lnTo>
                  <a:lnTo>
                    <a:pt x="3112" y="1269"/>
                  </a:lnTo>
                  <a:lnTo>
                    <a:pt x="3060" y="1007"/>
                  </a:lnTo>
                  <a:lnTo>
                    <a:pt x="3008" y="759"/>
                  </a:lnTo>
                  <a:lnTo>
                    <a:pt x="2955" y="537"/>
                  </a:lnTo>
                  <a:lnTo>
                    <a:pt x="2890" y="354"/>
                  </a:lnTo>
                  <a:lnTo>
                    <a:pt x="2825" y="197"/>
                  </a:lnTo>
                  <a:lnTo>
                    <a:pt x="2772" y="79"/>
                  </a:lnTo>
                  <a:lnTo>
                    <a:pt x="2746" y="53"/>
                  </a:lnTo>
                  <a:lnTo>
                    <a:pt x="2720" y="40"/>
                  </a:lnTo>
                  <a:lnTo>
                    <a:pt x="2642" y="14"/>
                  </a:lnTo>
                  <a:lnTo>
                    <a:pt x="2550" y="1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8"/>
            <p:cNvSpPr/>
            <p:nvPr/>
          </p:nvSpPr>
          <p:spPr>
            <a:xfrm>
              <a:off x="5139775" y="5120225"/>
              <a:ext cx="87950" cy="160200"/>
            </a:xfrm>
            <a:custGeom>
              <a:avLst/>
              <a:gdLst/>
              <a:ahLst/>
              <a:cxnLst/>
              <a:rect l="l" t="t" r="r" b="b"/>
              <a:pathLst>
                <a:path w="3518" h="6408" extrusionOk="0">
                  <a:moveTo>
                    <a:pt x="2550" y="0"/>
                  </a:moveTo>
                  <a:lnTo>
                    <a:pt x="2459" y="14"/>
                  </a:lnTo>
                  <a:lnTo>
                    <a:pt x="2354" y="40"/>
                  </a:lnTo>
                  <a:lnTo>
                    <a:pt x="2276" y="79"/>
                  </a:lnTo>
                  <a:lnTo>
                    <a:pt x="2223" y="131"/>
                  </a:lnTo>
                  <a:lnTo>
                    <a:pt x="2197" y="157"/>
                  </a:lnTo>
                  <a:lnTo>
                    <a:pt x="2197" y="197"/>
                  </a:lnTo>
                  <a:lnTo>
                    <a:pt x="2145" y="563"/>
                  </a:lnTo>
                  <a:lnTo>
                    <a:pt x="2093" y="916"/>
                  </a:lnTo>
                  <a:lnTo>
                    <a:pt x="2014" y="1282"/>
                  </a:lnTo>
                  <a:lnTo>
                    <a:pt x="1936" y="1635"/>
                  </a:lnTo>
                  <a:lnTo>
                    <a:pt x="1844" y="2001"/>
                  </a:lnTo>
                  <a:lnTo>
                    <a:pt x="1726" y="2354"/>
                  </a:lnTo>
                  <a:lnTo>
                    <a:pt x="1609" y="2720"/>
                  </a:lnTo>
                  <a:lnTo>
                    <a:pt x="1478" y="3073"/>
                  </a:lnTo>
                  <a:lnTo>
                    <a:pt x="1347" y="3439"/>
                  </a:lnTo>
                  <a:lnTo>
                    <a:pt x="1190" y="3806"/>
                  </a:lnTo>
                  <a:lnTo>
                    <a:pt x="877" y="4525"/>
                  </a:lnTo>
                  <a:lnTo>
                    <a:pt x="524" y="5244"/>
                  </a:lnTo>
                  <a:lnTo>
                    <a:pt x="144" y="5976"/>
                  </a:lnTo>
                  <a:lnTo>
                    <a:pt x="66" y="6028"/>
                  </a:lnTo>
                  <a:lnTo>
                    <a:pt x="14" y="6094"/>
                  </a:lnTo>
                  <a:lnTo>
                    <a:pt x="0" y="6120"/>
                  </a:lnTo>
                  <a:lnTo>
                    <a:pt x="0" y="6159"/>
                  </a:lnTo>
                  <a:lnTo>
                    <a:pt x="0" y="6185"/>
                  </a:lnTo>
                  <a:lnTo>
                    <a:pt x="27" y="6224"/>
                  </a:lnTo>
                  <a:lnTo>
                    <a:pt x="14" y="6251"/>
                  </a:lnTo>
                  <a:lnTo>
                    <a:pt x="14" y="6290"/>
                  </a:lnTo>
                  <a:lnTo>
                    <a:pt x="27" y="6316"/>
                  </a:lnTo>
                  <a:lnTo>
                    <a:pt x="40" y="6329"/>
                  </a:lnTo>
                  <a:lnTo>
                    <a:pt x="92" y="6368"/>
                  </a:lnTo>
                  <a:lnTo>
                    <a:pt x="157" y="6394"/>
                  </a:lnTo>
                  <a:lnTo>
                    <a:pt x="236" y="6408"/>
                  </a:lnTo>
                  <a:lnTo>
                    <a:pt x="327" y="6408"/>
                  </a:lnTo>
                  <a:lnTo>
                    <a:pt x="406" y="6381"/>
                  </a:lnTo>
                  <a:lnTo>
                    <a:pt x="484" y="6342"/>
                  </a:lnTo>
                  <a:lnTo>
                    <a:pt x="680" y="6368"/>
                  </a:lnTo>
                  <a:lnTo>
                    <a:pt x="877" y="6381"/>
                  </a:lnTo>
                  <a:lnTo>
                    <a:pt x="1230" y="6381"/>
                  </a:lnTo>
                  <a:lnTo>
                    <a:pt x="1400" y="6368"/>
                  </a:lnTo>
                  <a:lnTo>
                    <a:pt x="1556" y="6355"/>
                  </a:lnTo>
                  <a:lnTo>
                    <a:pt x="1713" y="6316"/>
                  </a:lnTo>
                  <a:lnTo>
                    <a:pt x="1857" y="6290"/>
                  </a:lnTo>
                  <a:lnTo>
                    <a:pt x="2001" y="6238"/>
                  </a:lnTo>
                  <a:lnTo>
                    <a:pt x="2132" y="6185"/>
                  </a:lnTo>
                  <a:lnTo>
                    <a:pt x="2249" y="6133"/>
                  </a:lnTo>
                  <a:lnTo>
                    <a:pt x="2367" y="6068"/>
                  </a:lnTo>
                  <a:lnTo>
                    <a:pt x="2472" y="6002"/>
                  </a:lnTo>
                  <a:lnTo>
                    <a:pt x="2576" y="5924"/>
                  </a:lnTo>
                  <a:lnTo>
                    <a:pt x="2681" y="5845"/>
                  </a:lnTo>
                  <a:lnTo>
                    <a:pt x="2773" y="5754"/>
                  </a:lnTo>
                  <a:lnTo>
                    <a:pt x="2929" y="5571"/>
                  </a:lnTo>
                  <a:lnTo>
                    <a:pt x="3073" y="5362"/>
                  </a:lnTo>
                  <a:lnTo>
                    <a:pt x="3191" y="5139"/>
                  </a:lnTo>
                  <a:lnTo>
                    <a:pt x="3296" y="4891"/>
                  </a:lnTo>
                  <a:lnTo>
                    <a:pt x="3374" y="4642"/>
                  </a:lnTo>
                  <a:lnTo>
                    <a:pt x="3426" y="4381"/>
                  </a:lnTo>
                  <a:lnTo>
                    <a:pt x="3479" y="4106"/>
                  </a:lnTo>
                  <a:lnTo>
                    <a:pt x="3505" y="3819"/>
                  </a:lnTo>
                  <a:lnTo>
                    <a:pt x="3518" y="3531"/>
                  </a:lnTo>
                  <a:lnTo>
                    <a:pt x="3518" y="3243"/>
                  </a:lnTo>
                  <a:lnTo>
                    <a:pt x="3505" y="2956"/>
                  </a:lnTo>
                  <a:lnTo>
                    <a:pt x="3479" y="2681"/>
                  </a:lnTo>
                  <a:lnTo>
                    <a:pt x="3439" y="2393"/>
                  </a:lnTo>
                  <a:lnTo>
                    <a:pt x="3400" y="2119"/>
                  </a:lnTo>
                  <a:lnTo>
                    <a:pt x="3348" y="1844"/>
                  </a:lnTo>
                  <a:lnTo>
                    <a:pt x="3296" y="1583"/>
                  </a:lnTo>
                  <a:lnTo>
                    <a:pt x="3165" y="1099"/>
                  </a:lnTo>
                  <a:lnTo>
                    <a:pt x="3034" y="667"/>
                  </a:lnTo>
                  <a:lnTo>
                    <a:pt x="2890" y="327"/>
                  </a:lnTo>
                  <a:lnTo>
                    <a:pt x="2825" y="184"/>
                  </a:lnTo>
                  <a:lnTo>
                    <a:pt x="2759" y="66"/>
                  </a:lnTo>
                  <a:lnTo>
                    <a:pt x="2746" y="40"/>
                  </a:lnTo>
                  <a:lnTo>
                    <a:pt x="2720" y="27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8"/>
            <p:cNvSpPr/>
            <p:nvPr/>
          </p:nvSpPr>
          <p:spPr>
            <a:xfrm>
              <a:off x="5325450" y="5090150"/>
              <a:ext cx="87625" cy="160200"/>
            </a:xfrm>
            <a:custGeom>
              <a:avLst/>
              <a:gdLst/>
              <a:ahLst/>
              <a:cxnLst/>
              <a:rect l="l" t="t" r="r" b="b"/>
              <a:pathLst>
                <a:path w="3505" h="6408" extrusionOk="0">
                  <a:moveTo>
                    <a:pt x="2550" y="1"/>
                  </a:moveTo>
                  <a:lnTo>
                    <a:pt x="2446" y="14"/>
                  </a:lnTo>
                  <a:lnTo>
                    <a:pt x="2354" y="40"/>
                  </a:lnTo>
                  <a:lnTo>
                    <a:pt x="2276" y="79"/>
                  </a:lnTo>
                  <a:lnTo>
                    <a:pt x="2210" y="131"/>
                  </a:lnTo>
                  <a:lnTo>
                    <a:pt x="2197" y="157"/>
                  </a:lnTo>
                  <a:lnTo>
                    <a:pt x="2184" y="197"/>
                  </a:lnTo>
                  <a:lnTo>
                    <a:pt x="2145" y="550"/>
                  </a:lnTo>
                  <a:lnTo>
                    <a:pt x="2093" y="916"/>
                  </a:lnTo>
                  <a:lnTo>
                    <a:pt x="2014" y="1282"/>
                  </a:lnTo>
                  <a:lnTo>
                    <a:pt x="1936" y="1635"/>
                  </a:lnTo>
                  <a:lnTo>
                    <a:pt x="1831" y="2001"/>
                  </a:lnTo>
                  <a:lnTo>
                    <a:pt x="1726" y="2354"/>
                  </a:lnTo>
                  <a:lnTo>
                    <a:pt x="1609" y="2720"/>
                  </a:lnTo>
                  <a:lnTo>
                    <a:pt x="1478" y="3073"/>
                  </a:lnTo>
                  <a:lnTo>
                    <a:pt x="1334" y="3439"/>
                  </a:lnTo>
                  <a:lnTo>
                    <a:pt x="1190" y="3806"/>
                  </a:lnTo>
                  <a:lnTo>
                    <a:pt x="876" y="4525"/>
                  </a:lnTo>
                  <a:lnTo>
                    <a:pt x="523" y="5244"/>
                  </a:lnTo>
                  <a:lnTo>
                    <a:pt x="144" y="5976"/>
                  </a:lnTo>
                  <a:lnTo>
                    <a:pt x="66" y="6028"/>
                  </a:lnTo>
                  <a:lnTo>
                    <a:pt x="14" y="6094"/>
                  </a:lnTo>
                  <a:lnTo>
                    <a:pt x="0" y="6120"/>
                  </a:lnTo>
                  <a:lnTo>
                    <a:pt x="0" y="6159"/>
                  </a:lnTo>
                  <a:lnTo>
                    <a:pt x="0" y="6185"/>
                  </a:lnTo>
                  <a:lnTo>
                    <a:pt x="14" y="6225"/>
                  </a:lnTo>
                  <a:lnTo>
                    <a:pt x="14" y="6251"/>
                  </a:lnTo>
                  <a:lnTo>
                    <a:pt x="14" y="6277"/>
                  </a:lnTo>
                  <a:lnTo>
                    <a:pt x="14" y="6316"/>
                  </a:lnTo>
                  <a:lnTo>
                    <a:pt x="40" y="6329"/>
                  </a:lnTo>
                  <a:lnTo>
                    <a:pt x="79" y="6368"/>
                  </a:lnTo>
                  <a:lnTo>
                    <a:pt x="157" y="6395"/>
                  </a:lnTo>
                  <a:lnTo>
                    <a:pt x="236" y="6408"/>
                  </a:lnTo>
                  <a:lnTo>
                    <a:pt x="314" y="6408"/>
                  </a:lnTo>
                  <a:lnTo>
                    <a:pt x="406" y="6381"/>
                  </a:lnTo>
                  <a:lnTo>
                    <a:pt x="484" y="6342"/>
                  </a:lnTo>
                  <a:lnTo>
                    <a:pt x="680" y="6368"/>
                  </a:lnTo>
                  <a:lnTo>
                    <a:pt x="876" y="6381"/>
                  </a:lnTo>
                  <a:lnTo>
                    <a:pt x="1230" y="6381"/>
                  </a:lnTo>
                  <a:lnTo>
                    <a:pt x="1400" y="6368"/>
                  </a:lnTo>
                  <a:lnTo>
                    <a:pt x="1556" y="6355"/>
                  </a:lnTo>
                  <a:lnTo>
                    <a:pt x="1713" y="6316"/>
                  </a:lnTo>
                  <a:lnTo>
                    <a:pt x="1857" y="6290"/>
                  </a:lnTo>
                  <a:lnTo>
                    <a:pt x="1988" y="6238"/>
                  </a:lnTo>
                  <a:lnTo>
                    <a:pt x="2119" y="6185"/>
                  </a:lnTo>
                  <a:lnTo>
                    <a:pt x="2249" y="6133"/>
                  </a:lnTo>
                  <a:lnTo>
                    <a:pt x="2367" y="6068"/>
                  </a:lnTo>
                  <a:lnTo>
                    <a:pt x="2472" y="6002"/>
                  </a:lnTo>
                  <a:lnTo>
                    <a:pt x="2576" y="5924"/>
                  </a:lnTo>
                  <a:lnTo>
                    <a:pt x="2668" y="5845"/>
                  </a:lnTo>
                  <a:lnTo>
                    <a:pt x="2759" y="5754"/>
                  </a:lnTo>
                  <a:lnTo>
                    <a:pt x="2929" y="5571"/>
                  </a:lnTo>
                  <a:lnTo>
                    <a:pt x="3073" y="5362"/>
                  </a:lnTo>
                  <a:lnTo>
                    <a:pt x="3191" y="5126"/>
                  </a:lnTo>
                  <a:lnTo>
                    <a:pt x="3282" y="4891"/>
                  </a:lnTo>
                  <a:lnTo>
                    <a:pt x="3361" y="4642"/>
                  </a:lnTo>
                  <a:lnTo>
                    <a:pt x="3426" y="4368"/>
                  </a:lnTo>
                  <a:lnTo>
                    <a:pt x="3465" y="4106"/>
                  </a:lnTo>
                  <a:lnTo>
                    <a:pt x="3492" y="3819"/>
                  </a:lnTo>
                  <a:lnTo>
                    <a:pt x="3505" y="3531"/>
                  </a:lnTo>
                  <a:lnTo>
                    <a:pt x="3505" y="3243"/>
                  </a:lnTo>
                  <a:lnTo>
                    <a:pt x="3492" y="2956"/>
                  </a:lnTo>
                  <a:lnTo>
                    <a:pt x="3479" y="2668"/>
                  </a:lnTo>
                  <a:lnTo>
                    <a:pt x="3439" y="2393"/>
                  </a:lnTo>
                  <a:lnTo>
                    <a:pt x="3400" y="2106"/>
                  </a:lnTo>
                  <a:lnTo>
                    <a:pt x="3348" y="1844"/>
                  </a:lnTo>
                  <a:lnTo>
                    <a:pt x="3295" y="1583"/>
                  </a:lnTo>
                  <a:lnTo>
                    <a:pt x="3165" y="1099"/>
                  </a:lnTo>
                  <a:lnTo>
                    <a:pt x="3034" y="667"/>
                  </a:lnTo>
                  <a:lnTo>
                    <a:pt x="2890" y="327"/>
                  </a:lnTo>
                  <a:lnTo>
                    <a:pt x="2825" y="184"/>
                  </a:lnTo>
                  <a:lnTo>
                    <a:pt x="2759" y="66"/>
                  </a:lnTo>
                  <a:lnTo>
                    <a:pt x="2733" y="40"/>
                  </a:lnTo>
                  <a:lnTo>
                    <a:pt x="2707" y="27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8"/>
            <p:cNvSpPr/>
            <p:nvPr/>
          </p:nvSpPr>
          <p:spPr>
            <a:xfrm>
              <a:off x="4926650" y="5094075"/>
              <a:ext cx="83050" cy="171650"/>
            </a:xfrm>
            <a:custGeom>
              <a:avLst/>
              <a:gdLst/>
              <a:ahLst/>
              <a:cxnLst/>
              <a:rect l="l" t="t" r="r" b="b"/>
              <a:pathLst>
                <a:path w="3322" h="6866" extrusionOk="0">
                  <a:moveTo>
                    <a:pt x="2550" y="0"/>
                  </a:moveTo>
                  <a:lnTo>
                    <a:pt x="2445" y="14"/>
                  </a:lnTo>
                  <a:lnTo>
                    <a:pt x="2354" y="40"/>
                  </a:lnTo>
                  <a:lnTo>
                    <a:pt x="2275" y="79"/>
                  </a:lnTo>
                  <a:lnTo>
                    <a:pt x="2210" y="131"/>
                  </a:lnTo>
                  <a:lnTo>
                    <a:pt x="2197" y="157"/>
                  </a:lnTo>
                  <a:lnTo>
                    <a:pt x="2197" y="197"/>
                  </a:lnTo>
                  <a:lnTo>
                    <a:pt x="2145" y="550"/>
                  </a:lnTo>
                  <a:lnTo>
                    <a:pt x="2092" y="916"/>
                  </a:lnTo>
                  <a:lnTo>
                    <a:pt x="2014" y="1282"/>
                  </a:lnTo>
                  <a:lnTo>
                    <a:pt x="1935" y="1635"/>
                  </a:lnTo>
                  <a:lnTo>
                    <a:pt x="1831" y="2001"/>
                  </a:lnTo>
                  <a:lnTo>
                    <a:pt x="1726" y="2354"/>
                  </a:lnTo>
                  <a:lnTo>
                    <a:pt x="1609" y="2720"/>
                  </a:lnTo>
                  <a:lnTo>
                    <a:pt x="1478" y="3073"/>
                  </a:lnTo>
                  <a:lnTo>
                    <a:pt x="1347" y="3439"/>
                  </a:lnTo>
                  <a:lnTo>
                    <a:pt x="1190" y="3792"/>
                  </a:lnTo>
                  <a:lnTo>
                    <a:pt x="876" y="4525"/>
                  </a:lnTo>
                  <a:lnTo>
                    <a:pt x="523" y="5244"/>
                  </a:lnTo>
                  <a:lnTo>
                    <a:pt x="144" y="5976"/>
                  </a:lnTo>
                  <a:lnTo>
                    <a:pt x="66" y="6028"/>
                  </a:lnTo>
                  <a:lnTo>
                    <a:pt x="13" y="6094"/>
                  </a:lnTo>
                  <a:lnTo>
                    <a:pt x="0" y="6120"/>
                  </a:lnTo>
                  <a:lnTo>
                    <a:pt x="0" y="6159"/>
                  </a:lnTo>
                  <a:lnTo>
                    <a:pt x="0" y="6185"/>
                  </a:lnTo>
                  <a:lnTo>
                    <a:pt x="13" y="6224"/>
                  </a:lnTo>
                  <a:lnTo>
                    <a:pt x="13" y="6251"/>
                  </a:lnTo>
                  <a:lnTo>
                    <a:pt x="13" y="6277"/>
                  </a:lnTo>
                  <a:lnTo>
                    <a:pt x="13" y="6316"/>
                  </a:lnTo>
                  <a:lnTo>
                    <a:pt x="39" y="6329"/>
                  </a:lnTo>
                  <a:lnTo>
                    <a:pt x="79" y="6368"/>
                  </a:lnTo>
                  <a:lnTo>
                    <a:pt x="157" y="6394"/>
                  </a:lnTo>
                  <a:lnTo>
                    <a:pt x="236" y="6408"/>
                  </a:lnTo>
                  <a:lnTo>
                    <a:pt x="314" y="6408"/>
                  </a:lnTo>
                  <a:lnTo>
                    <a:pt x="406" y="6381"/>
                  </a:lnTo>
                  <a:lnTo>
                    <a:pt x="484" y="6342"/>
                  </a:lnTo>
                  <a:lnTo>
                    <a:pt x="654" y="6460"/>
                  </a:lnTo>
                  <a:lnTo>
                    <a:pt x="824" y="6564"/>
                  </a:lnTo>
                  <a:lnTo>
                    <a:pt x="981" y="6643"/>
                  </a:lnTo>
                  <a:lnTo>
                    <a:pt x="1125" y="6708"/>
                  </a:lnTo>
                  <a:lnTo>
                    <a:pt x="1282" y="6774"/>
                  </a:lnTo>
                  <a:lnTo>
                    <a:pt x="1412" y="6813"/>
                  </a:lnTo>
                  <a:lnTo>
                    <a:pt x="1556" y="6839"/>
                  </a:lnTo>
                  <a:lnTo>
                    <a:pt x="1674" y="6865"/>
                  </a:lnTo>
                  <a:lnTo>
                    <a:pt x="1922" y="6865"/>
                  </a:lnTo>
                  <a:lnTo>
                    <a:pt x="2027" y="6839"/>
                  </a:lnTo>
                  <a:lnTo>
                    <a:pt x="2132" y="6813"/>
                  </a:lnTo>
                  <a:lnTo>
                    <a:pt x="2236" y="6774"/>
                  </a:lnTo>
                  <a:lnTo>
                    <a:pt x="2328" y="6721"/>
                  </a:lnTo>
                  <a:lnTo>
                    <a:pt x="2419" y="6669"/>
                  </a:lnTo>
                  <a:lnTo>
                    <a:pt x="2511" y="6604"/>
                  </a:lnTo>
                  <a:lnTo>
                    <a:pt x="2589" y="6525"/>
                  </a:lnTo>
                  <a:lnTo>
                    <a:pt x="2668" y="6434"/>
                  </a:lnTo>
                  <a:lnTo>
                    <a:pt x="2733" y="6342"/>
                  </a:lnTo>
                  <a:lnTo>
                    <a:pt x="2798" y="6251"/>
                  </a:lnTo>
                  <a:lnTo>
                    <a:pt x="2916" y="6028"/>
                  </a:lnTo>
                  <a:lnTo>
                    <a:pt x="3021" y="5767"/>
                  </a:lnTo>
                  <a:lnTo>
                    <a:pt x="3099" y="5505"/>
                  </a:lnTo>
                  <a:lnTo>
                    <a:pt x="3178" y="5205"/>
                  </a:lnTo>
                  <a:lnTo>
                    <a:pt x="3230" y="4891"/>
                  </a:lnTo>
                  <a:lnTo>
                    <a:pt x="3269" y="4577"/>
                  </a:lnTo>
                  <a:lnTo>
                    <a:pt x="3295" y="4237"/>
                  </a:lnTo>
                  <a:lnTo>
                    <a:pt x="3308" y="3897"/>
                  </a:lnTo>
                  <a:lnTo>
                    <a:pt x="3321" y="3544"/>
                  </a:lnTo>
                  <a:lnTo>
                    <a:pt x="3308" y="3204"/>
                  </a:lnTo>
                  <a:lnTo>
                    <a:pt x="3295" y="2851"/>
                  </a:lnTo>
                  <a:lnTo>
                    <a:pt x="3269" y="2511"/>
                  </a:lnTo>
                  <a:lnTo>
                    <a:pt x="3243" y="2184"/>
                  </a:lnTo>
                  <a:lnTo>
                    <a:pt x="3204" y="1857"/>
                  </a:lnTo>
                  <a:lnTo>
                    <a:pt x="3112" y="1269"/>
                  </a:lnTo>
                  <a:lnTo>
                    <a:pt x="3060" y="994"/>
                  </a:lnTo>
                  <a:lnTo>
                    <a:pt x="3008" y="746"/>
                  </a:lnTo>
                  <a:lnTo>
                    <a:pt x="2942" y="537"/>
                  </a:lnTo>
                  <a:lnTo>
                    <a:pt x="2890" y="340"/>
                  </a:lnTo>
                  <a:lnTo>
                    <a:pt x="2825" y="184"/>
                  </a:lnTo>
                  <a:lnTo>
                    <a:pt x="2759" y="66"/>
                  </a:lnTo>
                  <a:lnTo>
                    <a:pt x="2746" y="40"/>
                  </a:lnTo>
                  <a:lnTo>
                    <a:pt x="2707" y="27"/>
                  </a:lnTo>
                  <a:lnTo>
                    <a:pt x="2641" y="0"/>
                  </a:lnTo>
                  <a:close/>
                </a:path>
              </a:pathLst>
            </a:custGeom>
            <a:solidFill>
              <a:srgbClr val="895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8"/>
            <p:cNvSpPr/>
            <p:nvPr/>
          </p:nvSpPr>
          <p:spPr>
            <a:xfrm>
              <a:off x="4428125" y="1989275"/>
              <a:ext cx="30100" cy="15375"/>
            </a:xfrm>
            <a:custGeom>
              <a:avLst/>
              <a:gdLst/>
              <a:ahLst/>
              <a:cxnLst/>
              <a:rect l="l" t="t" r="r" b="b"/>
              <a:pathLst>
                <a:path w="1204" h="615" extrusionOk="0">
                  <a:moveTo>
                    <a:pt x="602" y="0"/>
                  </a:moveTo>
                  <a:lnTo>
                    <a:pt x="485" y="13"/>
                  </a:lnTo>
                  <a:lnTo>
                    <a:pt x="367" y="26"/>
                  </a:lnTo>
                  <a:lnTo>
                    <a:pt x="262" y="52"/>
                  </a:lnTo>
                  <a:lnTo>
                    <a:pt x="171" y="92"/>
                  </a:lnTo>
                  <a:lnTo>
                    <a:pt x="106" y="144"/>
                  </a:lnTo>
                  <a:lnTo>
                    <a:pt x="53" y="196"/>
                  </a:lnTo>
                  <a:lnTo>
                    <a:pt x="14" y="249"/>
                  </a:lnTo>
                  <a:lnTo>
                    <a:pt x="1" y="301"/>
                  </a:lnTo>
                  <a:lnTo>
                    <a:pt x="14" y="366"/>
                  </a:lnTo>
                  <a:lnTo>
                    <a:pt x="53" y="419"/>
                  </a:lnTo>
                  <a:lnTo>
                    <a:pt x="106" y="471"/>
                  </a:lnTo>
                  <a:lnTo>
                    <a:pt x="171" y="523"/>
                  </a:lnTo>
                  <a:lnTo>
                    <a:pt x="262" y="562"/>
                  </a:lnTo>
                  <a:lnTo>
                    <a:pt x="367" y="589"/>
                  </a:lnTo>
                  <a:lnTo>
                    <a:pt x="485" y="602"/>
                  </a:lnTo>
                  <a:lnTo>
                    <a:pt x="602" y="615"/>
                  </a:lnTo>
                  <a:lnTo>
                    <a:pt x="720" y="602"/>
                  </a:lnTo>
                  <a:lnTo>
                    <a:pt x="838" y="589"/>
                  </a:lnTo>
                  <a:lnTo>
                    <a:pt x="942" y="562"/>
                  </a:lnTo>
                  <a:lnTo>
                    <a:pt x="1034" y="523"/>
                  </a:lnTo>
                  <a:lnTo>
                    <a:pt x="1099" y="471"/>
                  </a:lnTo>
                  <a:lnTo>
                    <a:pt x="1152" y="419"/>
                  </a:lnTo>
                  <a:lnTo>
                    <a:pt x="1191" y="366"/>
                  </a:lnTo>
                  <a:lnTo>
                    <a:pt x="1204" y="301"/>
                  </a:lnTo>
                  <a:lnTo>
                    <a:pt x="1191" y="249"/>
                  </a:lnTo>
                  <a:lnTo>
                    <a:pt x="1152" y="196"/>
                  </a:lnTo>
                  <a:lnTo>
                    <a:pt x="1099" y="144"/>
                  </a:lnTo>
                  <a:lnTo>
                    <a:pt x="1034" y="92"/>
                  </a:lnTo>
                  <a:lnTo>
                    <a:pt x="942" y="52"/>
                  </a:lnTo>
                  <a:lnTo>
                    <a:pt x="838" y="26"/>
                  </a:lnTo>
                  <a:lnTo>
                    <a:pt x="720" y="13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8"/>
            <p:cNvSpPr/>
            <p:nvPr/>
          </p:nvSpPr>
          <p:spPr>
            <a:xfrm>
              <a:off x="4418000" y="2029475"/>
              <a:ext cx="25200" cy="15050"/>
            </a:xfrm>
            <a:custGeom>
              <a:avLst/>
              <a:gdLst/>
              <a:ahLst/>
              <a:cxnLst/>
              <a:rect l="l" t="t" r="r" b="b"/>
              <a:pathLst>
                <a:path w="1008" h="602" extrusionOk="0">
                  <a:moveTo>
                    <a:pt x="511" y="0"/>
                  </a:moveTo>
                  <a:lnTo>
                    <a:pt x="406" y="14"/>
                  </a:lnTo>
                  <a:lnTo>
                    <a:pt x="314" y="27"/>
                  </a:lnTo>
                  <a:lnTo>
                    <a:pt x="223" y="53"/>
                  </a:lnTo>
                  <a:lnTo>
                    <a:pt x="158" y="92"/>
                  </a:lnTo>
                  <a:lnTo>
                    <a:pt x="92" y="131"/>
                  </a:lnTo>
                  <a:lnTo>
                    <a:pt x="40" y="183"/>
                  </a:lnTo>
                  <a:lnTo>
                    <a:pt x="14" y="249"/>
                  </a:lnTo>
                  <a:lnTo>
                    <a:pt x="1" y="301"/>
                  </a:lnTo>
                  <a:lnTo>
                    <a:pt x="14" y="367"/>
                  </a:lnTo>
                  <a:lnTo>
                    <a:pt x="40" y="419"/>
                  </a:lnTo>
                  <a:lnTo>
                    <a:pt x="92" y="471"/>
                  </a:lnTo>
                  <a:lnTo>
                    <a:pt x="158" y="523"/>
                  </a:lnTo>
                  <a:lnTo>
                    <a:pt x="223" y="550"/>
                  </a:lnTo>
                  <a:lnTo>
                    <a:pt x="314" y="576"/>
                  </a:lnTo>
                  <a:lnTo>
                    <a:pt x="406" y="602"/>
                  </a:lnTo>
                  <a:lnTo>
                    <a:pt x="602" y="602"/>
                  </a:lnTo>
                  <a:lnTo>
                    <a:pt x="707" y="576"/>
                  </a:lnTo>
                  <a:lnTo>
                    <a:pt x="785" y="550"/>
                  </a:lnTo>
                  <a:lnTo>
                    <a:pt x="864" y="523"/>
                  </a:lnTo>
                  <a:lnTo>
                    <a:pt x="916" y="471"/>
                  </a:lnTo>
                  <a:lnTo>
                    <a:pt x="968" y="419"/>
                  </a:lnTo>
                  <a:lnTo>
                    <a:pt x="994" y="367"/>
                  </a:lnTo>
                  <a:lnTo>
                    <a:pt x="1007" y="301"/>
                  </a:lnTo>
                  <a:lnTo>
                    <a:pt x="994" y="249"/>
                  </a:lnTo>
                  <a:lnTo>
                    <a:pt x="968" y="183"/>
                  </a:lnTo>
                  <a:lnTo>
                    <a:pt x="916" y="131"/>
                  </a:lnTo>
                  <a:lnTo>
                    <a:pt x="864" y="92"/>
                  </a:lnTo>
                  <a:lnTo>
                    <a:pt x="785" y="53"/>
                  </a:lnTo>
                  <a:lnTo>
                    <a:pt x="707" y="27"/>
                  </a:lnTo>
                  <a:lnTo>
                    <a:pt x="602" y="14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8"/>
            <p:cNvSpPr/>
            <p:nvPr/>
          </p:nvSpPr>
          <p:spPr>
            <a:xfrm>
              <a:off x="4363075" y="2014425"/>
              <a:ext cx="15075" cy="30100"/>
            </a:xfrm>
            <a:custGeom>
              <a:avLst/>
              <a:gdLst/>
              <a:ahLst/>
              <a:cxnLst/>
              <a:rect l="l" t="t" r="r" b="b"/>
              <a:pathLst>
                <a:path w="603" h="1204" extrusionOk="0">
                  <a:moveTo>
                    <a:pt x="302" y="1"/>
                  </a:moveTo>
                  <a:lnTo>
                    <a:pt x="236" y="14"/>
                  </a:lnTo>
                  <a:lnTo>
                    <a:pt x="184" y="53"/>
                  </a:lnTo>
                  <a:lnTo>
                    <a:pt x="132" y="106"/>
                  </a:lnTo>
                  <a:lnTo>
                    <a:pt x="79" y="184"/>
                  </a:lnTo>
                  <a:lnTo>
                    <a:pt x="40" y="262"/>
                  </a:lnTo>
                  <a:lnTo>
                    <a:pt x="14" y="367"/>
                  </a:lnTo>
                  <a:lnTo>
                    <a:pt x="1" y="485"/>
                  </a:lnTo>
                  <a:lnTo>
                    <a:pt x="1" y="602"/>
                  </a:lnTo>
                  <a:lnTo>
                    <a:pt x="1" y="720"/>
                  </a:lnTo>
                  <a:lnTo>
                    <a:pt x="14" y="838"/>
                  </a:lnTo>
                  <a:lnTo>
                    <a:pt x="40" y="942"/>
                  </a:lnTo>
                  <a:lnTo>
                    <a:pt x="79" y="1034"/>
                  </a:lnTo>
                  <a:lnTo>
                    <a:pt x="132" y="1099"/>
                  </a:lnTo>
                  <a:lnTo>
                    <a:pt x="184" y="1165"/>
                  </a:lnTo>
                  <a:lnTo>
                    <a:pt x="236" y="1191"/>
                  </a:lnTo>
                  <a:lnTo>
                    <a:pt x="302" y="1204"/>
                  </a:lnTo>
                  <a:lnTo>
                    <a:pt x="354" y="1191"/>
                  </a:lnTo>
                  <a:lnTo>
                    <a:pt x="406" y="1165"/>
                  </a:lnTo>
                  <a:lnTo>
                    <a:pt x="459" y="1099"/>
                  </a:lnTo>
                  <a:lnTo>
                    <a:pt x="511" y="1034"/>
                  </a:lnTo>
                  <a:lnTo>
                    <a:pt x="550" y="942"/>
                  </a:lnTo>
                  <a:lnTo>
                    <a:pt x="576" y="838"/>
                  </a:lnTo>
                  <a:lnTo>
                    <a:pt x="589" y="720"/>
                  </a:lnTo>
                  <a:lnTo>
                    <a:pt x="602" y="602"/>
                  </a:lnTo>
                  <a:lnTo>
                    <a:pt x="589" y="485"/>
                  </a:lnTo>
                  <a:lnTo>
                    <a:pt x="576" y="367"/>
                  </a:lnTo>
                  <a:lnTo>
                    <a:pt x="550" y="262"/>
                  </a:lnTo>
                  <a:lnTo>
                    <a:pt x="511" y="184"/>
                  </a:lnTo>
                  <a:lnTo>
                    <a:pt x="459" y="106"/>
                  </a:lnTo>
                  <a:lnTo>
                    <a:pt x="406" y="53"/>
                  </a:lnTo>
                  <a:lnTo>
                    <a:pt x="354" y="14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8"/>
            <p:cNvSpPr/>
            <p:nvPr/>
          </p:nvSpPr>
          <p:spPr>
            <a:xfrm>
              <a:off x="4357850" y="1954300"/>
              <a:ext cx="15075" cy="19950"/>
            </a:xfrm>
            <a:custGeom>
              <a:avLst/>
              <a:gdLst/>
              <a:ahLst/>
              <a:cxnLst/>
              <a:rect l="l" t="t" r="r" b="b"/>
              <a:pathLst>
                <a:path w="603" h="798" extrusionOk="0">
                  <a:moveTo>
                    <a:pt x="301" y="0"/>
                  </a:moveTo>
                  <a:lnTo>
                    <a:pt x="249" y="13"/>
                  </a:lnTo>
                  <a:lnTo>
                    <a:pt x="184" y="26"/>
                  </a:lnTo>
                  <a:lnTo>
                    <a:pt x="131" y="65"/>
                  </a:lnTo>
                  <a:lnTo>
                    <a:pt x="92" y="118"/>
                  </a:lnTo>
                  <a:lnTo>
                    <a:pt x="53" y="183"/>
                  </a:lnTo>
                  <a:lnTo>
                    <a:pt x="27" y="248"/>
                  </a:lnTo>
                  <a:lnTo>
                    <a:pt x="14" y="327"/>
                  </a:lnTo>
                  <a:lnTo>
                    <a:pt x="1" y="405"/>
                  </a:lnTo>
                  <a:lnTo>
                    <a:pt x="14" y="484"/>
                  </a:lnTo>
                  <a:lnTo>
                    <a:pt x="27" y="562"/>
                  </a:lnTo>
                  <a:lnTo>
                    <a:pt x="53" y="628"/>
                  </a:lnTo>
                  <a:lnTo>
                    <a:pt x="92" y="680"/>
                  </a:lnTo>
                  <a:lnTo>
                    <a:pt x="131" y="732"/>
                  </a:lnTo>
                  <a:lnTo>
                    <a:pt x="184" y="772"/>
                  </a:lnTo>
                  <a:lnTo>
                    <a:pt x="249" y="798"/>
                  </a:lnTo>
                  <a:lnTo>
                    <a:pt x="367" y="798"/>
                  </a:lnTo>
                  <a:lnTo>
                    <a:pt x="419" y="772"/>
                  </a:lnTo>
                  <a:lnTo>
                    <a:pt x="471" y="732"/>
                  </a:lnTo>
                  <a:lnTo>
                    <a:pt x="511" y="680"/>
                  </a:lnTo>
                  <a:lnTo>
                    <a:pt x="550" y="628"/>
                  </a:lnTo>
                  <a:lnTo>
                    <a:pt x="576" y="562"/>
                  </a:lnTo>
                  <a:lnTo>
                    <a:pt x="602" y="484"/>
                  </a:lnTo>
                  <a:lnTo>
                    <a:pt x="602" y="405"/>
                  </a:lnTo>
                  <a:lnTo>
                    <a:pt x="602" y="327"/>
                  </a:lnTo>
                  <a:lnTo>
                    <a:pt x="576" y="248"/>
                  </a:lnTo>
                  <a:lnTo>
                    <a:pt x="550" y="183"/>
                  </a:lnTo>
                  <a:lnTo>
                    <a:pt x="511" y="118"/>
                  </a:lnTo>
                  <a:lnTo>
                    <a:pt x="471" y="65"/>
                  </a:lnTo>
                  <a:lnTo>
                    <a:pt x="419" y="26"/>
                  </a:lnTo>
                  <a:lnTo>
                    <a:pt x="367" y="13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8"/>
            <p:cNvSpPr/>
            <p:nvPr/>
          </p:nvSpPr>
          <p:spPr>
            <a:xfrm>
              <a:off x="4302600" y="1979450"/>
              <a:ext cx="35350" cy="15075"/>
            </a:xfrm>
            <a:custGeom>
              <a:avLst/>
              <a:gdLst/>
              <a:ahLst/>
              <a:cxnLst/>
              <a:rect l="l" t="t" r="r" b="b"/>
              <a:pathLst>
                <a:path w="1414" h="603" extrusionOk="0">
                  <a:moveTo>
                    <a:pt x="563" y="1"/>
                  </a:moveTo>
                  <a:lnTo>
                    <a:pt x="432" y="27"/>
                  </a:lnTo>
                  <a:lnTo>
                    <a:pt x="315" y="53"/>
                  </a:lnTo>
                  <a:lnTo>
                    <a:pt x="210" y="92"/>
                  </a:lnTo>
                  <a:lnTo>
                    <a:pt x="132" y="132"/>
                  </a:lnTo>
                  <a:lnTo>
                    <a:pt x="66" y="184"/>
                  </a:lnTo>
                  <a:lnTo>
                    <a:pt x="14" y="236"/>
                  </a:lnTo>
                  <a:lnTo>
                    <a:pt x="1" y="302"/>
                  </a:lnTo>
                  <a:lnTo>
                    <a:pt x="14" y="354"/>
                  </a:lnTo>
                  <a:lnTo>
                    <a:pt x="66" y="419"/>
                  </a:lnTo>
                  <a:lnTo>
                    <a:pt x="132" y="472"/>
                  </a:lnTo>
                  <a:lnTo>
                    <a:pt x="210" y="511"/>
                  </a:lnTo>
                  <a:lnTo>
                    <a:pt x="315" y="550"/>
                  </a:lnTo>
                  <a:lnTo>
                    <a:pt x="432" y="576"/>
                  </a:lnTo>
                  <a:lnTo>
                    <a:pt x="563" y="589"/>
                  </a:lnTo>
                  <a:lnTo>
                    <a:pt x="707" y="602"/>
                  </a:lnTo>
                  <a:lnTo>
                    <a:pt x="851" y="589"/>
                  </a:lnTo>
                  <a:lnTo>
                    <a:pt x="982" y="576"/>
                  </a:lnTo>
                  <a:lnTo>
                    <a:pt x="1099" y="550"/>
                  </a:lnTo>
                  <a:lnTo>
                    <a:pt x="1204" y="511"/>
                  </a:lnTo>
                  <a:lnTo>
                    <a:pt x="1295" y="472"/>
                  </a:lnTo>
                  <a:lnTo>
                    <a:pt x="1361" y="419"/>
                  </a:lnTo>
                  <a:lnTo>
                    <a:pt x="1400" y="354"/>
                  </a:lnTo>
                  <a:lnTo>
                    <a:pt x="1413" y="302"/>
                  </a:lnTo>
                  <a:lnTo>
                    <a:pt x="1400" y="236"/>
                  </a:lnTo>
                  <a:lnTo>
                    <a:pt x="1361" y="184"/>
                  </a:lnTo>
                  <a:lnTo>
                    <a:pt x="1295" y="132"/>
                  </a:lnTo>
                  <a:lnTo>
                    <a:pt x="1204" y="92"/>
                  </a:lnTo>
                  <a:lnTo>
                    <a:pt x="1099" y="53"/>
                  </a:lnTo>
                  <a:lnTo>
                    <a:pt x="982" y="27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8"/>
            <p:cNvSpPr/>
            <p:nvPr/>
          </p:nvSpPr>
          <p:spPr>
            <a:xfrm>
              <a:off x="4297700" y="2049750"/>
              <a:ext cx="25200" cy="19950"/>
            </a:xfrm>
            <a:custGeom>
              <a:avLst/>
              <a:gdLst/>
              <a:ahLst/>
              <a:cxnLst/>
              <a:rect l="l" t="t" r="r" b="b"/>
              <a:pathLst>
                <a:path w="1008" h="798" extrusionOk="0">
                  <a:moveTo>
                    <a:pt x="406" y="0"/>
                  </a:moveTo>
                  <a:lnTo>
                    <a:pt x="302" y="26"/>
                  </a:lnTo>
                  <a:lnTo>
                    <a:pt x="223" y="66"/>
                  </a:lnTo>
                  <a:lnTo>
                    <a:pt x="145" y="118"/>
                  </a:lnTo>
                  <a:lnTo>
                    <a:pt x="92" y="170"/>
                  </a:lnTo>
                  <a:lnTo>
                    <a:pt x="40" y="235"/>
                  </a:lnTo>
                  <a:lnTo>
                    <a:pt x="14" y="314"/>
                  </a:lnTo>
                  <a:lnTo>
                    <a:pt x="1" y="392"/>
                  </a:lnTo>
                  <a:lnTo>
                    <a:pt x="14" y="471"/>
                  </a:lnTo>
                  <a:lnTo>
                    <a:pt x="40" y="549"/>
                  </a:lnTo>
                  <a:lnTo>
                    <a:pt x="92" y="615"/>
                  </a:lnTo>
                  <a:lnTo>
                    <a:pt x="145" y="680"/>
                  </a:lnTo>
                  <a:lnTo>
                    <a:pt x="223" y="732"/>
                  </a:lnTo>
                  <a:lnTo>
                    <a:pt x="302" y="772"/>
                  </a:lnTo>
                  <a:lnTo>
                    <a:pt x="406" y="785"/>
                  </a:lnTo>
                  <a:lnTo>
                    <a:pt x="498" y="798"/>
                  </a:lnTo>
                  <a:lnTo>
                    <a:pt x="602" y="785"/>
                  </a:lnTo>
                  <a:lnTo>
                    <a:pt x="694" y="772"/>
                  </a:lnTo>
                  <a:lnTo>
                    <a:pt x="785" y="732"/>
                  </a:lnTo>
                  <a:lnTo>
                    <a:pt x="864" y="680"/>
                  </a:lnTo>
                  <a:lnTo>
                    <a:pt x="916" y="615"/>
                  </a:lnTo>
                  <a:lnTo>
                    <a:pt x="968" y="549"/>
                  </a:lnTo>
                  <a:lnTo>
                    <a:pt x="995" y="471"/>
                  </a:lnTo>
                  <a:lnTo>
                    <a:pt x="1008" y="392"/>
                  </a:lnTo>
                  <a:lnTo>
                    <a:pt x="995" y="314"/>
                  </a:lnTo>
                  <a:lnTo>
                    <a:pt x="968" y="235"/>
                  </a:lnTo>
                  <a:lnTo>
                    <a:pt x="916" y="170"/>
                  </a:lnTo>
                  <a:lnTo>
                    <a:pt x="864" y="118"/>
                  </a:lnTo>
                  <a:lnTo>
                    <a:pt x="785" y="66"/>
                  </a:lnTo>
                  <a:lnTo>
                    <a:pt x="694" y="26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8"/>
            <p:cNvSpPr/>
            <p:nvPr/>
          </p:nvSpPr>
          <p:spPr>
            <a:xfrm>
              <a:off x="4383025" y="2069675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lnTo>
                    <a:pt x="484" y="14"/>
                  </a:lnTo>
                  <a:lnTo>
                    <a:pt x="367" y="53"/>
                  </a:lnTo>
                  <a:lnTo>
                    <a:pt x="262" y="105"/>
                  </a:lnTo>
                  <a:lnTo>
                    <a:pt x="170" y="171"/>
                  </a:lnTo>
                  <a:lnTo>
                    <a:pt x="105" y="262"/>
                  </a:lnTo>
                  <a:lnTo>
                    <a:pt x="40" y="367"/>
                  </a:lnTo>
                  <a:lnTo>
                    <a:pt x="14" y="485"/>
                  </a:lnTo>
                  <a:lnTo>
                    <a:pt x="1" y="602"/>
                  </a:lnTo>
                  <a:lnTo>
                    <a:pt x="14" y="720"/>
                  </a:lnTo>
                  <a:lnTo>
                    <a:pt x="40" y="838"/>
                  </a:lnTo>
                  <a:lnTo>
                    <a:pt x="105" y="942"/>
                  </a:lnTo>
                  <a:lnTo>
                    <a:pt x="170" y="1034"/>
                  </a:lnTo>
                  <a:lnTo>
                    <a:pt x="262" y="1099"/>
                  </a:lnTo>
                  <a:lnTo>
                    <a:pt x="367" y="1151"/>
                  </a:lnTo>
                  <a:lnTo>
                    <a:pt x="484" y="1191"/>
                  </a:lnTo>
                  <a:lnTo>
                    <a:pt x="602" y="1204"/>
                  </a:lnTo>
                  <a:lnTo>
                    <a:pt x="720" y="1191"/>
                  </a:lnTo>
                  <a:lnTo>
                    <a:pt x="837" y="1151"/>
                  </a:lnTo>
                  <a:lnTo>
                    <a:pt x="942" y="1099"/>
                  </a:lnTo>
                  <a:lnTo>
                    <a:pt x="1020" y="1034"/>
                  </a:lnTo>
                  <a:lnTo>
                    <a:pt x="1099" y="942"/>
                  </a:lnTo>
                  <a:lnTo>
                    <a:pt x="1151" y="838"/>
                  </a:lnTo>
                  <a:lnTo>
                    <a:pt x="1190" y="720"/>
                  </a:lnTo>
                  <a:lnTo>
                    <a:pt x="1203" y="602"/>
                  </a:lnTo>
                  <a:lnTo>
                    <a:pt x="1190" y="485"/>
                  </a:lnTo>
                  <a:lnTo>
                    <a:pt x="1151" y="367"/>
                  </a:lnTo>
                  <a:lnTo>
                    <a:pt x="1099" y="262"/>
                  </a:lnTo>
                  <a:lnTo>
                    <a:pt x="1020" y="171"/>
                  </a:lnTo>
                  <a:lnTo>
                    <a:pt x="942" y="105"/>
                  </a:lnTo>
                  <a:lnTo>
                    <a:pt x="837" y="53"/>
                  </a:lnTo>
                  <a:lnTo>
                    <a:pt x="720" y="1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8"/>
            <p:cNvSpPr/>
            <p:nvPr/>
          </p:nvSpPr>
          <p:spPr>
            <a:xfrm>
              <a:off x="4267625" y="199940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lnTo>
                    <a:pt x="485" y="14"/>
                  </a:lnTo>
                  <a:lnTo>
                    <a:pt x="367" y="53"/>
                  </a:lnTo>
                  <a:lnTo>
                    <a:pt x="262" y="105"/>
                  </a:lnTo>
                  <a:lnTo>
                    <a:pt x="171" y="184"/>
                  </a:lnTo>
                  <a:lnTo>
                    <a:pt x="105" y="262"/>
                  </a:lnTo>
                  <a:lnTo>
                    <a:pt x="53" y="367"/>
                  </a:lnTo>
                  <a:lnTo>
                    <a:pt x="14" y="484"/>
                  </a:lnTo>
                  <a:lnTo>
                    <a:pt x="1" y="602"/>
                  </a:lnTo>
                  <a:lnTo>
                    <a:pt x="14" y="720"/>
                  </a:lnTo>
                  <a:lnTo>
                    <a:pt x="53" y="837"/>
                  </a:lnTo>
                  <a:lnTo>
                    <a:pt x="105" y="942"/>
                  </a:lnTo>
                  <a:lnTo>
                    <a:pt x="171" y="1033"/>
                  </a:lnTo>
                  <a:lnTo>
                    <a:pt x="262" y="1099"/>
                  </a:lnTo>
                  <a:lnTo>
                    <a:pt x="367" y="1164"/>
                  </a:lnTo>
                  <a:lnTo>
                    <a:pt x="485" y="1190"/>
                  </a:lnTo>
                  <a:lnTo>
                    <a:pt x="602" y="1203"/>
                  </a:lnTo>
                  <a:lnTo>
                    <a:pt x="720" y="1190"/>
                  </a:lnTo>
                  <a:lnTo>
                    <a:pt x="838" y="1164"/>
                  </a:lnTo>
                  <a:lnTo>
                    <a:pt x="942" y="1099"/>
                  </a:lnTo>
                  <a:lnTo>
                    <a:pt x="1034" y="1033"/>
                  </a:lnTo>
                  <a:lnTo>
                    <a:pt x="1099" y="942"/>
                  </a:lnTo>
                  <a:lnTo>
                    <a:pt x="1151" y="837"/>
                  </a:lnTo>
                  <a:lnTo>
                    <a:pt x="1191" y="720"/>
                  </a:lnTo>
                  <a:lnTo>
                    <a:pt x="1204" y="602"/>
                  </a:lnTo>
                  <a:lnTo>
                    <a:pt x="1191" y="484"/>
                  </a:lnTo>
                  <a:lnTo>
                    <a:pt x="1151" y="367"/>
                  </a:lnTo>
                  <a:lnTo>
                    <a:pt x="1099" y="262"/>
                  </a:lnTo>
                  <a:lnTo>
                    <a:pt x="1034" y="184"/>
                  </a:lnTo>
                  <a:lnTo>
                    <a:pt x="942" y="105"/>
                  </a:lnTo>
                  <a:lnTo>
                    <a:pt x="838" y="53"/>
                  </a:lnTo>
                  <a:lnTo>
                    <a:pt x="720" y="1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8"/>
            <p:cNvSpPr/>
            <p:nvPr/>
          </p:nvSpPr>
          <p:spPr>
            <a:xfrm>
              <a:off x="4613800" y="2034700"/>
              <a:ext cx="35000" cy="39900"/>
            </a:xfrm>
            <a:custGeom>
              <a:avLst/>
              <a:gdLst/>
              <a:ahLst/>
              <a:cxnLst/>
              <a:rect l="l" t="t" r="r" b="b"/>
              <a:pathLst>
                <a:path w="1400" h="1596" extrusionOk="0">
                  <a:moveTo>
                    <a:pt x="629" y="1"/>
                  </a:moveTo>
                  <a:lnTo>
                    <a:pt x="563" y="14"/>
                  </a:lnTo>
                  <a:lnTo>
                    <a:pt x="419" y="53"/>
                  </a:lnTo>
                  <a:lnTo>
                    <a:pt x="302" y="131"/>
                  </a:lnTo>
                  <a:lnTo>
                    <a:pt x="197" y="236"/>
                  </a:lnTo>
                  <a:lnTo>
                    <a:pt x="119" y="354"/>
                  </a:lnTo>
                  <a:lnTo>
                    <a:pt x="53" y="484"/>
                  </a:lnTo>
                  <a:lnTo>
                    <a:pt x="14" y="641"/>
                  </a:lnTo>
                  <a:lnTo>
                    <a:pt x="1" y="798"/>
                  </a:lnTo>
                  <a:lnTo>
                    <a:pt x="14" y="955"/>
                  </a:lnTo>
                  <a:lnTo>
                    <a:pt x="53" y="1112"/>
                  </a:lnTo>
                  <a:lnTo>
                    <a:pt x="119" y="1243"/>
                  </a:lnTo>
                  <a:lnTo>
                    <a:pt x="197" y="1361"/>
                  </a:lnTo>
                  <a:lnTo>
                    <a:pt x="302" y="1465"/>
                  </a:lnTo>
                  <a:lnTo>
                    <a:pt x="419" y="1530"/>
                  </a:lnTo>
                  <a:lnTo>
                    <a:pt x="563" y="1583"/>
                  </a:lnTo>
                  <a:lnTo>
                    <a:pt x="629" y="1596"/>
                  </a:lnTo>
                  <a:lnTo>
                    <a:pt x="772" y="1596"/>
                  </a:lnTo>
                  <a:lnTo>
                    <a:pt x="838" y="1583"/>
                  </a:lnTo>
                  <a:lnTo>
                    <a:pt x="968" y="1530"/>
                  </a:lnTo>
                  <a:lnTo>
                    <a:pt x="1086" y="1465"/>
                  </a:lnTo>
                  <a:lnTo>
                    <a:pt x="1191" y="1361"/>
                  </a:lnTo>
                  <a:lnTo>
                    <a:pt x="1282" y="1243"/>
                  </a:lnTo>
                  <a:lnTo>
                    <a:pt x="1348" y="1112"/>
                  </a:lnTo>
                  <a:lnTo>
                    <a:pt x="1387" y="955"/>
                  </a:lnTo>
                  <a:lnTo>
                    <a:pt x="1400" y="798"/>
                  </a:lnTo>
                  <a:lnTo>
                    <a:pt x="1387" y="641"/>
                  </a:lnTo>
                  <a:lnTo>
                    <a:pt x="1348" y="484"/>
                  </a:lnTo>
                  <a:lnTo>
                    <a:pt x="1282" y="354"/>
                  </a:lnTo>
                  <a:lnTo>
                    <a:pt x="1191" y="236"/>
                  </a:lnTo>
                  <a:lnTo>
                    <a:pt x="1086" y="131"/>
                  </a:lnTo>
                  <a:lnTo>
                    <a:pt x="968" y="53"/>
                  </a:lnTo>
                  <a:lnTo>
                    <a:pt x="838" y="14"/>
                  </a:lnTo>
                  <a:lnTo>
                    <a:pt x="772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8"/>
            <p:cNvSpPr/>
            <p:nvPr/>
          </p:nvSpPr>
          <p:spPr>
            <a:xfrm>
              <a:off x="4739000" y="2034700"/>
              <a:ext cx="20300" cy="30100"/>
            </a:xfrm>
            <a:custGeom>
              <a:avLst/>
              <a:gdLst/>
              <a:ahLst/>
              <a:cxnLst/>
              <a:rect l="l" t="t" r="r" b="b"/>
              <a:pathLst>
                <a:path w="812" h="1204" extrusionOk="0">
                  <a:moveTo>
                    <a:pt x="406" y="1"/>
                  </a:moveTo>
                  <a:lnTo>
                    <a:pt x="328" y="14"/>
                  </a:lnTo>
                  <a:lnTo>
                    <a:pt x="249" y="40"/>
                  </a:lnTo>
                  <a:lnTo>
                    <a:pt x="184" y="92"/>
                  </a:lnTo>
                  <a:lnTo>
                    <a:pt x="119" y="171"/>
                  </a:lnTo>
                  <a:lnTo>
                    <a:pt x="66" y="262"/>
                  </a:lnTo>
                  <a:lnTo>
                    <a:pt x="40" y="367"/>
                  </a:lnTo>
                  <a:lnTo>
                    <a:pt x="14" y="471"/>
                  </a:lnTo>
                  <a:lnTo>
                    <a:pt x="1" y="602"/>
                  </a:lnTo>
                  <a:lnTo>
                    <a:pt x="14" y="720"/>
                  </a:lnTo>
                  <a:lnTo>
                    <a:pt x="40" y="837"/>
                  </a:lnTo>
                  <a:lnTo>
                    <a:pt x="66" y="929"/>
                  </a:lnTo>
                  <a:lnTo>
                    <a:pt x="119" y="1021"/>
                  </a:lnTo>
                  <a:lnTo>
                    <a:pt x="184" y="1099"/>
                  </a:lnTo>
                  <a:lnTo>
                    <a:pt x="249" y="1151"/>
                  </a:lnTo>
                  <a:lnTo>
                    <a:pt x="328" y="1191"/>
                  </a:lnTo>
                  <a:lnTo>
                    <a:pt x="406" y="1204"/>
                  </a:lnTo>
                  <a:lnTo>
                    <a:pt x="485" y="1191"/>
                  </a:lnTo>
                  <a:lnTo>
                    <a:pt x="563" y="1151"/>
                  </a:lnTo>
                  <a:lnTo>
                    <a:pt x="628" y="1099"/>
                  </a:lnTo>
                  <a:lnTo>
                    <a:pt x="694" y="1021"/>
                  </a:lnTo>
                  <a:lnTo>
                    <a:pt x="733" y="929"/>
                  </a:lnTo>
                  <a:lnTo>
                    <a:pt x="772" y="837"/>
                  </a:lnTo>
                  <a:lnTo>
                    <a:pt x="798" y="720"/>
                  </a:lnTo>
                  <a:lnTo>
                    <a:pt x="812" y="602"/>
                  </a:lnTo>
                  <a:lnTo>
                    <a:pt x="798" y="471"/>
                  </a:lnTo>
                  <a:lnTo>
                    <a:pt x="772" y="367"/>
                  </a:lnTo>
                  <a:lnTo>
                    <a:pt x="733" y="262"/>
                  </a:lnTo>
                  <a:lnTo>
                    <a:pt x="694" y="171"/>
                  </a:lnTo>
                  <a:lnTo>
                    <a:pt x="628" y="92"/>
                  </a:lnTo>
                  <a:lnTo>
                    <a:pt x="563" y="40"/>
                  </a:lnTo>
                  <a:lnTo>
                    <a:pt x="485" y="14"/>
                  </a:lnTo>
                  <a:lnTo>
                    <a:pt x="406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8"/>
            <p:cNvSpPr/>
            <p:nvPr/>
          </p:nvSpPr>
          <p:spPr>
            <a:xfrm>
              <a:off x="4683775" y="2089625"/>
              <a:ext cx="25175" cy="20300"/>
            </a:xfrm>
            <a:custGeom>
              <a:avLst/>
              <a:gdLst/>
              <a:ahLst/>
              <a:cxnLst/>
              <a:rect l="l" t="t" r="r" b="b"/>
              <a:pathLst>
                <a:path w="1007" h="812" extrusionOk="0">
                  <a:moveTo>
                    <a:pt x="510" y="0"/>
                  </a:moveTo>
                  <a:lnTo>
                    <a:pt x="405" y="13"/>
                  </a:lnTo>
                  <a:lnTo>
                    <a:pt x="314" y="40"/>
                  </a:lnTo>
                  <a:lnTo>
                    <a:pt x="222" y="79"/>
                  </a:lnTo>
                  <a:lnTo>
                    <a:pt x="157" y="118"/>
                  </a:lnTo>
                  <a:lnTo>
                    <a:pt x="92" y="183"/>
                  </a:lnTo>
                  <a:lnTo>
                    <a:pt x="39" y="249"/>
                  </a:lnTo>
                  <a:lnTo>
                    <a:pt x="13" y="327"/>
                  </a:lnTo>
                  <a:lnTo>
                    <a:pt x="0" y="406"/>
                  </a:lnTo>
                  <a:lnTo>
                    <a:pt x="13" y="484"/>
                  </a:lnTo>
                  <a:lnTo>
                    <a:pt x="39" y="563"/>
                  </a:lnTo>
                  <a:lnTo>
                    <a:pt x="92" y="628"/>
                  </a:lnTo>
                  <a:lnTo>
                    <a:pt x="157" y="693"/>
                  </a:lnTo>
                  <a:lnTo>
                    <a:pt x="222" y="733"/>
                  </a:lnTo>
                  <a:lnTo>
                    <a:pt x="314" y="772"/>
                  </a:lnTo>
                  <a:lnTo>
                    <a:pt x="405" y="798"/>
                  </a:lnTo>
                  <a:lnTo>
                    <a:pt x="510" y="811"/>
                  </a:lnTo>
                  <a:lnTo>
                    <a:pt x="615" y="798"/>
                  </a:lnTo>
                  <a:lnTo>
                    <a:pt x="706" y="772"/>
                  </a:lnTo>
                  <a:lnTo>
                    <a:pt x="785" y="733"/>
                  </a:lnTo>
                  <a:lnTo>
                    <a:pt x="863" y="693"/>
                  </a:lnTo>
                  <a:lnTo>
                    <a:pt x="928" y="628"/>
                  </a:lnTo>
                  <a:lnTo>
                    <a:pt x="968" y="563"/>
                  </a:lnTo>
                  <a:lnTo>
                    <a:pt x="994" y="484"/>
                  </a:lnTo>
                  <a:lnTo>
                    <a:pt x="1007" y="406"/>
                  </a:lnTo>
                  <a:lnTo>
                    <a:pt x="994" y="327"/>
                  </a:lnTo>
                  <a:lnTo>
                    <a:pt x="968" y="249"/>
                  </a:lnTo>
                  <a:lnTo>
                    <a:pt x="928" y="183"/>
                  </a:lnTo>
                  <a:lnTo>
                    <a:pt x="863" y="118"/>
                  </a:lnTo>
                  <a:lnTo>
                    <a:pt x="785" y="79"/>
                  </a:lnTo>
                  <a:lnTo>
                    <a:pt x="706" y="40"/>
                  </a:lnTo>
                  <a:lnTo>
                    <a:pt x="615" y="13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8"/>
            <p:cNvSpPr/>
            <p:nvPr/>
          </p:nvSpPr>
          <p:spPr>
            <a:xfrm>
              <a:off x="4789350" y="2109900"/>
              <a:ext cx="15050" cy="24850"/>
            </a:xfrm>
            <a:custGeom>
              <a:avLst/>
              <a:gdLst/>
              <a:ahLst/>
              <a:cxnLst/>
              <a:rect l="l" t="t" r="r" b="b"/>
              <a:pathLst>
                <a:path w="602" h="994" extrusionOk="0">
                  <a:moveTo>
                    <a:pt x="236" y="0"/>
                  </a:moveTo>
                  <a:lnTo>
                    <a:pt x="184" y="39"/>
                  </a:lnTo>
                  <a:lnTo>
                    <a:pt x="131" y="78"/>
                  </a:lnTo>
                  <a:lnTo>
                    <a:pt x="79" y="144"/>
                  </a:lnTo>
                  <a:lnTo>
                    <a:pt x="53" y="222"/>
                  </a:lnTo>
                  <a:lnTo>
                    <a:pt x="14" y="301"/>
                  </a:lnTo>
                  <a:lnTo>
                    <a:pt x="0" y="392"/>
                  </a:lnTo>
                  <a:lnTo>
                    <a:pt x="0" y="497"/>
                  </a:lnTo>
                  <a:lnTo>
                    <a:pt x="0" y="602"/>
                  </a:lnTo>
                  <a:lnTo>
                    <a:pt x="14" y="693"/>
                  </a:lnTo>
                  <a:lnTo>
                    <a:pt x="53" y="785"/>
                  </a:lnTo>
                  <a:lnTo>
                    <a:pt x="79" y="850"/>
                  </a:lnTo>
                  <a:lnTo>
                    <a:pt x="131" y="915"/>
                  </a:lnTo>
                  <a:lnTo>
                    <a:pt x="184" y="955"/>
                  </a:lnTo>
                  <a:lnTo>
                    <a:pt x="236" y="994"/>
                  </a:lnTo>
                  <a:lnTo>
                    <a:pt x="354" y="994"/>
                  </a:lnTo>
                  <a:lnTo>
                    <a:pt x="419" y="955"/>
                  </a:lnTo>
                  <a:lnTo>
                    <a:pt x="471" y="915"/>
                  </a:lnTo>
                  <a:lnTo>
                    <a:pt x="510" y="850"/>
                  </a:lnTo>
                  <a:lnTo>
                    <a:pt x="550" y="785"/>
                  </a:lnTo>
                  <a:lnTo>
                    <a:pt x="576" y="693"/>
                  </a:lnTo>
                  <a:lnTo>
                    <a:pt x="589" y="602"/>
                  </a:lnTo>
                  <a:lnTo>
                    <a:pt x="602" y="497"/>
                  </a:lnTo>
                  <a:lnTo>
                    <a:pt x="589" y="392"/>
                  </a:lnTo>
                  <a:lnTo>
                    <a:pt x="576" y="301"/>
                  </a:lnTo>
                  <a:lnTo>
                    <a:pt x="550" y="222"/>
                  </a:lnTo>
                  <a:lnTo>
                    <a:pt x="510" y="144"/>
                  </a:lnTo>
                  <a:lnTo>
                    <a:pt x="471" y="78"/>
                  </a:lnTo>
                  <a:lnTo>
                    <a:pt x="419" y="39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8"/>
            <p:cNvSpPr/>
            <p:nvPr/>
          </p:nvSpPr>
          <p:spPr>
            <a:xfrm>
              <a:off x="4698800" y="2149775"/>
              <a:ext cx="20300" cy="5250"/>
            </a:xfrm>
            <a:custGeom>
              <a:avLst/>
              <a:gdLst/>
              <a:ahLst/>
              <a:cxnLst/>
              <a:rect l="l" t="t" r="r" b="b"/>
              <a:pathLst>
                <a:path w="812" h="210" extrusionOk="0">
                  <a:moveTo>
                    <a:pt x="406" y="0"/>
                  </a:moveTo>
                  <a:lnTo>
                    <a:pt x="249" y="13"/>
                  </a:lnTo>
                  <a:lnTo>
                    <a:pt x="118" y="39"/>
                  </a:lnTo>
                  <a:lnTo>
                    <a:pt x="40" y="66"/>
                  </a:lnTo>
                  <a:lnTo>
                    <a:pt x="14" y="92"/>
                  </a:lnTo>
                  <a:lnTo>
                    <a:pt x="1" y="105"/>
                  </a:lnTo>
                  <a:lnTo>
                    <a:pt x="14" y="131"/>
                  </a:lnTo>
                  <a:lnTo>
                    <a:pt x="40" y="144"/>
                  </a:lnTo>
                  <a:lnTo>
                    <a:pt x="118" y="183"/>
                  </a:lnTo>
                  <a:lnTo>
                    <a:pt x="249" y="196"/>
                  </a:lnTo>
                  <a:lnTo>
                    <a:pt x="406" y="209"/>
                  </a:lnTo>
                  <a:lnTo>
                    <a:pt x="563" y="196"/>
                  </a:lnTo>
                  <a:lnTo>
                    <a:pt x="694" y="183"/>
                  </a:lnTo>
                  <a:lnTo>
                    <a:pt x="772" y="144"/>
                  </a:lnTo>
                  <a:lnTo>
                    <a:pt x="798" y="131"/>
                  </a:lnTo>
                  <a:lnTo>
                    <a:pt x="811" y="105"/>
                  </a:lnTo>
                  <a:lnTo>
                    <a:pt x="798" y="92"/>
                  </a:lnTo>
                  <a:lnTo>
                    <a:pt x="772" y="66"/>
                  </a:lnTo>
                  <a:lnTo>
                    <a:pt x="694" y="39"/>
                  </a:lnTo>
                  <a:lnTo>
                    <a:pt x="563" y="13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8"/>
            <p:cNvSpPr/>
            <p:nvPr/>
          </p:nvSpPr>
          <p:spPr>
            <a:xfrm>
              <a:off x="4814200" y="2014425"/>
              <a:ext cx="30100" cy="25200"/>
            </a:xfrm>
            <a:custGeom>
              <a:avLst/>
              <a:gdLst/>
              <a:ahLst/>
              <a:cxnLst/>
              <a:rect l="l" t="t" r="r" b="b"/>
              <a:pathLst>
                <a:path w="1204" h="1008" extrusionOk="0">
                  <a:moveTo>
                    <a:pt x="602" y="1"/>
                  </a:moveTo>
                  <a:lnTo>
                    <a:pt x="484" y="14"/>
                  </a:lnTo>
                  <a:lnTo>
                    <a:pt x="379" y="40"/>
                  </a:lnTo>
                  <a:lnTo>
                    <a:pt x="275" y="92"/>
                  </a:lnTo>
                  <a:lnTo>
                    <a:pt x="183" y="145"/>
                  </a:lnTo>
                  <a:lnTo>
                    <a:pt x="105" y="223"/>
                  </a:lnTo>
                  <a:lnTo>
                    <a:pt x="53" y="315"/>
                  </a:lnTo>
                  <a:lnTo>
                    <a:pt x="13" y="406"/>
                  </a:lnTo>
                  <a:lnTo>
                    <a:pt x="0" y="511"/>
                  </a:lnTo>
                  <a:lnTo>
                    <a:pt x="13" y="602"/>
                  </a:lnTo>
                  <a:lnTo>
                    <a:pt x="53" y="694"/>
                  </a:lnTo>
                  <a:lnTo>
                    <a:pt x="105" y="785"/>
                  </a:lnTo>
                  <a:lnTo>
                    <a:pt x="183" y="864"/>
                  </a:lnTo>
                  <a:lnTo>
                    <a:pt x="275" y="916"/>
                  </a:lnTo>
                  <a:lnTo>
                    <a:pt x="379" y="969"/>
                  </a:lnTo>
                  <a:lnTo>
                    <a:pt x="484" y="995"/>
                  </a:lnTo>
                  <a:lnTo>
                    <a:pt x="602" y="1008"/>
                  </a:lnTo>
                  <a:lnTo>
                    <a:pt x="732" y="995"/>
                  </a:lnTo>
                  <a:lnTo>
                    <a:pt x="837" y="969"/>
                  </a:lnTo>
                  <a:lnTo>
                    <a:pt x="942" y="916"/>
                  </a:lnTo>
                  <a:lnTo>
                    <a:pt x="1033" y="864"/>
                  </a:lnTo>
                  <a:lnTo>
                    <a:pt x="1112" y="785"/>
                  </a:lnTo>
                  <a:lnTo>
                    <a:pt x="1164" y="694"/>
                  </a:lnTo>
                  <a:lnTo>
                    <a:pt x="1203" y="602"/>
                  </a:lnTo>
                  <a:lnTo>
                    <a:pt x="1203" y="511"/>
                  </a:lnTo>
                  <a:lnTo>
                    <a:pt x="1203" y="406"/>
                  </a:lnTo>
                  <a:lnTo>
                    <a:pt x="1164" y="315"/>
                  </a:lnTo>
                  <a:lnTo>
                    <a:pt x="1112" y="223"/>
                  </a:lnTo>
                  <a:lnTo>
                    <a:pt x="1033" y="145"/>
                  </a:lnTo>
                  <a:lnTo>
                    <a:pt x="942" y="92"/>
                  </a:lnTo>
                  <a:lnTo>
                    <a:pt x="837" y="40"/>
                  </a:lnTo>
                  <a:lnTo>
                    <a:pt x="732" y="1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8"/>
            <p:cNvSpPr/>
            <p:nvPr/>
          </p:nvSpPr>
          <p:spPr>
            <a:xfrm>
              <a:off x="4698800" y="1989275"/>
              <a:ext cx="15400" cy="25175"/>
            </a:xfrm>
            <a:custGeom>
              <a:avLst/>
              <a:gdLst/>
              <a:ahLst/>
              <a:cxnLst/>
              <a:rect l="l" t="t" r="r" b="b"/>
              <a:pathLst>
                <a:path w="616" h="1007" extrusionOk="0">
                  <a:moveTo>
                    <a:pt x="314" y="0"/>
                  </a:moveTo>
                  <a:lnTo>
                    <a:pt x="249" y="13"/>
                  </a:lnTo>
                  <a:lnTo>
                    <a:pt x="197" y="39"/>
                  </a:lnTo>
                  <a:lnTo>
                    <a:pt x="144" y="92"/>
                  </a:lnTo>
                  <a:lnTo>
                    <a:pt x="92" y="157"/>
                  </a:lnTo>
                  <a:lnTo>
                    <a:pt x="53" y="222"/>
                  </a:lnTo>
                  <a:lnTo>
                    <a:pt x="27" y="314"/>
                  </a:lnTo>
                  <a:lnTo>
                    <a:pt x="14" y="405"/>
                  </a:lnTo>
                  <a:lnTo>
                    <a:pt x="1" y="510"/>
                  </a:lnTo>
                  <a:lnTo>
                    <a:pt x="14" y="615"/>
                  </a:lnTo>
                  <a:lnTo>
                    <a:pt x="27" y="706"/>
                  </a:lnTo>
                  <a:lnTo>
                    <a:pt x="53" y="785"/>
                  </a:lnTo>
                  <a:lnTo>
                    <a:pt x="92" y="863"/>
                  </a:lnTo>
                  <a:lnTo>
                    <a:pt x="144" y="929"/>
                  </a:lnTo>
                  <a:lnTo>
                    <a:pt x="197" y="968"/>
                  </a:lnTo>
                  <a:lnTo>
                    <a:pt x="249" y="994"/>
                  </a:lnTo>
                  <a:lnTo>
                    <a:pt x="314" y="1007"/>
                  </a:lnTo>
                  <a:lnTo>
                    <a:pt x="367" y="994"/>
                  </a:lnTo>
                  <a:lnTo>
                    <a:pt x="419" y="968"/>
                  </a:lnTo>
                  <a:lnTo>
                    <a:pt x="471" y="929"/>
                  </a:lnTo>
                  <a:lnTo>
                    <a:pt x="524" y="863"/>
                  </a:lnTo>
                  <a:lnTo>
                    <a:pt x="563" y="785"/>
                  </a:lnTo>
                  <a:lnTo>
                    <a:pt x="589" y="706"/>
                  </a:lnTo>
                  <a:lnTo>
                    <a:pt x="602" y="615"/>
                  </a:lnTo>
                  <a:lnTo>
                    <a:pt x="615" y="510"/>
                  </a:lnTo>
                  <a:lnTo>
                    <a:pt x="602" y="405"/>
                  </a:lnTo>
                  <a:lnTo>
                    <a:pt x="589" y="314"/>
                  </a:lnTo>
                  <a:lnTo>
                    <a:pt x="563" y="222"/>
                  </a:lnTo>
                  <a:lnTo>
                    <a:pt x="524" y="157"/>
                  </a:lnTo>
                  <a:lnTo>
                    <a:pt x="471" y="92"/>
                  </a:lnTo>
                  <a:lnTo>
                    <a:pt x="419" y="39"/>
                  </a:lnTo>
                  <a:lnTo>
                    <a:pt x="367" y="13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996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8"/>
            <p:cNvSpPr/>
            <p:nvPr/>
          </p:nvSpPr>
          <p:spPr>
            <a:xfrm>
              <a:off x="1716250" y="3796650"/>
              <a:ext cx="1671750" cy="1513850"/>
            </a:xfrm>
            <a:custGeom>
              <a:avLst/>
              <a:gdLst/>
              <a:ahLst/>
              <a:cxnLst/>
              <a:rect l="l" t="t" r="r" b="b"/>
              <a:pathLst>
                <a:path w="66870" h="60554" extrusionOk="0">
                  <a:moveTo>
                    <a:pt x="41777" y="0"/>
                  </a:moveTo>
                  <a:lnTo>
                    <a:pt x="41516" y="13"/>
                  </a:lnTo>
                  <a:lnTo>
                    <a:pt x="41267" y="40"/>
                  </a:lnTo>
                  <a:lnTo>
                    <a:pt x="41019" y="105"/>
                  </a:lnTo>
                  <a:lnTo>
                    <a:pt x="40771" y="183"/>
                  </a:lnTo>
                  <a:lnTo>
                    <a:pt x="40548" y="301"/>
                  </a:lnTo>
                  <a:lnTo>
                    <a:pt x="40313" y="432"/>
                  </a:lnTo>
                  <a:lnTo>
                    <a:pt x="40104" y="602"/>
                  </a:lnTo>
                  <a:lnTo>
                    <a:pt x="39999" y="693"/>
                  </a:lnTo>
                  <a:lnTo>
                    <a:pt x="39908" y="798"/>
                  </a:lnTo>
                  <a:lnTo>
                    <a:pt x="39816" y="903"/>
                  </a:lnTo>
                  <a:lnTo>
                    <a:pt x="39725" y="1020"/>
                  </a:lnTo>
                  <a:lnTo>
                    <a:pt x="39633" y="1138"/>
                  </a:lnTo>
                  <a:lnTo>
                    <a:pt x="39555" y="1282"/>
                  </a:lnTo>
                  <a:lnTo>
                    <a:pt x="39476" y="1412"/>
                  </a:lnTo>
                  <a:lnTo>
                    <a:pt x="39411" y="1569"/>
                  </a:lnTo>
                  <a:lnTo>
                    <a:pt x="39136" y="2145"/>
                  </a:lnTo>
                  <a:lnTo>
                    <a:pt x="38848" y="2694"/>
                  </a:lnTo>
                  <a:lnTo>
                    <a:pt x="38535" y="3243"/>
                  </a:lnTo>
                  <a:lnTo>
                    <a:pt x="38221" y="3766"/>
                  </a:lnTo>
                  <a:lnTo>
                    <a:pt x="37881" y="4276"/>
                  </a:lnTo>
                  <a:lnTo>
                    <a:pt x="37528" y="4773"/>
                  </a:lnTo>
                  <a:lnTo>
                    <a:pt x="37162" y="5244"/>
                  </a:lnTo>
                  <a:lnTo>
                    <a:pt x="36782" y="5714"/>
                  </a:lnTo>
                  <a:lnTo>
                    <a:pt x="36390" y="6159"/>
                  </a:lnTo>
                  <a:lnTo>
                    <a:pt x="35972" y="6603"/>
                  </a:lnTo>
                  <a:lnTo>
                    <a:pt x="35553" y="7022"/>
                  </a:lnTo>
                  <a:lnTo>
                    <a:pt x="35122" y="7427"/>
                  </a:lnTo>
                  <a:lnTo>
                    <a:pt x="34677" y="7833"/>
                  </a:lnTo>
                  <a:lnTo>
                    <a:pt x="34220" y="8212"/>
                  </a:lnTo>
                  <a:lnTo>
                    <a:pt x="33749" y="8591"/>
                  </a:lnTo>
                  <a:lnTo>
                    <a:pt x="33278" y="8957"/>
                  </a:lnTo>
                  <a:lnTo>
                    <a:pt x="32794" y="9310"/>
                  </a:lnTo>
                  <a:lnTo>
                    <a:pt x="32298" y="9650"/>
                  </a:lnTo>
                  <a:lnTo>
                    <a:pt x="31788" y="9977"/>
                  </a:lnTo>
                  <a:lnTo>
                    <a:pt x="31265" y="10304"/>
                  </a:lnTo>
                  <a:lnTo>
                    <a:pt x="30742" y="10618"/>
                  </a:lnTo>
                  <a:lnTo>
                    <a:pt x="30219" y="10932"/>
                  </a:lnTo>
                  <a:lnTo>
                    <a:pt x="29682" y="11232"/>
                  </a:lnTo>
                  <a:lnTo>
                    <a:pt x="29133" y="11520"/>
                  </a:lnTo>
                  <a:lnTo>
                    <a:pt x="28584" y="11808"/>
                  </a:lnTo>
                  <a:lnTo>
                    <a:pt x="28022" y="12082"/>
                  </a:lnTo>
                  <a:lnTo>
                    <a:pt x="26884" y="12631"/>
                  </a:lnTo>
                  <a:lnTo>
                    <a:pt x="25734" y="13154"/>
                  </a:lnTo>
                  <a:lnTo>
                    <a:pt x="24570" y="13664"/>
                  </a:lnTo>
                  <a:lnTo>
                    <a:pt x="23393" y="14161"/>
                  </a:lnTo>
                  <a:lnTo>
                    <a:pt x="22203" y="14645"/>
                  </a:lnTo>
                  <a:lnTo>
                    <a:pt x="19823" y="15613"/>
                  </a:lnTo>
                  <a:lnTo>
                    <a:pt x="18634" y="16096"/>
                  </a:lnTo>
                  <a:lnTo>
                    <a:pt x="17457" y="16593"/>
                  </a:lnTo>
                  <a:lnTo>
                    <a:pt x="16280" y="17103"/>
                  </a:lnTo>
                  <a:lnTo>
                    <a:pt x="15116" y="17626"/>
                  </a:lnTo>
                  <a:lnTo>
                    <a:pt x="13979" y="18162"/>
                  </a:lnTo>
                  <a:lnTo>
                    <a:pt x="13416" y="18437"/>
                  </a:lnTo>
                  <a:lnTo>
                    <a:pt x="12854" y="18712"/>
                  </a:lnTo>
                  <a:lnTo>
                    <a:pt x="12305" y="19012"/>
                  </a:lnTo>
                  <a:lnTo>
                    <a:pt x="11756" y="19300"/>
                  </a:lnTo>
                  <a:lnTo>
                    <a:pt x="11220" y="19601"/>
                  </a:lnTo>
                  <a:lnTo>
                    <a:pt x="10684" y="19914"/>
                  </a:lnTo>
                  <a:lnTo>
                    <a:pt x="10161" y="20241"/>
                  </a:lnTo>
                  <a:lnTo>
                    <a:pt x="9651" y="20568"/>
                  </a:lnTo>
                  <a:lnTo>
                    <a:pt x="9141" y="20908"/>
                  </a:lnTo>
                  <a:lnTo>
                    <a:pt x="8644" y="21248"/>
                  </a:lnTo>
                  <a:lnTo>
                    <a:pt x="8160" y="21614"/>
                  </a:lnTo>
                  <a:lnTo>
                    <a:pt x="7689" y="21980"/>
                  </a:lnTo>
                  <a:lnTo>
                    <a:pt x="7219" y="22360"/>
                  </a:lnTo>
                  <a:lnTo>
                    <a:pt x="6761" y="22752"/>
                  </a:lnTo>
                  <a:lnTo>
                    <a:pt x="6421" y="23053"/>
                  </a:lnTo>
                  <a:lnTo>
                    <a:pt x="6081" y="23380"/>
                  </a:lnTo>
                  <a:lnTo>
                    <a:pt x="5767" y="23693"/>
                  </a:lnTo>
                  <a:lnTo>
                    <a:pt x="5440" y="24033"/>
                  </a:lnTo>
                  <a:lnTo>
                    <a:pt x="5140" y="24360"/>
                  </a:lnTo>
                  <a:lnTo>
                    <a:pt x="4839" y="24713"/>
                  </a:lnTo>
                  <a:lnTo>
                    <a:pt x="4551" y="25053"/>
                  </a:lnTo>
                  <a:lnTo>
                    <a:pt x="4264" y="25419"/>
                  </a:lnTo>
                  <a:lnTo>
                    <a:pt x="3989" y="25772"/>
                  </a:lnTo>
                  <a:lnTo>
                    <a:pt x="3727" y="26138"/>
                  </a:lnTo>
                  <a:lnTo>
                    <a:pt x="3466" y="26518"/>
                  </a:lnTo>
                  <a:lnTo>
                    <a:pt x="3217" y="26897"/>
                  </a:lnTo>
                  <a:lnTo>
                    <a:pt x="2982" y="27276"/>
                  </a:lnTo>
                  <a:lnTo>
                    <a:pt x="2760" y="27668"/>
                  </a:lnTo>
                  <a:lnTo>
                    <a:pt x="2538" y="28061"/>
                  </a:lnTo>
                  <a:lnTo>
                    <a:pt x="2328" y="28453"/>
                  </a:lnTo>
                  <a:lnTo>
                    <a:pt x="2119" y="28858"/>
                  </a:lnTo>
                  <a:lnTo>
                    <a:pt x="1923" y="29264"/>
                  </a:lnTo>
                  <a:lnTo>
                    <a:pt x="1740" y="29669"/>
                  </a:lnTo>
                  <a:lnTo>
                    <a:pt x="1570" y="30087"/>
                  </a:lnTo>
                  <a:lnTo>
                    <a:pt x="1400" y="30506"/>
                  </a:lnTo>
                  <a:lnTo>
                    <a:pt x="1243" y="30924"/>
                  </a:lnTo>
                  <a:lnTo>
                    <a:pt x="1099" y="31343"/>
                  </a:lnTo>
                  <a:lnTo>
                    <a:pt x="955" y="31774"/>
                  </a:lnTo>
                  <a:lnTo>
                    <a:pt x="825" y="32192"/>
                  </a:lnTo>
                  <a:lnTo>
                    <a:pt x="707" y="32624"/>
                  </a:lnTo>
                  <a:lnTo>
                    <a:pt x="602" y="33069"/>
                  </a:lnTo>
                  <a:lnTo>
                    <a:pt x="498" y="33500"/>
                  </a:lnTo>
                  <a:lnTo>
                    <a:pt x="406" y="33932"/>
                  </a:lnTo>
                  <a:lnTo>
                    <a:pt x="315" y="34376"/>
                  </a:lnTo>
                  <a:lnTo>
                    <a:pt x="249" y="34821"/>
                  </a:lnTo>
                  <a:lnTo>
                    <a:pt x="184" y="35252"/>
                  </a:lnTo>
                  <a:lnTo>
                    <a:pt x="132" y="35697"/>
                  </a:lnTo>
                  <a:lnTo>
                    <a:pt x="79" y="36141"/>
                  </a:lnTo>
                  <a:lnTo>
                    <a:pt x="53" y="36586"/>
                  </a:lnTo>
                  <a:lnTo>
                    <a:pt x="27" y="37030"/>
                  </a:lnTo>
                  <a:lnTo>
                    <a:pt x="14" y="37475"/>
                  </a:lnTo>
                  <a:lnTo>
                    <a:pt x="1" y="37920"/>
                  </a:lnTo>
                  <a:lnTo>
                    <a:pt x="1" y="38364"/>
                  </a:lnTo>
                  <a:lnTo>
                    <a:pt x="14" y="38809"/>
                  </a:lnTo>
                  <a:lnTo>
                    <a:pt x="40" y="39266"/>
                  </a:lnTo>
                  <a:lnTo>
                    <a:pt x="79" y="39711"/>
                  </a:lnTo>
                  <a:lnTo>
                    <a:pt x="119" y="40142"/>
                  </a:lnTo>
                  <a:lnTo>
                    <a:pt x="171" y="40587"/>
                  </a:lnTo>
                  <a:lnTo>
                    <a:pt x="236" y="41032"/>
                  </a:lnTo>
                  <a:lnTo>
                    <a:pt x="302" y="41476"/>
                  </a:lnTo>
                  <a:lnTo>
                    <a:pt x="393" y="41908"/>
                  </a:lnTo>
                  <a:lnTo>
                    <a:pt x="485" y="42352"/>
                  </a:lnTo>
                  <a:lnTo>
                    <a:pt x="589" y="42784"/>
                  </a:lnTo>
                  <a:lnTo>
                    <a:pt x="694" y="43215"/>
                  </a:lnTo>
                  <a:lnTo>
                    <a:pt x="825" y="43647"/>
                  </a:lnTo>
                  <a:lnTo>
                    <a:pt x="955" y="44065"/>
                  </a:lnTo>
                  <a:lnTo>
                    <a:pt x="1099" y="44497"/>
                  </a:lnTo>
                  <a:lnTo>
                    <a:pt x="1243" y="44915"/>
                  </a:lnTo>
                  <a:lnTo>
                    <a:pt x="1413" y="45333"/>
                  </a:lnTo>
                  <a:lnTo>
                    <a:pt x="1583" y="45752"/>
                  </a:lnTo>
                  <a:lnTo>
                    <a:pt x="1766" y="46157"/>
                  </a:lnTo>
                  <a:lnTo>
                    <a:pt x="1962" y="46563"/>
                  </a:lnTo>
                  <a:lnTo>
                    <a:pt x="2171" y="46968"/>
                  </a:lnTo>
                  <a:lnTo>
                    <a:pt x="2381" y="47373"/>
                  </a:lnTo>
                  <a:lnTo>
                    <a:pt x="2616" y="47766"/>
                  </a:lnTo>
                  <a:lnTo>
                    <a:pt x="2851" y="48158"/>
                  </a:lnTo>
                  <a:lnTo>
                    <a:pt x="3100" y="48537"/>
                  </a:lnTo>
                  <a:lnTo>
                    <a:pt x="3348" y="48929"/>
                  </a:lnTo>
                  <a:lnTo>
                    <a:pt x="3636" y="49322"/>
                  </a:lnTo>
                  <a:lnTo>
                    <a:pt x="3937" y="49714"/>
                  </a:lnTo>
                  <a:lnTo>
                    <a:pt x="4250" y="50093"/>
                  </a:lnTo>
                  <a:lnTo>
                    <a:pt x="4564" y="50472"/>
                  </a:lnTo>
                  <a:lnTo>
                    <a:pt x="4891" y="50838"/>
                  </a:lnTo>
                  <a:lnTo>
                    <a:pt x="5231" y="51191"/>
                  </a:lnTo>
                  <a:lnTo>
                    <a:pt x="5584" y="51531"/>
                  </a:lnTo>
                  <a:lnTo>
                    <a:pt x="5937" y="51871"/>
                  </a:lnTo>
                  <a:lnTo>
                    <a:pt x="6303" y="52198"/>
                  </a:lnTo>
                  <a:lnTo>
                    <a:pt x="6669" y="52512"/>
                  </a:lnTo>
                  <a:lnTo>
                    <a:pt x="7049" y="52813"/>
                  </a:lnTo>
                  <a:lnTo>
                    <a:pt x="7441" y="53113"/>
                  </a:lnTo>
                  <a:lnTo>
                    <a:pt x="7833" y="53414"/>
                  </a:lnTo>
                  <a:lnTo>
                    <a:pt x="8238" y="53689"/>
                  </a:lnTo>
                  <a:lnTo>
                    <a:pt x="8657" y="53976"/>
                  </a:lnTo>
                  <a:lnTo>
                    <a:pt x="9075" y="54238"/>
                  </a:lnTo>
                  <a:lnTo>
                    <a:pt x="9494" y="54499"/>
                  </a:lnTo>
                  <a:lnTo>
                    <a:pt x="9925" y="54748"/>
                  </a:lnTo>
                  <a:lnTo>
                    <a:pt x="10357" y="54996"/>
                  </a:lnTo>
                  <a:lnTo>
                    <a:pt x="10801" y="55232"/>
                  </a:lnTo>
                  <a:lnTo>
                    <a:pt x="11259" y="55454"/>
                  </a:lnTo>
                  <a:lnTo>
                    <a:pt x="11704" y="55676"/>
                  </a:lnTo>
                  <a:lnTo>
                    <a:pt x="12161" y="55899"/>
                  </a:lnTo>
                  <a:lnTo>
                    <a:pt x="12632" y="56108"/>
                  </a:lnTo>
                  <a:lnTo>
                    <a:pt x="13103" y="56304"/>
                  </a:lnTo>
                  <a:lnTo>
                    <a:pt x="13573" y="56500"/>
                  </a:lnTo>
                  <a:lnTo>
                    <a:pt x="14528" y="56866"/>
                  </a:lnTo>
                  <a:lnTo>
                    <a:pt x="15509" y="57219"/>
                  </a:lnTo>
                  <a:lnTo>
                    <a:pt x="16489" y="57533"/>
                  </a:lnTo>
                  <a:lnTo>
                    <a:pt x="17483" y="57834"/>
                  </a:lnTo>
                  <a:lnTo>
                    <a:pt x="18490" y="58108"/>
                  </a:lnTo>
                  <a:lnTo>
                    <a:pt x="19497" y="58357"/>
                  </a:lnTo>
                  <a:lnTo>
                    <a:pt x="20516" y="58592"/>
                  </a:lnTo>
                  <a:lnTo>
                    <a:pt x="21536" y="58814"/>
                  </a:lnTo>
                  <a:lnTo>
                    <a:pt x="22556" y="59011"/>
                  </a:lnTo>
                  <a:lnTo>
                    <a:pt x="23563" y="59181"/>
                  </a:lnTo>
                  <a:lnTo>
                    <a:pt x="24583" y="59351"/>
                  </a:lnTo>
                  <a:lnTo>
                    <a:pt x="25590" y="59494"/>
                  </a:lnTo>
                  <a:lnTo>
                    <a:pt x="26584" y="59638"/>
                  </a:lnTo>
                  <a:lnTo>
                    <a:pt x="27577" y="59756"/>
                  </a:lnTo>
                  <a:lnTo>
                    <a:pt x="28558" y="59874"/>
                  </a:lnTo>
                  <a:lnTo>
                    <a:pt x="29512" y="59965"/>
                  </a:lnTo>
                  <a:lnTo>
                    <a:pt x="30467" y="60057"/>
                  </a:lnTo>
                  <a:lnTo>
                    <a:pt x="32298" y="60214"/>
                  </a:lnTo>
                  <a:lnTo>
                    <a:pt x="33317" y="60292"/>
                  </a:lnTo>
                  <a:lnTo>
                    <a:pt x="34350" y="60357"/>
                  </a:lnTo>
                  <a:lnTo>
                    <a:pt x="35370" y="60423"/>
                  </a:lnTo>
                  <a:lnTo>
                    <a:pt x="36403" y="60462"/>
                  </a:lnTo>
                  <a:lnTo>
                    <a:pt x="37423" y="60501"/>
                  </a:lnTo>
                  <a:lnTo>
                    <a:pt x="38456" y="60527"/>
                  </a:lnTo>
                  <a:lnTo>
                    <a:pt x="39489" y="60540"/>
                  </a:lnTo>
                  <a:lnTo>
                    <a:pt x="40522" y="60554"/>
                  </a:lnTo>
                  <a:lnTo>
                    <a:pt x="41568" y="60554"/>
                  </a:lnTo>
                  <a:lnTo>
                    <a:pt x="42601" y="60527"/>
                  </a:lnTo>
                  <a:lnTo>
                    <a:pt x="43634" y="60514"/>
                  </a:lnTo>
                  <a:lnTo>
                    <a:pt x="44667" y="60475"/>
                  </a:lnTo>
                  <a:lnTo>
                    <a:pt x="45713" y="60423"/>
                  </a:lnTo>
                  <a:lnTo>
                    <a:pt x="46746" y="60370"/>
                  </a:lnTo>
                  <a:lnTo>
                    <a:pt x="47779" y="60305"/>
                  </a:lnTo>
                  <a:lnTo>
                    <a:pt x="48812" y="60227"/>
                  </a:lnTo>
                  <a:lnTo>
                    <a:pt x="49845" y="60135"/>
                  </a:lnTo>
                  <a:lnTo>
                    <a:pt x="50891" y="60030"/>
                  </a:lnTo>
                  <a:lnTo>
                    <a:pt x="51911" y="59926"/>
                  </a:lnTo>
                  <a:lnTo>
                    <a:pt x="52944" y="59808"/>
                  </a:lnTo>
                  <a:lnTo>
                    <a:pt x="53977" y="59664"/>
                  </a:lnTo>
                  <a:lnTo>
                    <a:pt x="54997" y="59521"/>
                  </a:lnTo>
                  <a:lnTo>
                    <a:pt x="56030" y="59377"/>
                  </a:lnTo>
                  <a:lnTo>
                    <a:pt x="57050" y="59207"/>
                  </a:lnTo>
                  <a:lnTo>
                    <a:pt x="58070" y="59024"/>
                  </a:lnTo>
                  <a:lnTo>
                    <a:pt x="59076" y="58841"/>
                  </a:lnTo>
                  <a:lnTo>
                    <a:pt x="60096" y="58631"/>
                  </a:lnTo>
                  <a:lnTo>
                    <a:pt x="61103" y="58422"/>
                  </a:lnTo>
                  <a:lnTo>
                    <a:pt x="62097" y="58200"/>
                  </a:lnTo>
                  <a:lnTo>
                    <a:pt x="63104" y="57965"/>
                  </a:lnTo>
                  <a:lnTo>
                    <a:pt x="64097" y="57716"/>
                  </a:lnTo>
                  <a:lnTo>
                    <a:pt x="65091" y="57455"/>
                  </a:lnTo>
                  <a:lnTo>
                    <a:pt x="65248" y="57415"/>
                  </a:lnTo>
                  <a:lnTo>
                    <a:pt x="65392" y="57363"/>
                  </a:lnTo>
                  <a:lnTo>
                    <a:pt x="65536" y="57298"/>
                  </a:lnTo>
                  <a:lnTo>
                    <a:pt x="65666" y="57232"/>
                  </a:lnTo>
                  <a:lnTo>
                    <a:pt x="65797" y="57167"/>
                  </a:lnTo>
                  <a:lnTo>
                    <a:pt x="65915" y="57088"/>
                  </a:lnTo>
                  <a:lnTo>
                    <a:pt x="66020" y="57010"/>
                  </a:lnTo>
                  <a:lnTo>
                    <a:pt x="66124" y="56932"/>
                  </a:lnTo>
                  <a:lnTo>
                    <a:pt x="66229" y="56840"/>
                  </a:lnTo>
                  <a:lnTo>
                    <a:pt x="66320" y="56749"/>
                  </a:lnTo>
                  <a:lnTo>
                    <a:pt x="66477" y="56565"/>
                  </a:lnTo>
                  <a:lnTo>
                    <a:pt x="66608" y="56356"/>
                  </a:lnTo>
                  <a:lnTo>
                    <a:pt x="66713" y="56134"/>
                  </a:lnTo>
                  <a:lnTo>
                    <a:pt x="66791" y="55899"/>
                  </a:lnTo>
                  <a:lnTo>
                    <a:pt x="66843" y="55663"/>
                  </a:lnTo>
                  <a:lnTo>
                    <a:pt x="66869" y="55428"/>
                  </a:lnTo>
                  <a:lnTo>
                    <a:pt x="66869" y="55179"/>
                  </a:lnTo>
                  <a:lnTo>
                    <a:pt x="66856" y="54931"/>
                  </a:lnTo>
                  <a:lnTo>
                    <a:pt x="66817" y="54683"/>
                  </a:lnTo>
                  <a:lnTo>
                    <a:pt x="66752" y="54434"/>
                  </a:lnTo>
                  <a:lnTo>
                    <a:pt x="66660" y="54186"/>
                  </a:lnTo>
                  <a:lnTo>
                    <a:pt x="66569" y="53950"/>
                  </a:lnTo>
                  <a:lnTo>
                    <a:pt x="66438" y="53715"/>
                  </a:lnTo>
                  <a:lnTo>
                    <a:pt x="66294" y="53493"/>
                  </a:lnTo>
                  <a:lnTo>
                    <a:pt x="66137" y="53283"/>
                  </a:lnTo>
                  <a:lnTo>
                    <a:pt x="65967" y="53087"/>
                  </a:lnTo>
                  <a:lnTo>
                    <a:pt x="65771" y="52904"/>
                  </a:lnTo>
                  <a:lnTo>
                    <a:pt x="65562" y="52734"/>
                  </a:lnTo>
                  <a:lnTo>
                    <a:pt x="65340" y="52590"/>
                  </a:lnTo>
                  <a:lnTo>
                    <a:pt x="65104" y="52460"/>
                  </a:lnTo>
                  <a:lnTo>
                    <a:pt x="64856" y="52355"/>
                  </a:lnTo>
                  <a:lnTo>
                    <a:pt x="64594" y="52277"/>
                  </a:lnTo>
                  <a:lnTo>
                    <a:pt x="64320" y="52224"/>
                  </a:lnTo>
                  <a:lnTo>
                    <a:pt x="64032" y="52185"/>
                  </a:lnTo>
                  <a:lnTo>
                    <a:pt x="63731" y="52198"/>
                  </a:lnTo>
                  <a:lnTo>
                    <a:pt x="63574" y="52211"/>
                  </a:lnTo>
                  <a:lnTo>
                    <a:pt x="63431" y="52224"/>
                  </a:lnTo>
                  <a:lnTo>
                    <a:pt x="63274" y="52264"/>
                  </a:lnTo>
                  <a:lnTo>
                    <a:pt x="63104" y="52303"/>
                  </a:lnTo>
                  <a:lnTo>
                    <a:pt x="61652" y="52669"/>
                  </a:lnTo>
                  <a:lnTo>
                    <a:pt x="60096" y="53048"/>
                  </a:lnTo>
                  <a:lnTo>
                    <a:pt x="58475" y="53401"/>
                  </a:lnTo>
                  <a:lnTo>
                    <a:pt x="56788" y="53741"/>
                  </a:lnTo>
                  <a:lnTo>
                    <a:pt x="55023" y="54068"/>
                  </a:lnTo>
                  <a:lnTo>
                    <a:pt x="54121" y="54225"/>
                  </a:lnTo>
                  <a:lnTo>
                    <a:pt x="53205" y="54369"/>
                  </a:lnTo>
                  <a:lnTo>
                    <a:pt x="52277" y="54513"/>
                  </a:lnTo>
                  <a:lnTo>
                    <a:pt x="51336" y="54643"/>
                  </a:lnTo>
                  <a:lnTo>
                    <a:pt x="50381" y="54774"/>
                  </a:lnTo>
                  <a:lnTo>
                    <a:pt x="49427" y="54905"/>
                  </a:lnTo>
                  <a:lnTo>
                    <a:pt x="48459" y="55009"/>
                  </a:lnTo>
                  <a:lnTo>
                    <a:pt x="47478" y="55114"/>
                  </a:lnTo>
                  <a:lnTo>
                    <a:pt x="46485" y="55219"/>
                  </a:lnTo>
                  <a:lnTo>
                    <a:pt x="45491" y="55310"/>
                  </a:lnTo>
                  <a:lnTo>
                    <a:pt x="44484" y="55389"/>
                  </a:lnTo>
                  <a:lnTo>
                    <a:pt x="43477" y="55454"/>
                  </a:lnTo>
                  <a:lnTo>
                    <a:pt x="42470" y="55519"/>
                  </a:lnTo>
                  <a:lnTo>
                    <a:pt x="41450" y="55572"/>
                  </a:lnTo>
                  <a:lnTo>
                    <a:pt x="40431" y="55611"/>
                  </a:lnTo>
                  <a:lnTo>
                    <a:pt x="39411" y="55637"/>
                  </a:lnTo>
                  <a:lnTo>
                    <a:pt x="38391" y="55650"/>
                  </a:lnTo>
                  <a:lnTo>
                    <a:pt x="36351" y="55650"/>
                  </a:lnTo>
                  <a:lnTo>
                    <a:pt x="35331" y="55624"/>
                  </a:lnTo>
                  <a:lnTo>
                    <a:pt x="34311" y="55598"/>
                  </a:lnTo>
                  <a:lnTo>
                    <a:pt x="33291" y="55546"/>
                  </a:lnTo>
                  <a:lnTo>
                    <a:pt x="32284" y="55480"/>
                  </a:lnTo>
                  <a:lnTo>
                    <a:pt x="31265" y="55415"/>
                  </a:lnTo>
                  <a:lnTo>
                    <a:pt x="30271" y="55323"/>
                  </a:lnTo>
                  <a:lnTo>
                    <a:pt x="29264" y="55219"/>
                  </a:lnTo>
                  <a:lnTo>
                    <a:pt x="28270" y="55101"/>
                  </a:lnTo>
                  <a:lnTo>
                    <a:pt x="27290" y="54957"/>
                  </a:lnTo>
                  <a:lnTo>
                    <a:pt x="26322" y="54800"/>
                  </a:lnTo>
                  <a:lnTo>
                    <a:pt x="25354" y="54643"/>
                  </a:lnTo>
                  <a:lnTo>
                    <a:pt x="24400" y="54447"/>
                  </a:lnTo>
                  <a:lnTo>
                    <a:pt x="23445" y="54251"/>
                  </a:lnTo>
                  <a:lnTo>
                    <a:pt x="22517" y="54029"/>
                  </a:lnTo>
                  <a:lnTo>
                    <a:pt x="21602" y="53793"/>
                  </a:lnTo>
                  <a:lnTo>
                    <a:pt x="20686" y="53532"/>
                  </a:lnTo>
                  <a:lnTo>
                    <a:pt x="19797" y="53257"/>
                  </a:lnTo>
                  <a:lnTo>
                    <a:pt x="18921" y="52957"/>
                  </a:lnTo>
                  <a:lnTo>
                    <a:pt x="18058" y="52643"/>
                  </a:lnTo>
                  <a:lnTo>
                    <a:pt x="17208" y="52303"/>
                  </a:lnTo>
                  <a:lnTo>
                    <a:pt x="16385" y="51950"/>
                  </a:lnTo>
                  <a:lnTo>
                    <a:pt x="15574" y="51571"/>
                  </a:lnTo>
                  <a:lnTo>
                    <a:pt x="14776" y="51165"/>
                  </a:lnTo>
                  <a:lnTo>
                    <a:pt x="14005" y="50747"/>
                  </a:lnTo>
                  <a:lnTo>
                    <a:pt x="13260" y="50302"/>
                  </a:lnTo>
                  <a:lnTo>
                    <a:pt x="12527" y="49845"/>
                  </a:lnTo>
                  <a:lnTo>
                    <a:pt x="12174" y="49596"/>
                  </a:lnTo>
                  <a:lnTo>
                    <a:pt x="11821" y="49361"/>
                  </a:lnTo>
                  <a:lnTo>
                    <a:pt x="11468" y="49099"/>
                  </a:lnTo>
                  <a:lnTo>
                    <a:pt x="11128" y="48838"/>
                  </a:lnTo>
                  <a:lnTo>
                    <a:pt x="10801" y="48576"/>
                  </a:lnTo>
                  <a:lnTo>
                    <a:pt x="10474" y="48315"/>
                  </a:lnTo>
                  <a:lnTo>
                    <a:pt x="10148" y="48027"/>
                  </a:lnTo>
                  <a:lnTo>
                    <a:pt x="9834" y="47752"/>
                  </a:lnTo>
                  <a:lnTo>
                    <a:pt x="9533" y="47465"/>
                  </a:lnTo>
                  <a:lnTo>
                    <a:pt x="9232" y="47164"/>
                  </a:lnTo>
                  <a:lnTo>
                    <a:pt x="8931" y="46863"/>
                  </a:lnTo>
                  <a:lnTo>
                    <a:pt x="8644" y="46563"/>
                  </a:lnTo>
                  <a:lnTo>
                    <a:pt x="8369" y="46249"/>
                  </a:lnTo>
                  <a:lnTo>
                    <a:pt x="8095" y="45922"/>
                  </a:lnTo>
                  <a:lnTo>
                    <a:pt x="7820" y="45595"/>
                  </a:lnTo>
                  <a:lnTo>
                    <a:pt x="7559" y="45268"/>
                  </a:lnTo>
                  <a:lnTo>
                    <a:pt x="7310" y="44928"/>
                  </a:lnTo>
                  <a:lnTo>
                    <a:pt x="7062" y="44588"/>
                  </a:lnTo>
                  <a:lnTo>
                    <a:pt x="6696" y="44026"/>
                  </a:lnTo>
                  <a:lnTo>
                    <a:pt x="6356" y="43477"/>
                  </a:lnTo>
                  <a:lnTo>
                    <a:pt x="6055" y="42928"/>
                  </a:lnTo>
                  <a:lnTo>
                    <a:pt x="5793" y="42378"/>
                  </a:lnTo>
                  <a:lnTo>
                    <a:pt x="5558" y="41842"/>
                  </a:lnTo>
                  <a:lnTo>
                    <a:pt x="5349" y="41306"/>
                  </a:lnTo>
                  <a:lnTo>
                    <a:pt x="5179" y="40770"/>
                  </a:lnTo>
                  <a:lnTo>
                    <a:pt x="5035" y="40247"/>
                  </a:lnTo>
                  <a:lnTo>
                    <a:pt x="4930" y="39724"/>
                  </a:lnTo>
                  <a:lnTo>
                    <a:pt x="4839" y="39201"/>
                  </a:lnTo>
                  <a:lnTo>
                    <a:pt x="4787" y="38691"/>
                  </a:lnTo>
                  <a:lnTo>
                    <a:pt x="4760" y="38181"/>
                  </a:lnTo>
                  <a:lnTo>
                    <a:pt x="4760" y="37671"/>
                  </a:lnTo>
                  <a:lnTo>
                    <a:pt x="4787" y="37174"/>
                  </a:lnTo>
                  <a:lnTo>
                    <a:pt x="4839" y="36677"/>
                  </a:lnTo>
                  <a:lnTo>
                    <a:pt x="4917" y="36181"/>
                  </a:lnTo>
                  <a:lnTo>
                    <a:pt x="5022" y="35697"/>
                  </a:lnTo>
                  <a:lnTo>
                    <a:pt x="5140" y="35213"/>
                  </a:lnTo>
                  <a:lnTo>
                    <a:pt x="5283" y="34729"/>
                  </a:lnTo>
                  <a:lnTo>
                    <a:pt x="5453" y="34258"/>
                  </a:lnTo>
                  <a:lnTo>
                    <a:pt x="5636" y="33788"/>
                  </a:lnTo>
                  <a:lnTo>
                    <a:pt x="5846" y="33330"/>
                  </a:lnTo>
                  <a:lnTo>
                    <a:pt x="6081" y="32872"/>
                  </a:lnTo>
                  <a:lnTo>
                    <a:pt x="6329" y="32428"/>
                  </a:lnTo>
                  <a:lnTo>
                    <a:pt x="6591" y="31970"/>
                  </a:lnTo>
                  <a:lnTo>
                    <a:pt x="6879" y="31539"/>
                  </a:lnTo>
                  <a:lnTo>
                    <a:pt x="7179" y="31107"/>
                  </a:lnTo>
                  <a:lnTo>
                    <a:pt x="7493" y="30676"/>
                  </a:lnTo>
                  <a:lnTo>
                    <a:pt x="7820" y="30244"/>
                  </a:lnTo>
                  <a:lnTo>
                    <a:pt x="8173" y="29826"/>
                  </a:lnTo>
                  <a:lnTo>
                    <a:pt x="8526" y="29420"/>
                  </a:lnTo>
                  <a:lnTo>
                    <a:pt x="8905" y="29015"/>
                  </a:lnTo>
                  <a:lnTo>
                    <a:pt x="9285" y="28610"/>
                  </a:lnTo>
                  <a:lnTo>
                    <a:pt x="9690" y="28217"/>
                  </a:lnTo>
                  <a:lnTo>
                    <a:pt x="10095" y="27838"/>
                  </a:lnTo>
                  <a:lnTo>
                    <a:pt x="10514" y="27446"/>
                  </a:lnTo>
                  <a:lnTo>
                    <a:pt x="10945" y="27080"/>
                  </a:lnTo>
                  <a:lnTo>
                    <a:pt x="11377" y="26714"/>
                  </a:lnTo>
                  <a:lnTo>
                    <a:pt x="11821" y="26348"/>
                  </a:lnTo>
                  <a:lnTo>
                    <a:pt x="12279" y="25995"/>
                  </a:lnTo>
                  <a:lnTo>
                    <a:pt x="12736" y="25642"/>
                  </a:lnTo>
                  <a:lnTo>
                    <a:pt x="13207" y="25302"/>
                  </a:lnTo>
                  <a:lnTo>
                    <a:pt x="13678" y="24975"/>
                  </a:lnTo>
                  <a:lnTo>
                    <a:pt x="14149" y="24648"/>
                  </a:lnTo>
                  <a:lnTo>
                    <a:pt x="15103" y="24007"/>
                  </a:lnTo>
                  <a:lnTo>
                    <a:pt x="16084" y="23406"/>
                  </a:lnTo>
                  <a:lnTo>
                    <a:pt x="17051" y="22830"/>
                  </a:lnTo>
                  <a:lnTo>
                    <a:pt x="18032" y="22281"/>
                  </a:lnTo>
                  <a:lnTo>
                    <a:pt x="19000" y="21771"/>
                  </a:lnTo>
                  <a:lnTo>
                    <a:pt x="19941" y="21287"/>
                  </a:lnTo>
                  <a:lnTo>
                    <a:pt x="20883" y="20830"/>
                  </a:lnTo>
                  <a:lnTo>
                    <a:pt x="21785" y="20411"/>
                  </a:lnTo>
                  <a:lnTo>
                    <a:pt x="22661" y="20032"/>
                  </a:lnTo>
                  <a:lnTo>
                    <a:pt x="23511" y="19679"/>
                  </a:lnTo>
                  <a:lnTo>
                    <a:pt x="25093" y="19025"/>
                  </a:lnTo>
                  <a:lnTo>
                    <a:pt x="26688" y="18372"/>
                  </a:lnTo>
                  <a:lnTo>
                    <a:pt x="28257" y="17692"/>
                  </a:lnTo>
                  <a:lnTo>
                    <a:pt x="29029" y="17352"/>
                  </a:lnTo>
                  <a:lnTo>
                    <a:pt x="29800" y="16999"/>
                  </a:lnTo>
                  <a:lnTo>
                    <a:pt x="30559" y="16632"/>
                  </a:lnTo>
                  <a:lnTo>
                    <a:pt x="31317" y="16266"/>
                  </a:lnTo>
                  <a:lnTo>
                    <a:pt x="32075" y="15887"/>
                  </a:lnTo>
                  <a:lnTo>
                    <a:pt x="32808" y="15495"/>
                  </a:lnTo>
                  <a:lnTo>
                    <a:pt x="33540" y="15090"/>
                  </a:lnTo>
                  <a:lnTo>
                    <a:pt x="34259" y="14671"/>
                  </a:lnTo>
                  <a:lnTo>
                    <a:pt x="34965" y="14240"/>
                  </a:lnTo>
                  <a:lnTo>
                    <a:pt x="35658" y="13795"/>
                  </a:lnTo>
                  <a:lnTo>
                    <a:pt x="36338" y="13337"/>
                  </a:lnTo>
                  <a:lnTo>
                    <a:pt x="37005" y="12854"/>
                  </a:lnTo>
                  <a:lnTo>
                    <a:pt x="37659" y="12370"/>
                  </a:lnTo>
                  <a:lnTo>
                    <a:pt x="38286" y="11847"/>
                  </a:lnTo>
                  <a:lnTo>
                    <a:pt x="38914" y="11324"/>
                  </a:lnTo>
                  <a:lnTo>
                    <a:pt x="39515" y="10762"/>
                  </a:lnTo>
                  <a:lnTo>
                    <a:pt x="40104" y="10186"/>
                  </a:lnTo>
                  <a:lnTo>
                    <a:pt x="40666" y="9585"/>
                  </a:lnTo>
                  <a:lnTo>
                    <a:pt x="41215" y="8970"/>
                  </a:lnTo>
                  <a:lnTo>
                    <a:pt x="41477" y="8643"/>
                  </a:lnTo>
                  <a:lnTo>
                    <a:pt x="41738" y="8329"/>
                  </a:lnTo>
                  <a:lnTo>
                    <a:pt x="42000" y="7989"/>
                  </a:lnTo>
                  <a:lnTo>
                    <a:pt x="42248" y="7650"/>
                  </a:lnTo>
                  <a:lnTo>
                    <a:pt x="42483" y="7310"/>
                  </a:lnTo>
                  <a:lnTo>
                    <a:pt x="42732" y="6957"/>
                  </a:lnTo>
                  <a:lnTo>
                    <a:pt x="42954" y="6590"/>
                  </a:lnTo>
                  <a:lnTo>
                    <a:pt x="43190" y="6224"/>
                  </a:lnTo>
                  <a:lnTo>
                    <a:pt x="43412" y="5858"/>
                  </a:lnTo>
                  <a:lnTo>
                    <a:pt x="43621" y="5479"/>
                  </a:lnTo>
                  <a:lnTo>
                    <a:pt x="43830" y="5087"/>
                  </a:lnTo>
                  <a:lnTo>
                    <a:pt x="44039" y="4694"/>
                  </a:lnTo>
                  <a:lnTo>
                    <a:pt x="44236" y="4289"/>
                  </a:lnTo>
                  <a:lnTo>
                    <a:pt x="44419" y="3884"/>
                  </a:lnTo>
                  <a:lnTo>
                    <a:pt x="44484" y="3727"/>
                  </a:lnTo>
                  <a:lnTo>
                    <a:pt x="44536" y="3583"/>
                  </a:lnTo>
                  <a:lnTo>
                    <a:pt x="44589" y="3426"/>
                  </a:lnTo>
                  <a:lnTo>
                    <a:pt x="44628" y="3282"/>
                  </a:lnTo>
                  <a:lnTo>
                    <a:pt x="44654" y="3138"/>
                  </a:lnTo>
                  <a:lnTo>
                    <a:pt x="44667" y="2995"/>
                  </a:lnTo>
                  <a:lnTo>
                    <a:pt x="44693" y="2707"/>
                  </a:lnTo>
                  <a:lnTo>
                    <a:pt x="44680" y="2445"/>
                  </a:lnTo>
                  <a:lnTo>
                    <a:pt x="44628" y="2184"/>
                  </a:lnTo>
                  <a:lnTo>
                    <a:pt x="44562" y="1935"/>
                  </a:lnTo>
                  <a:lnTo>
                    <a:pt x="44471" y="1687"/>
                  </a:lnTo>
                  <a:lnTo>
                    <a:pt x="44340" y="1465"/>
                  </a:lnTo>
                  <a:lnTo>
                    <a:pt x="44209" y="1256"/>
                  </a:lnTo>
                  <a:lnTo>
                    <a:pt x="44053" y="1046"/>
                  </a:lnTo>
                  <a:lnTo>
                    <a:pt x="43869" y="863"/>
                  </a:lnTo>
                  <a:lnTo>
                    <a:pt x="43673" y="693"/>
                  </a:lnTo>
                  <a:lnTo>
                    <a:pt x="43464" y="536"/>
                  </a:lnTo>
                  <a:lnTo>
                    <a:pt x="43242" y="406"/>
                  </a:lnTo>
                  <a:lnTo>
                    <a:pt x="43020" y="288"/>
                  </a:lnTo>
                  <a:lnTo>
                    <a:pt x="42771" y="183"/>
                  </a:lnTo>
                  <a:lnTo>
                    <a:pt x="42536" y="105"/>
                  </a:lnTo>
                  <a:lnTo>
                    <a:pt x="42287" y="53"/>
                  </a:lnTo>
                  <a:lnTo>
                    <a:pt x="42026" y="13"/>
                  </a:lnTo>
                  <a:lnTo>
                    <a:pt x="41777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8"/>
            <p:cNvSpPr/>
            <p:nvPr/>
          </p:nvSpPr>
          <p:spPr>
            <a:xfrm>
              <a:off x="2007850" y="2780675"/>
              <a:ext cx="1559925" cy="2232025"/>
            </a:xfrm>
            <a:custGeom>
              <a:avLst/>
              <a:gdLst/>
              <a:ahLst/>
              <a:cxnLst/>
              <a:rect l="l" t="t" r="r" b="b"/>
              <a:pathLst>
                <a:path w="62397" h="89281" extrusionOk="0">
                  <a:moveTo>
                    <a:pt x="34245" y="0"/>
                  </a:moveTo>
                  <a:lnTo>
                    <a:pt x="33670" y="13"/>
                  </a:lnTo>
                  <a:lnTo>
                    <a:pt x="33095" y="39"/>
                  </a:lnTo>
                  <a:lnTo>
                    <a:pt x="32519" y="92"/>
                  </a:lnTo>
                  <a:lnTo>
                    <a:pt x="31944" y="170"/>
                  </a:lnTo>
                  <a:lnTo>
                    <a:pt x="31369" y="262"/>
                  </a:lnTo>
                  <a:lnTo>
                    <a:pt x="30793" y="379"/>
                  </a:lnTo>
                  <a:lnTo>
                    <a:pt x="30231" y="510"/>
                  </a:lnTo>
                  <a:lnTo>
                    <a:pt x="29656" y="654"/>
                  </a:lnTo>
                  <a:lnTo>
                    <a:pt x="29080" y="837"/>
                  </a:lnTo>
                  <a:lnTo>
                    <a:pt x="28518" y="1020"/>
                  </a:lnTo>
                  <a:lnTo>
                    <a:pt x="27956" y="1229"/>
                  </a:lnTo>
                  <a:lnTo>
                    <a:pt x="27381" y="1465"/>
                  </a:lnTo>
                  <a:lnTo>
                    <a:pt x="26818" y="1713"/>
                  </a:lnTo>
                  <a:lnTo>
                    <a:pt x="26256" y="1988"/>
                  </a:lnTo>
                  <a:lnTo>
                    <a:pt x="25694" y="2275"/>
                  </a:lnTo>
                  <a:lnTo>
                    <a:pt x="25145" y="2589"/>
                  </a:lnTo>
                  <a:lnTo>
                    <a:pt x="24582" y="2916"/>
                  </a:lnTo>
                  <a:lnTo>
                    <a:pt x="24033" y="3256"/>
                  </a:lnTo>
                  <a:lnTo>
                    <a:pt x="23484" y="3622"/>
                  </a:lnTo>
                  <a:lnTo>
                    <a:pt x="22935" y="4014"/>
                  </a:lnTo>
                  <a:lnTo>
                    <a:pt x="22399" y="4420"/>
                  </a:lnTo>
                  <a:lnTo>
                    <a:pt x="21850" y="4851"/>
                  </a:lnTo>
                  <a:lnTo>
                    <a:pt x="21314" y="5296"/>
                  </a:lnTo>
                  <a:lnTo>
                    <a:pt x="20777" y="5754"/>
                  </a:lnTo>
                  <a:lnTo>
                    <a:pt x="20241" y="6237"/>
                  </a:lnTo>
                  <a:lnTo>
                    <a:pt x="19718" y="6734"/>
                  </a:lnTo>
                  <a:lnTo>
                    <a:pt x="19195" y="7257"/>
                  </a:lnTo>
                  <a:lnTo>
                    <a:pt x="18672" y="7793"/>
                  </a:lnTo>
                  <a:lnTo>
                    <a:pt x="18162" y="8356"/>
                  </a:lnTo>
                  <a:lnTo>
                    <a:pt x="17652" y="8931"/>
                  </a:lnTo>
                  <a:lnTo>
                    <a:pt x="17142" y="9519"/>
                  </a:lnTo>
                  <a:lnTo>
                    <a:pt x="16646" y="10134"/>
                  </a:lnTo>
                  <a:lnTo>
                    <a:pt x="16149" y="10775"/>
                  </a:lnTo>
                  <a:lnTo>
                    <a:pt x="15599" y="11494"/>
                  </a:lnTo>
                  <a:lnTo>
                    <a:pt x="15063" y="12213"/>
                  </a:lnTo>
                  <a:lnTo>
                    <a:pt x="14540" y="12945"/>
                  </a:lnTo>
                  <a:lnTo>
                    <a:pt x="14030" y="13690"/>
                  </a:lnTo>
                  <a:lnTo>
                    <a:pt x="13520" y="14449"/>
                  </a:lnTo>
                  <a:lnTo>
                    <a:pt x="13024" y="15220"/>
                  </a:lnTo>
                  <a:lnTo>
                    <a:pt x="12540" y="15992"/>
                  </a:lnTo>
                  <a:lnTo>
                    <a:pt x="12056" y="16776"/>
                  </a:lnTo>
                  <a:lnTo>
                    <a:pt x="11585" y="17561"/>
                  </a:lnTo>
                  <a:lnTo>
                    <a:pt x="11128" y="18358"/>
                  </a:lnTo>
                  <a:lnTo>
                    <a:pt x="10670" y="19169"/>
                  </a:lnTo>
                  <a:lnTo>
                    <a:pt x="10225" y="19993"/>
                  </a:lnTo>
                  <a:lnTo>
                    <a:pt x="9794" y="20817"/>
                  </a:lnTo>
                  <a:lnTo>
                    <a:pt x="9375" y="21640"/>
                  </a:lnTo>
                  <a:lnTo>
                    <a:pt x="8957" y="22477"/>
                  </a:lnTo>
                  <a:lnTo>
                    <a:pt x="8552" y="23327"/>
                  </a:lnTo>
                  <a:lnTo>
                    <a:pt x="8146" y="24177"/>
                  </a:lnTo>
                  <a:lnTo>
                    <a:pt x="7767" y="25040"/>
                  </a:lnTo>
                  <a:lnTo>
                    <a:pt x="7388" y="25903"/>
                  </a:lnTo>
                  <a:lnTo>
                    <a:pt x="7022" y="26779"/>
                  </a:lnTo>
                  <a:lnTo>
                    <a:pt x="6656" y="27655"/>
                  </a:lnTo>
                  <a:lnTo>
                    <a:pt x="6303" y="28531"/>
                  </a:lnTo>
                  <a:lnTo>
                    <a:pt x="5963" y="29420"/>
                  </a:lnTo>
                  <a:lnTo>
                    <a:pt x="5636" y="30310"/>
                  </a:lnTo>
                  <a:lnTo>
                    <a:pt x="5309" y="31212"/>
                  </a:lnTo>
                  <a:lnTo>
                    <a:pt x="4995" y="32114"/>
                  </a:lnTo>
                  <a:lnTo>
                    <a:pt x="4694" y="33016"/>
                  </a:lnTo>
                  <a:lnTo>
                    <a:pt x="4394" y="33918"/>
                  </a:lnTo>
                  <a:lnTo>
                    <a:pt x="4119" y="34834"/>
                  </a:lnTo>
                  <a:lnTo>
                    <a:pt x="3845" y="35749"/>
                  </a:lnTo>
                  <a:lnTo>
                    <a:pt x="3570" y="36677"/>
                  </a:lnTo>
                  <a:lnTo>
                    <a:pt x="3321" y="37593"/>
                  </a:lnTo>
                  <a:lnTo>
                    <a:pt x="3073" y="38521"/>
                  </a:lnTo>
                  <a:lnTo>
                    <a:pt x="2825" y="39449"/>
                  </a:lnTo>
                  <a:lnTo>
                    <a:pt x="2602" y="40378"/>
                  </a:lnTo>
                  <a:lnTo>
                    <a:pt x="2380" y="41306"/>
                  </a:lnTo>
                  <a:lnTo>
                    <a:pt x="2171" y="42248"/>
                  </a:lnTo>
                  <a:lnTo>
                    <a:pt x="1975" y="43176"/>
                  </a:lnTo>
                  <a:lnTo>
                    <a:pt x="1779" y="44117"/>
                  </a:lnTo>
                  <a:lnTo>
                    <a:pt x="1609" y="45059"/>
                  </a:lnTo>
                  <a:lnTo>
                    <a:pt x="1439" y="45987"/>
                  </a:lnTo>
                  <a:lnTo>
                    <a:pt x="1269" y="46929"/>
                  </a:lnTo>
                  <a:lnTo>
                    <a:pt x="1125" y="47870"/>
                  </a:lnTo>
                  <a:lnTo>
                    <a:pt x="981" y="48812"/>
                  </a:lnTo>
                  <a:lnTo>
                    <a:pt x="850" y="49753"/>
                  </a:lnTo>
                  <a:lnTo>
                    <a:pt x="719" y="50681"/>
                  </a:lnTo>
                  <a:lnTo>
                    <a:pt x="615" y="51623"/>
                  </a:lnTo>
                  <a:lnTo>
                    <a:pt x="510" y="52564"/>
                  </a:lnTo>
                  <a:lnTo>
                    <a:pt x="406" y="53493"/>
                  </a:lnTo>
                  <a:lnTo>
                    <a:pt x="327" y="54434"/>
                  </a:lnTo>
                  <a:lnTo>
                    <a:pt x="249" y="55362"/>
                  </a:lnTo>
                  <a:lnTo>
                    <a:pt x="183" y="56291"/>
                  </a:lnTo>
                  <a:lnTo>
                    <a:pt x="131" y="57219"/>
                  </a:lnTo>
                  <a:lnTo>
                    <a:pt x="92" y="58148"/>
                  </a:lnTo>
                  <a:lnTo>
                    <a:pt x="53" y="59076"/>
                  </a:lnTo>
                  <a:lnTo>
                    <a:pt x="26" y="59991"/>
                  </a:lnTo>
                  <a:lnTo>
                    <a:pt x="13" y="60907"/>
                  </a:lnTo>
                  <a:lnTo>
                    <a:pt x="0" y="61822"/>
                  </a:lnTo>
                  <a:lnTo>
                    <a:pt x="13" y="62724"/>
                  </a:lnTo>
                  <a:lnTo>
                    <a:pt x="26" y="63639"/>
                  </a:lnTo>
                  <a:lnTo>
                    <a:pt x="40" y="64542"/>
                  </a:lnTo>
                  <a:lnTo>
                    <a:pt x="79" y="65431"/>
                  </a:lnTo>
                  <a:lnTo>
                    <a:pt x="118" y="66320"/>
                  </a:lnTo>
                  <a:lnTo>
                    <a:pt x="170" y="67209"/>
                  </a:lnTo>
                  <a:lnTo>
                    <a:pt x="223" y="67824"/>
                  </a:lnTo>
                  <a:lnTo>
                    <a:pt x="275" y="68451"/>
                  </a:lnTo>
                  <a:lnTo>
                    <a:pt x="340" y="69066"/>
                  </a:lnTo>
                  <a:lnTo>
                    <a:pt x="419" y="69680"/>
                  </a:lnTo>
                  <a:lnTo>
                    <a:pt x="497" y="70295"/>
                  </a:lnTo>
                  <a:lnTo>
                    <a:pt x="602" y="70922"/>
                  </a:lnTo>
                  <a:lnTo>
                    <a:pt x="706" y="71537"/>
                  </a:lnTo>
                  <a:lnTo>
                    <a:pt x="824" y="72138"/>
                  </a:lnTo>
                  <a:lnTo>
                    <a:pt x="955" y="72753"/>
                  </a:lnTo>
                  <a:lnTo>
                    <a:pt x="1086" y="73368"/>
                  </a:lnTo>
                  <a:lnTo>
                    <a:pt x="1242" y="73969"/>
                  </a:lnTo>
                  <a:lnTo>
                    <a:pt x="1412" y="74571"/>
                  </a:lnTo>
                  <a:lnTo>
                    <a:pt x="1596" y="75159"/>
                  </a:lnTo>
                  <a:lnTo>
                    <a:pt x="1779" y="75747"/>
                  </a:lnTo>
                  <a:lnTo>
                    <a:pt x="1988" y="76336"/>
                  </a:lnTo>
                  <a:lnTo>
                    <a:pt x="2210" y="76911"/>
                  </a:lnTo>
                  <a:lnTo>
                    <a:pt x="2445" y="77486"/>
                  </a:lnTo>
                  <a:lnTo>
                    <a:pt x="2694" y="78049"/>
                  </a:lnTo>
                  <a:lnTo>
                    <a:pt x="2955" y="78611"/>
                  </a:lnTo>
                  <a:lnTo>
                    <a:pt x="3230" y="79160"/>
                  </a:lnTo>
                  <a:lnTo>
                    <a:pt x="3531" y="79696"/>
                  </a:lnTo>
                  <a:lnTo>
                    <a:pt x="3831" y="80219"/>
                  </a:lnTo>
                  <a:lnTo>
                    <a:pt x="4158" y="80742"/>
                  </a:lnTo>
                  <a:lnTo>
                    <a:pt x="4498" y="81252"/>
                  </a:lnTo>
                  <a:lnTo>
                    <a:pt x="4851" y="81762"/>
                  </a:lnTo>
                  <a:lnTo>
                    <a:pt x="5231" y="82246"/>
                  </a:lnTo>
                  <a:lnTo>
                    <a:pt x="5623" y="82717"/>
                  </a:lnTo>
                  <a:lnTo>
                    <a:pt x="6028" y="83187"/>
                  </a:lnTo>
                  <a:lnTo>
                    <a:pt x="6460" y="83645"/>
                  </a:lnTo>
                  <a:lnTo>
                    <a:pt x="6904" y="84077"/>
                  </a:lnTo>
                  <a:lnTo>
                    <a:pt x="7362" y="84508"/>
                  </a:lnTo>
                  <a:lnTo>
                    <a:pt x="7846" y="84913"/>
                  </a:lnTo>
                  <a:lnTo>
                    <a:pt x="8264" y="85253"/>
                  </a:lnTo>
                  <a:lnTo>
                    <a:pt x="8709" y="85567"/>
                  </a:lnTo>
                  <a:lnTo>
                    <a:pt x="9153" y="85868"/>
                  </a:lnTo>
                  <a:lnTo>
                    <a:pt x="9598" y="86156"/>
                  </a:lnTo>
                  <a:lnTo>
                    <a:pt x="10068" y="86430"/>
                  </a:lnTo>
                  <a:lnTo>
                    <a:pt x="10552" y="86692"/>
                  </a:lnTo>
                  <a:lnTo>
                    <a:pt x="11036" y="86927"/>
                  </a:lnTo>
                  <a:lnTo>
                    <a:pt x="11520" y="87162"/>
                  </a:lnTo>
                  <a:lnTo>
                    <a:pt x="12030" y="87372"/>
                  </a:lnTo>
                  <a:lnTo>
                    <a:pt x="12540" y="87581"/>
                  </a:lnTo>
                  <a:lnTo>
                    <a:pt x="13063" y="87764"/>
                  </a:lnTo>
                  <a:lnTo>
                    <a:pt x="13586" y="87947"/>
                  </a:lnTo>
                  <a:lnTo>
                    <a:pt x="14122" y="88104"/>
                  </a:lnTo>
                  <a:lnTo>
                    <a:pt x="14671" y="88261"/>
                  </a:lnTo>
                  <a:lnTo>
                    <a:pt x="15220" y="88391"/>
                  </a:lnTo>
                  <a:lnTo>
                    <a:pt x="15783" y="88522"/>
                  </a:lnTo>
                  <a:lnTo>
                    <a:pt x="16345" y="88640"/>
                  </a:lnTo>
                  <a:lnTo>
                    <a:pt x="16907" y="88745"/>
                  </a:lnTo>
                  <a:lnTo>
                    <a:pt x="17482" y="88836"/>
                  </a:lnTo>
                  <a:lnTo>
                    <a:pt x="18058" y="88914"/>
                  </a:lnTo>
                  <a:lnTo>
                    <a:pt x="18646" y="88993"/>
                  </a:lnTo>
                  <a:lnTo>
                    <a:pt x="19234" y="89058"/>
                  </a:lnTo>
                  <a:lnTo>
                    <a:pt x="19836" y="89111"/>
                  </a:lnTo>
                  <a:lnTo>
                    <a:pt x="20424" y="89163"/>
                  </a:lnTo>
                  <a:lnTo>
                    <a:pt x="21026" y="89202"/>
                  </a:lnTo>
                  <a:lnTo>
                    <a:pt x="21640" y="89228"/>
                  </a:lnTo>
                  <a:lnTo>
                    <a:pt x="22856" y="89268"/>
                  </a:lnTo>
                  <a:lnTo>
                    <a:pt x="24086" y="89281"/>
                  </a:lnTo>
                  <a:lnTo>
                    <a:pt x="25328" y="89268"/>
                  </a:lnTo>
                  <a:lnTo>
                    <a:pt x="26570" y="89228"/>
                  </a:lnTo>
                  <a:lnTo>
                    <a:pt x="27812" y="89163"/>
                  </a:lnTo>
                  <a:lnTo>
                    <a:pt x="29054" y="89084"/>
                  </a:lnTo>
                  <a:lnTo>
                    <a:pt x="30283" y="88993"/>
                  </a:lnTo>
                  <a:lnTo>
                    <a:pt x="31526" y="88888"/>
                  </a:lnTo>
                  <a:lnTo>
                    <a:pt x="32755" y="88784"/>
                  </a:lnTo>
                  <a:lnTo>
                    <a:pt x="35161" y="88535"/>
                  </a:lnTo>
                  <a:lnTo>
                    <a:pt x="37514" y="88287"/>
                  </a:lnTo>
                  <a:lnTo>
                    <a:pt x="39789" y="88052"/>
                  </a:lnTo>
                  <a:lnTo>
                    <a:pt x="40888" y="87947"/>
                  </a:lnTo>
                  <a:lnTo>
                    <a:pt x="41947" y="87855"/>
                  </a:lnTo>
                  <a:lnTo>
                    <a:pt x="42993" y="87777"/>
                  </a:lnTo>
                  <a:lnTo>
                    <a:pt x="43987" y="87725"/>
                  </a:lnTo>
                  <a:lnTo>
                    <a:pt x="44536" y="87685"/>
                  </a:lnTo>
                  <a:lnTo>
                    <a:pt x="45085" y="87646"/>
                  </a:lnTo>
                  <a:lnTo>
                    <a:pt x="45608" y="87594"/>
                  </a:lnTo>
                  <a:lnTo>
                    <a:pt x="46131" y="87542"/>
                  </a:lnTo>
                  <a:lnTo>
                    <a:pt x="46641" y="87476"/>
                  </a:lnTo>
                  <a:lnTo>
                    <a:pt x="47138" y="87411"/>
                  </a:lnTo>
                  <a:lnTo>
                    <a:pt x="47622" y="87332"/>
                  </a:lnTo>
                  <a:lnTo>
                    <a:pt x="48092" y="87241"/>
                  </a:lnTo>
                  <a:lnTo>
                    <a:pt x="48550" y="87149"/>
                  </a:lnTo>
                  <a:lnTo>
                    <a:pt x="49008" y="87045"/>
                  </a:lnTo>
                  <a:lnTo>
                    <a:pt x="49452" y="86927"/>
                  </a:lnTo>
                  <a:lnTo>
                    <a:pt x="49884" y="86809"/>
                  </a:lnTo>
                  <a:lnTo>
                    <a:pt x="50315" y="86679"/>
                  </a:lnTo>
                  <a:lnTo>
                    <a:pt x="50720" y="86535"/>
                  </a:lnTo>
                  <a:lnTo>
                    <a:pt x="51126" y="86391"/>
                  </a:lnTo>
                  <a:lnTo>
                    <a:pt x="51518" y="86247"/>
                  </a:lnTo>
                  <a:lnTo>
                    <a:pt x="51910" y="86077"/>
                  </a:lnTo>
                  <a:lnTo>
                    <a:pt x="52290" y="85920"/>
                  </a:lnTo>
                  <a:lnTo>
                    <a:pt x="52656" y="85737"/>
                  </a:lnTo>
                  <a:lnTo>
                    <a:pt x="53009" y="85554"/>
                  </a:lnTo>
                  <a:lnTo>
                    <a:pt x="53362" y="85358"/>
                  </a:lnTo>
                  <a:lnTo>
                    <a:pt x="53702" y="85162"/>
                  </a:lnTo>
                  <a:lnTo>
                    <a:pt x="54029" y="84953"/>
                  </a:lnTo>
                  <a:lnTo>
                    <a:pt x="54356" y="84730"/>
                  </a:lnTo>
                  <a:lnTo>
                    <a:pt x="54669" y="84508"/>
                  </a:lnTo>
                  <a:lnTo>
                    <a:pt x="54970" y="84273"/>
                  </a:lnTo>
                  <a:lnTo>
                    <a:pt x="55271" y="84037"/>
                  </a:lnTo>
                  <a:lnTo>
                    <a:pt x="55558" y="83789"/>
                  </a:lnTo>
                  <a:lnTo>
                    <a:pt x="55846" y="83527"/>
                  </a:lnTo>
                  <a:lnTo>
                    <a:pt x="56121" y="83266"/>
                  </a:lnTo>
                  <a:lnTo>
                    <a:pt x="56382" y="82991"/>
                  </a:lnTo>
                  <a:lnTo>
                    <a:pt x="56644" y="82717"/>
                  </a:lnTo>
                  <a:lnTo>
                    <a:pt x="56892" y="82429"/>
                  </a:lnTo>
                  <a:lnTo>
                    <a:pt x="57141" y="82128"/>
                  </a:lnTo>
                  <a:lnTo>
                    <a:pt x="57376" y="81828"/>
                  </a:lnTo>
                  <a:lnTo>
                    <a:pt x="57611" y="81514"/>
                  </a:lnTo>
                  <a:lnTo>
                    <a:pt x="57834" y="81187"/>
                  </a:lnTo>
                  <a:lnTo>
                    <a:pt x="58056" y="80860"/>
                  </a:lnTo>
                  <a:lnTo>
                    <a:pt x="58265" y="80520"/>
                  </a:lnTo>
                  <a:lnTo>
                    <a:pt x="58474" y="80180"/>
                  </a:lnTo>
                  <a:lnTo>
                    <a:pt x="58670" y="79827"/>
                  </a:lnTo>
                  <a:lnTo>
                    <a:pt x="58867" y="79474"/>
                  </a:lnTo>
                  <a:lnTo>
                    <a:pt x="59050" y="79095"/>
                  </a:lnTo>
                  <a:lnTo>
                    <a:pt x="59233" y="78729"/>
                  </a:lnTo>
                  <a:lnTo>
                    <a:pt x="59403" y="78336"/>
                  </a:lnTo>
                  <a:lnTo>
                    <a:pt x="59573" y="77944"/>
                  </a:lnTo>
                  <a:lnTo>
                    <a:pt x="59743" y="77552"/>
                  </a:lnTo>
                  <a:lnTo>
                    <a:pt x="59900" y="77146"/>
                  </a:lnTo>
                  <a:lnTo>
                    <a:pt x="60200" y="76297"/>
                  </a:lnTo>
                  <a:lnTo>
                    <a:pt x="60488" y="75434"/>
                  </a:lnTo>
                  <a:lnTo>
                    <a:pt x="60749" y="74531"/>
                  </a:lnTo>
                  <a:lnTo>
                    <a:pt x="60998" y="73590"/>
                  </a:lnTo>
                  <a:lnTo>
                    <a:pt x="61233" y="72622"/>
                  </a:lnTo>
                  <a:lnTo>
                    <a:pt x="61442" y="71629"/>
                  </a:lnTo>
                  <a:lnTo>
                    <a:pt x="61652" y="70596"/>
                  </a:lnTo>
                  <a:lnTo>
                    <a:pt x="61835" y="69536"/>
                  </a:lnTo>
                  <a:lnTo>
                    <a:pt x="61992" y="68608"/>
                  </a:lnTo>
                  <a:lnTo>
                    <a:pt x="62109" y="67640"/>
                  </a:lnTo>
                  <a:lnTo>
                    <a:pt x="62214" y="66647"/>
                  </a:lnTo>
                  <a:lnTo>
                    <a:pt x="62292" y="65627"/>
                  </a:lnTo>
                  <a:lnTo>
                    <a:pt x="62345" y="64594"/>
                  </a:lnTo>
                  <a:lnTo>
                    <a:pt x="62384" y="63522"/>
                  </a:lnTo>
                  <a:lnTo>
                    <a:pt x="62397" y="62436"/>
                  </a:lnTo>
                  <a:lnTo>
                    <a:pt x="62397" y="61325"/>
                  </a:lnTo>
                  <a:lnTo>
                    <a:pt x="62384" y="60200"/>
                  </a:lnTo>
                  <a:lnTo>
                    <a:pt x="62345" y="59063"/>
                  </a:lnTo>
                  <a:lnTo>
                    <a:pt x="62292" y="57899"/>
                  </a:lnTo>
                  <a:lnTo>
                    <a:pt x="62227" y="56722"/>
                  </a:lnTo>
                  <a:lnTo>
                    <a:pt x="62135" y="55532"/>
                  </a:lnTo>
                  <a:lnTo>
                    <a:pt x="62031" y="54329"/>
                  </a:lnTo>
                  <a:lnTo>
                    <a:pt x="61913" y="53127"/>
                  </a:lnTo>
                  <a:lnTo>
                    <a:pt x="61782" y="51897"/>
                  </a:lnTo>
                  <a:lnTo>
                    <a:pt x="61652" y="50668"/>
                  </a:lnTo>
                  <a:lnTo>
                    <a:pt x="61495" y="49439"/>
                  </a:lnTo>
                  <a:lnTo>
                    <a:pt x="61325" y="48197"/>
                  </a:lnTo>
                  <a:lnTo>
                    <a:pt x="61142" y="46955"/>
                  </a:lnTo>
                  <a:lnTo>
                    <a:pt x="60946" y="45700"/>
                  </a:lnTo>
                  <a:lnTo>
                    <a:pt x="60749" y="44457"/>
                  </a:lnTo>
                  <a:lnTo>
                    <a:pt x="60540" y="43215"/>
                  </a:lnTo>
                  <a:lnTo>
                    <a:pt x="60318" y="41960"/>
                  </a:lnTo>
                  <a:lnTo>
                    <a:pt x="60096" y="40718"/>
                  </a:lnTo>
                  <a:lnTo>
                    <a:pt x="59860" y="39489"/>
                  </a:lnTo>
                  <a:lnTo>
                    <a:pt x="59612" y="38260"/>
                  </a:lnTo>
                  <a:lnTo>
                    <a:pt x="59363" y="37030"/>
                  </a:lnTo>
                  <a:lnTo>
                    <a:pt x="58854" y="34611"/>
                  </a:lnTo>
                  <a:lnTo>
                    <a:pt x="58317" y="32245"/>
                  </a:lnTo>
                  <a:lnTo>
                    <a:pt x="57768" y="29930"/>
                  </a:lnTo>
                  <a:lnTo>
                    <a:pt x="57219" y="27681"/>
                  </a:lnTo>
                  <a:lnTo>
                    <a:pt x="56657" y="25524"/>
                  </a:lnTo>
                  <a:lnTo>
                    <a:pt x="56095" y="23445"/>
                  </a:lnTo>
                  <a:lnTo>
                    <a:pt x="55545" y="21483"/>
                  </a:lnTo>
                  <a:lnTo>
                    <a:pt x="55009" y="19627"/>
                  </a:lnTo>
                  <a:lnTo>
                    <a:pt x="54486" y="17888"/>
                  </a:lnTo>
                  <a:lnTo>
                    <a:pt x="53976" y="16292"/>
                  </a:lnTo>
                  <a:lnTo>
                    <a:pt x="53506" y="14854"/>
                  </a:lnTo>
                  <a:lnTo>
                    <a:pt x="53061" y="13560"/>
                  </a:lnTo>
                  <a:lnTo>
                    <a:pt x="52643" y="12448"/>
                  </a:lnTo>
                  <a:lnTo>
                    <a:pt x="52276" y="11507"/>
                  </a:lnTo>
                  <a:lnTo>
                    <a:pt x="52107" y="11115"/>
                  </a:lnTo>
                  <a:lnTo>
                    <a:pt x="51950" y="10761"/>
                  </a:lnTo>
                  <a:lnTo>
                    <a:pt x="51806" y="10474"/>
                  </a:lnTo>
                  <a:lnTo>
                    <a:pt x="51675" y="10225"/>
                  </a:lnTo>
                  <a:lnTo>
                    <a:pt x="51570" y="10029"/>
                  </a:lnTo>
                  <a:lnTo>
                    <a:pt x="51466" y="9898"/>
                  </a:lnTo>
                  <a:lnTo>
                    <a:pt x="51414" y="9846"/>
                  </a:lnTo>
                  <a:lnTo>
                    <a:pt x="51374" y="9820"/>
                  </a:lnTo>
                  <a:lnTo>
                    <a:pt x="51335" y="9794"/>
                  </a:lnTo>
                  <a:lnTo>
                    <a:pt x="51309" y="9794"/>
                  </a:lnTo>
                  <a:lnTo>
                    <a:pt x="50799" y="9166"/>
                  </a:lnTo>
                  <a:lnTo>
                    <a:pt x="50289" y="8552"/>
                  </a:lnTo>
                  <a:lnTo>
                    <a:pt x="49779" y="7963"/>
                  </a:lnTo>
                  <a:lnTo>
                    <a:pt x="49269" y="7401"/>
                  </a:lnTo>
                  <a:lnTo>
                    <a:pt x="48746" y="6852"/>
                  </a:lnTo>
                  <a:lnTo>
                    <a:pt x="48210" y="6329"/>
                  </a:lnTo>
                  <a:lnTo>
                    <a:pt x="47687" y="5832"/>
                  </a:lnTo>
                  <a:lnTo>
                    <a:pt x="47151" y="5348"/>
                  </a:lnTo>
                  <a:lnTo>
                    <a:pt x="46615" y="4877"/>
                  </a:lnTo>
                  <a:lnTo>
                    <a:pt x="46079" y="4446"/>
                  </a:lnTo>
                  <a:lnTo>
                    <a:pt x="45529" y="4028"/>
                  </a:lnTo>
                  <a:lnTo>
                    <a:pt x="44993" y="3622"/>
                  </a:lnTo>
                  <a:lnTo>
                    <a:pt x="44444" y="3256"/>
                  </a:lnTo>
                  <a:lnTo>
                    <a:pt x="43882" y="2890"/>
                  </a:lnTo>
                  <a:lnTo>
                    <a:pt x="43333" y="2563"/>
                  </a:lnTo>
                  <a:lnTo>
                    <a:pt x="42771" y="2249"/>
                  </a:lnTo>
                  <a:lnTo>
                    <a:pt x="42221" y="1948"/>
                  </a:lnTo>
                  <a:lnTo>
                    <a:pt x="41659" y="1674"/>
                  </a:lnTo>
                  <a:lnTo>
                    <a:pt x="41097" y="1425"/>
                  </a:lnTo>
                  <a:lnTo>
                    <a:pt x="40535" y="1190"/>
                  </a:lnTo>
                  <a:lnTo>
                    <a:pt x="39959" y="981"/>
                  </a:lnTo>
                  <a:lnTo>
                    <a:pt x="39397" y="798"/>
                  </a:lnTo>
                  <a:lnTo>
                    <a:pt x="38822" y="628"/>
                  </a:lnTo>
                  <a:lnTo>
                    <a:pt x="38259" y="471"/>
                  </a:lnTo>
                  <a:lnTo>
                    <a:pt x="37684" y="340"/>
                  </a:lnTo>
                  <a:lnTo>
                    <a:pt x="37109" y="236"/>
                  </a:lnTo>
                  <a:lnTo>
                    <a:pt x="36533" y="144"/>
                  </a:lnTo>
                  <a:lnTo>
                    <a:pt x="35971" y="79"/>
                  </a:lnTo>
                  <a:lnTo>
                    <a:pt x="35396" y="26"/>
                  </a:lnTo>
                  <a:lnTo>
                    <a:pt x="34821" y="0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8"/>
            <p:cNvSpPr/>
            <p:nvPr/>
          </p:nvSpPr>
          <p:spPr>
            <a:xfrm>
              <a:off x="2007850" y="2781000"/>
              <a:ext cx="879675" cy="2231700"/>
            </a:xfrm>
            <a:custGeom>
              <a:avLst/>
              <a:gdLst/>
              <a:ahLst/>
              <a:cxnLst/>
              <a:rect l="l" t="t" r="r" b="b"/>
              <a:pathLst>
                <a:path w="35187" h="89268" extrusionOk="0">
                  <a:moveTo>
                    <a:pt x="33945" y="0"/>
                  </a:moveTo>
                  <a:lnTo>
                    <a:pt x="33330" y="26"/>
                  </a:lnTo>
                  <a:lnTo>
                    <a:pt x="32702" y="79"/>
                  </a:lnTo>
                  <a:lnTo>
                    <a:pt x="32088" y="144"/>
                  </a:lnTo>
                  <a:lnTo>
                    <a:pt x="31460" y="236"/>
                  </a:lnTo>
                  <a:lnTo>
                    <a:pt x="30846" y="366"/>
                  </a:lnTo>
                  <a:lnTo>
                    <a:pt x="30218" y="497"/>
                  </a:lnTo>
                  <a:lnTo>
                    <a:pt x="29603" y="667"/>
                  </a:lnTo>
                  <a:lnTo>
                    <a:pt x="28989" y="863"/>
                  </a:lnTo>
                  <a:lnTo>
                    <a:pt x="28374" y="1073"/>
                  </a:lnTo>
                  <a:lnTo>
                    <a:pt x="27760" y="1308"/>
                  </a:lnTo>
                  <a:lnTo>
                    <a:pt x="27145" y="1556"/>
                  </a:lnTo>
                  <a:lnTo>
                    <a:pt x="26531" y="1844"/>
                  </a:lnTo>
                  <a:lnTo>
                    <a:pt x="25929" y="2145"/>
                  </a:lnTo>
                  <a:lnTo>
                    <a:pt x="25328" y="2472"/>
                  </a:lnTo>
                  <a:lnTo>
                    <a:pt x="24726" y="2825"/>
                  </a:lnTo>
                  <a:lnTo>
                    <a:pt x="24125" y="3191"/>
                  </a:lnTo>
                  <a:lnTo>
                    <a:pt x="23523" y="3583"/>
                  </a:lnTo>
                  <a:lnTo>
                    <a:pt x="22935" y="4001"/>
                  </a:lnTo>
                  <a:lnTo>
                    <a:pt x="22346" y="4446"/>
                  </a:lnTo>
                  <a:lnTo>
                    <a:pt x="21758" y="4904"/>
                  </a:lnTo>
                  <a:lnTo>
                    <a:pt x="21183" y="5387"/>
                  </a:lnTo>
                  <a:lnTo>
                    <a:pt x="20594" y="5897"/>
                  </a:lnTo>
                  <a:lnTo>
                    <a:pt x="20032" y="6434"/>
                  </a:lnTo>
                  <a:lnTo>
                    <a:pt x="19457" y="6983"/>
                  </a:lnTo>
                  <a:lnTo>
                    <a:pt x="18895" y="7558"/>
                  </a:lnTo>
                  <a:lnTo>
                    <a:pt x="18332" y="8159"/>
                  </a:lnTo>
                  <a:lnTo>
                    <a:pt x="17783" y="8774"/>
                  </a:lnTo>
                  <a:lnTo>
                    <a:pt x="17221" y="9415"/>
                  </a:lnTo>
                  <a:lnTo>
                    <a:pt x="16685" y="10069"/>
                  </a:lnTo>
                  <a:lnTo>
                    <a:pt x="16149" y="10762"/>
                  </a:lnTo>
                  <a:lnTo>
                    <a:pt x="15599" y="11481"/>
                  </a:lnTo>
                  <a:lnTo>
                    <a:pt x="15063" y="12200"/>
                  </a:lnTo>
                  <a:lnTo>
                    <a:pt x="14540" y="12932"/>
                  </a:lnTo>
                  <a:lnTo>
                    <a:pt x="14030" y="13677"/>
                  </a:lnTo>
                  <a:lnTo>
                    <a:pt x="13520" y="14436"/>
                  </a:lnTo>
                  <a:lnTo>
                    <a:pt x="13024" y="15207"/>
                  </a:lnTo>
                  <a:lnTo>
                    <a:pt x="12540" y="15979"/>
                  </a:lnTo>
                  <a:lnTo>
                    <a:pt x="12056" y="16763"/>
                  </a:lnTo>
                  <a:lnTo>
                    <a:pt x="11585" y="17548"/>
                  </a:lnTo>
                  <a:lnTo>
                    <a:pt x="11128" y="18345"/>
                  </a:lnTo>
                  <a:lnTo>
                    <a:pt x="10670" y="19156"/>
                  </a:lnTo>
                  <a:lnTo>
                    <a:pt x="10225" y="19980"/>
                  </a:lnTo>
                  <a:lnTo>
                    <a:pt x="9794" y="20804"/>
                  </a:lnTo>
                  <a:lnTo>
                    <a:pt x="9375" y="21627"/>
                  </a:lnTo>
                  <a:lnTo>
                    <a:pt x="8957" y="22464"/>
                  </a:lnTo>
                  <a:lnTo>
                    <a:pt x="8552" y="23314"/>
                  </a:lnTo>
                  <a:lnTo>
                    <a:pt x="8146" y="24164"/>
                  </a:lnTo>
                  <a:lnTo>
                    <a:pt x="7767" y="25027"/>
                  </a:lnTo>
                  <a:lnTo>
                    <a:pt x="7388" y="25890"/>
                  </a:lnTo>
                  <a:lnTo>
                    <a:pt x="7022" y="26766"/>
                  </a:lnTo>
                  <a:lnTo>
                    <a:pt x="6656" y="27642"/>
                  </a:lnTo>
                  <a:lnTo>
                    <a:pt x="6303" y="28518"/>
                  </a:lnTo>
                  <a:lnTo>
                    <a:pt x="5963" y="29407"/>
                  </a:lnTo>
                  <a:lnTo>
                    <a:pt x="5636" y="30297"/>
                  </a:lnTo>
                  <a:lnTo>
                    <a:pt x="5309" y="31199"/>
                  </a:lnTo>
                  <a:lnTo>
                    <a:pt x="4995" y="32101"/>
                  </a:lnTo>
                  <a:lnTo>
                    <a:pt x="4694" y="33003"/>
                  </a:lnTo>
                  <a:lnTo>
                    <a:pt x="4394" y="33905"/>
                  </a:lnTo>
                  <a:lnTo>
                    <a:pt x="4119" y="34821"/>
                  </a:lnTo>
                  <a:lnTo>
                    <a:pt x="3845" y="35736"/>
                  </a:lnTo>
                  <a:lnTo>
                    <a:pt x="3570" y="36664"/>
                  </a:lnTo>
                  <a:lnTo>
                    <a:pt x="3321" y="37580"/>
                  </a:lnTo>
                  <a:lnTo>
                    <a:pt x="3073" y="38508"/>
                  </a:lnTo>
                  <a:lnTo>
                    <a:pt x="2825" y="39436"/>
                  </a:lnTo>
                  <a:lnTo>
                    <a:pt x="2602" y="40365"/>
                  </a:lnTo>
                  <a:lnTo>
                    <a:pt x="2380" y="41293"/>
                  </a:lnTo>
                  <a:lnTo>
                    <a:pt x="2171" y="42235"/>
                  </a:lnTo>
                  <a:lnTo>
                    <a:pt x="1975" y="43163"/>
                  </a:lnTo>
                  <a:lnTo>
                    <a:pt x="1779" y="44104"/>
                  </a:lnTo>
                  <a:lnTo>
                    <a:pt x="1609" y="45046"/>
                  </a:lnTo>
                  <a:lnTo>
                    <a:pt x="1439" y="45974"/>
                  </a:lnTo>
                  <a:lnTo>
                    <a:pt x="1269" y="46916"/>
                  </a:lnTo>
                  <a:lnTo>
                    <a:pt x="1125" y="47857"/>
                  </a:lnTo>
                  <a:lnTo>
                    <a:pt x="981" y="48799"/>
                  </a:lnTo>
                  <a:lnTo>
                    <a:pt x="850" y="49740"/>
                  </a:lnTo>
                  <a:lnTo>
                    <a:pt x="719" y="50668"/>
                  </a:lnTo>
                  <a:lnTo>
                    <a:pt x="615" y="51610"/>
                  </a:lnTo>
                  <a:lnTo>
                    <a:pt x="510" y="52551"/>
                  </a:lnTo>
                  <a:lnTo>
                    <a:pt x="406" y="53480"/>
                  </a:lnTo>
                  <a:lnTo>
                    <a:pt x="327" y="54421"/>
                  </a:lnTo>
                  <a:lnTo>
                    <a:pt x="249" y="55349"/>
                  </a:lnTo>
                  <a:lnTo>
                    <a:pt x="183" y="56278"/>
                  </a:lnTo>
                  <a:lnTo>
                    <a:pt x="131" y="57206"/>
                  </a:lnTo>
                  <a:lnTo>
                    <a:pt x="92" y="58135"/>
                  </a:lnTo>
                  <a:lnTo>
                    <a:pt x="53" y="59063"/>
                  </a:lnTo>
                  <a:lnTo>
                    <a:pt x="26" y="59978"/>
                  </a:lnTo>
                  <a:lnTo>
                    <a:pt x="13" y="60894"/>
                  </a:lnTo>
                  <a:lnTo>
                    <a:pt x="0" y="61809"/>
                  </a:lnTo>
                  <a:lnTo>
                    <a:pt x="13" y="62711"/>
                  </a:lnTo>
                  <a:lnTo>
                    <a:pt x="26" y="63626"/>
                  </a:lnTo>
                  <a:lnTo>
                    <a:pt x="40" y="64529"/>
                  </a:lnTo>
                  <a:lnTo>
                    <a:pt x="79" y="65418"/>
                  </a:lnTo>
                  <a:lnTo>
                    <a:pt x="118" y="66307"/>
                  </a:lnTo>
                  <a:lnTo>
                    <a:pt x="170" y="67196"/>
                  </a:lnTo>
                  <a:lnTo>
                    <a:pt x="223" y="67811"/>
                  </a:lnTo>
                  <a:lnTo>
                    <a:pt x="275" y="68438"/>
                  </a:lnTo>
                  <a:lnTo>
                    <a:pt x="340" y="69053"/>
                  </a:lnTo>
                  <a:lnTo>
                    <a:pt x="419" y="69667"/>
                  </a:lnTo>
                  <a:lnTo>
                    <a:pt x="497" y="70282"/>
                  </a:lnTo>
                  <a:lnTo>
                    <a:pt x="602" y="70909"/>
                  </a:lnTo>
                  <a:lnTo>
                    <a:pt x="706" y="71524"/>
                  </a:lnTo>
                  <a:lnTo>
                    <a:pt x="824" y="72125"/>
                  </a:lnTo>
                  <a:lnTo>
                    <a:pt x="955" y="72740"/>
                  </a:lnTo>
                  <a:lnTo>
                    <a:pt x="1086" y="73355"/>
                  </a:lnTo>
                  <a:lnTo>
                    <a:pt x="1242" y="73956"/>
                  </a:lnTo>
                  <a:lnTo>
                    <a:pt x="1412" y="74558"/>
                  </a:lnTo>
                  <a:lnTo>
                    <a:pt x="1596" y="75146"/>
                  </a:lnTo>
                  <a:lnTo>
                    <a:pt x="1779" y="75734"/>
                  </a:lnTo>
                  <a:lnTo>
                    <a:pt x="1988" y="76323"/>
                  </a:lnTo>
                  <a:lnTo>
                    <a:pt x="2210" y="76898"/>
                  </a:lnTo>
                  <a:lnTo>
                    <a:pt x="2445" y="77473"/>
                  </a:lnTo>
                  <a:lnTo>
                    <a:pt x="2694" y="78036"/>
                  </a:lnTo>
                  <a:lnTo>
                    <a:pt x="2955" y="78598"/>
                  </a:lnTo>
                  <a:lnTo>
                    <a:pt x="3230" y="79147"/>
                  </a:lnTo>
                  <a:lnTo>
                    <a:pt x="3531" y="79683"/>
                  </a:lnTo>
                  <a:lnTo>
                    <a:pt x="3831" y="80206"/>
                  </a:lnTo>
                  <a:lnTo>
                    <a:pt x="4158" y="80729"/>
                  </a:lnTo>
                  <a:lnTo>
                    <a:pt x="4498" y="81239"/>
                  </a:lnTo>
                  <a:lnTo>
                    <a:pt x="4851" y="81749"/>
                  </a:lnTo>
                  <a:lnTo>
                    <a:pt x="5231" y="82233"/>
                  </a:lnTo>
                  <a:lnTo>
                    <a:pt x="5623" y="82704"/>
                  </a:lnTo>
                  <a:lnTo>
                    <a:pt x="6028" y="83174"/>
                  </a:lnTo>
                  <a:lnTo>
                    <a:pt x="6460" y="83632"/>
                  </a:lnTo>
                  <a:lnTo>
                    <a:pt x="6904" y="84064"/>
                  </a:lnTo>
                  <a:lnTo>
                    <a:pt x="7362" y="84495"/>
                  </a:lnTo>
                  <a:lnTo>
                    <a:pt x="7846" y="84900"/>
                  </a:lnTo>
                  <a:lnTo>
                    <a:pt x="8316" y="85266"/>
                  </a:lnTo>
                  <a:lnTo>
                    <a:pt x="8787" y="85620"/>
                  </a:lnTo>
                  <a:lnTo>
                    <a:pt x="9284" y="85946"/>
                  </a:lnTo>
                  <a:lnTo>
                    <a:pt x="9794" y="86260"/>
                  </a:lnTo>
                  <a:lnTo>
                    <a:pt x="10304" y="86548"/>
                  </a:lnTo>
                  <a:lnTo>
                    <a:pt x="10840" y="86822"/>
                  </a:lnTo>
                  <a:lnTo>
                    <a:pt x="11376" y="87084"/>
                  </a:lnTo>
                  <a:lnTo>
                    <a:pt x="11925" y="87319"/>
                  </a:lnTo>
                  <a:lnTo>
                    <a:pt x="12487" y="87542"/>
                  </a:lnTo>
                  <a:lnTo>
                    <a:pt x="13063" y="87751"/>
                  </a:lnTo>
                  <a:lnTo>
                    <a:pt x="13638" y="87947"/>
                  </a:lnTo>
                  <a:lnTo>
                    <a:pt x="14240" y="88117"/>
                  </a:lnTo>
                  <a:lnTo>
                    <a:pt x="14841" y="88287"/>
                  </a:lnTo>
                  <a:lnTo>
                    <a:pt x="15443" y="88431"/>
                  </a:lnTo>
                  <a:lnTo>
                    <a:pt x="16057" y="88562"/>
                  </a:lnTo>
                  <a:lnTo>
                    <a:pt x="16685" y="88692"/>
                  </a:lnTo>
                  <a:lnTo>
                    <a:pt x="17312" y="88797"/>
                  </a:lnTo>
                  <a:lnTo>
                    <a:pt x="17953" y="88888"/>
                  </a:lnTo>
                  <a:lnTo>
                    <a:pt x="18594" y="88980"/>
                  </a:lnTo>
                  <a:lnTo>
                    <a:pt x="19234" y="89045"/>
                  </a:lnTo>
                  <a:lnTo>
                    <a:pt x="19888" y="89111"/>
                  </a:lnTo>
                  <a:lnTo>
                    <a:pt x="20555" y="89163"/>
                  </a:lnTo>
                  <a:lnTo>
                    <a:pt x="21209" y="89202"/>
                  </a:lnTo>
                  <a:lnTo>
                    <a:pt x="21889" y="89228"/>
                  </a:lnTo>
                  <a:lnTo>
                    <a:pt x="22556" y="89255"/>
                  </a:lnTo>
                  <a:lnTo>
                    <a:pt x="23223" y="89268"/>
                  </a:lnTo>
                  <a:lnTo>
                    <a:pt x="24582" y="89268"/>
                  </a:lnTo>
                  <a:lnTo>
                    <a:pt x="25942" y="89228"/>
                  </a:lnTo>
                  <a:lnTo>
                    <a:pt x="27315" y="89176"/>
                  </a:lnTo>
                  <a:lnTo>
                    <a:pt x="26125" y="89176"/>
                  </a:lnTo>
                  <a:lnTo>
                    <a:pt x="24962" y="89150"/>
                  </a:lnTo>
                  <a:lnTo>
                    <a:pt x="23798" y="89098"/>
                  </a:lnTo>
                  <a:lnTo>
                    <a:pt x="23223" y="89058"/>
                  </a:lnTo>
                  <a:lnTo>
                    <a:pt x="22647" y="89019"/>
                  </a:lnTo>
                  <a:lnTo>
                    <a:pt x="22072" y="88967"/>
                  </a:lnTo>
                  <a:lnTo>
                    <a:pt x="21510" y="88901"/>
                  </a:lnTo>
                  <a:lnTo>
                    <a:pt x="20947" y="88836"/>
                  </a:lnTo>
                  <a:lnTo>
                    <a:pt x="20385" y="88745"/>
                  </a:lnTo>
                  <a:lnTo>
                    <a:pt x="19836" y="88666"/>
                  </a:lnTo>
                  <a:lnTo>
                    <a:pt x="19287" y="88562"/>
                  </a:lnTo>
                  <a:lnTo>
                    <a:pt x="18751" y="88457"/>
                  </a:lnTo>
                  <a:lnTo>
                    <a:pt x="18215" y="88339"/>
                  </a:lnTo>
                  <a:lnTo>
                    <a:pt x="17692" y="88208"/>
                  </a:lnTo>
                  <a:lnTo>
                    <a:pt x="17169" y="88065"/>
                  </a:lnTo>
                  <a:lnTo>
                    <a:pt x="16646" y="87921"/>
                  </a:lnTo>
                  <a:lnTo>
                    <a:pt x="16136" y="87751"/>
                  </a:lnTo>
                  <a:lnTo>
                    <a:pt x="15639" y="87581"/>
                  </a:lnTo>
                  <a:lnTo>
                    <a:pt x="15142" y="87398"/>
                  </a:lnTo>
                  <a:lnTo>
                    <a:pt x="14645" y="87202"/>
                  </a:lnTo>
                  <a:lnTo>
                    <a:pt x="14174" y="86992"/>
                  </a:lnTo>
                  <a:lnTo>
                    <a:pt x="13704" y="86770"/>
                  </a:lnTo>
                  <a:lnTo>
                    <a:pt x="13233" y="86535"/>
                  </a:lnTo>
                  <a:lnTo>
                    <a:pt x="12775" y="86273"/>
                  </a:lnTo>
                  <a:lnTo>
                    <a:pt x="12331" y="86012"/>
                  </a:lnTo>
                  <a:lnTo>
                    <a:pt x="11899" y="85737"/>
                  </a:lnTo>
                  <a:lnTo>
                    <a:pt x="11468" y="85450"/>
                  </a:lnTo>
                  <a:lnTo>
                    <a:pt x="11062" y="85136"/>
                  </a:lnTo>
                  <a:lnTo>
                    <a:pt x="10657" y="84822"/>
                  </a:lnTo>
                  <a:lnTo>
                    <a:pt x="10173" y="84403"/>
                  </a:lnTo>
                  <a:lnTo>
                    <a:pt x="9702" y="83985"/>
                  </a:lnTo>
                  <a:lnTo>
                    <a:pt x="9271" y="83540"/>
                  </a:lnTo>
                  <a:lnTo>
                    <a:pt x="8839" y="83083"/>
                  </a:lnTo>
                  <a:lnTo>
                    <a:pt x="8434" y="82625"/>
                  </a:lnTo>
                  <a:lnTo>
                    <a:pt x="8042" y="82141"/>
                  </a:lnTo>
                  <a:lnTo>
                    <a:pt x="7663" y="81658"/>
                  </a:lnTo>
                  <a:lnTo>
                    <a:pt x="7310" y="81161"/>
                  </a:lnTo>
                  <a:lnTo>
                    <a:pt x="6970" y="80651"/>
                  </a:lnTo>
                  <a:lnTo>
                    <a:pt x="6643" y="80128"/>
                  </a:lnTo>
                  <a:lnTo>
                    <a:pt x="6329" y="79592"/>
                  </a:lnTo>
                  <a:lnTo>
                    <a:pt x="6041" y="79056"/>
                  </a:lnTo>
                  <a:lnTo>
                    <a:pt x="5767" y="78506"/>
                  </a:lnTo>
                  <a:lnTo>
                    <a:pt x="5505" y="77944"/>
                  </a:lnTo>
                  <a:lnTo>
                    <a:pt x="5257" y="77382"/>
                  </a:lnTo>
                  <a:lnTo>
                    <a:pt x="5021" y="76820"/>
                  </a:lnTo>
                  <a:lnTo>
                    <a:pt x="4799" y="76231"/>
                  </a:lnTo>
                  <a:lnTo>
                    <a:pt x="4590" y="75656"/>
                  </a:lnTo>
                  <a:lnTo>
                    <a:pt x="4394" y="75067"/>
                  </a:lnTo>
                  <a:lnTo>
                    <a:pt x="4224" y="74466"/>
                  </a:lnTo>
                  <a:lnTo>
                    <a:pt x="4054" y="73865"/>
                  </a:lnTo>
                  <a:lnTo>
                    <a:pt x="3897" y="73263"/>
                  </a:lnTo>
                  <a:lnTo>
                    <a:pt x="3753" y="72662"/>
                  </a:lnTo>
                  <a:lnTo>
                    <a:pt x="3622" y="72047"/>
                  </a:lnTo>
                  <a:lnTo>
                    <a:pt x="3505" y="71432"/>
                  </a:lnTo>
                  <a:lnTo>
                    <a:pt x="3400" y="70818"/>
                  </a:lnTo>
                  <a:lnTo>
                    <a:pt x="3308" y="70203"/>
                  </a:lnTo>
                  <a:lnTo>
                    <a:pt x="3217" y="69589"/>
                  </a:lnTo>
                  <a:lnTo>
                    <a:pt x="3152" y="68961"/>
                  </a:lnTo>
                  <a:lnTo>
                    <a:pt x="3086" y="68347"/>
                  </a:lnTo>
                  <a:lnTo>
                    <a:pt x="3034" y="67732"/>
                  </a:lnTo>
                  <a:lnTo>
                    <a:pt x="2982" y="67118"/>
                  </a:lnTo>
                  <a:lnTo>
                    <a:pt x="2929" y="66228"/>
                  </a:lnTo>
                  <a:lnTo>
                    <a:pt x="2890" y="65339"/>
                  </a:lnTo>
                  <a:lnTo>
                    <a:pt x="2851" y="64437"/>
                  </a:lnTo>
                  <a:lnTo>
                    <a:pt x="2825" y="63535"/>
                  </a:lnTo>
                  <a:lnTo>
                    <a:pt x="2812" y="62633"/>
                  </a:lnTo>
                  <a:lnTo>
                    <a:pt x="2812" y="61717"/>
                  </a:lnTo>
                  <a:lnTo>
                    <a:pt x="2825" y="60815"/>
                  </a:lnTo>
                  <a:lnTo>
                    <a:pt x="2838" y="59887"/>
                  </a:lnTo>
                  <a:lnTo>
                    <a:pt x="2864" y="58971"/>
                  </a:lnTo>
                  <a:lnTo>
                    <a:pt x="2890" y="58043"/>
                  </a:lnTo>
                  <a:lnTo>
                    <a:pt x="2942" y="57128"/>
                  </a:lnTo>
                  <a:lnTo>
                    <a:pt x="2995" y="56199"/>
                  </a:lnTo>
                  <a:lnTo>
                    <a:pt x="3060" y="55271"/>
                  </a:lnTo>
                  <a:lnTo>
                    <a:pt x="3138" y="54330"/>
                  </a:lnTo>
                  <a:lnTo>
                    <a:pt x="3217" y="53401"/>
                  </a:lnTo>
                  <a:lnTo>
                    <a:pt x="3308" y="52460"/>
                  </a:lnTo>
                  <a:lnTo>
                    <a:pt x="3413" y="51531"/>
                  </a:lnTo>
                  <a:lnTo>
                    <a:pt x="3531" y="50590"/>
                  </a:lnTo>
                  <a:lnTo>
                    <a:pt x="3648" y="49648"/>
                  </a:lnTo>
                  <a:lnTo>
                    <a:pt x="3779" y="48707"/>
                  </a:lnTo>
                  <a:lnTo>
                    <a:pt x="3923" y="47779"/>
                  </a:lnTo>
                  <a:lnTo>
                    <a:pt x="4080" y="46837"/>
                  </a:lnTo>
                  <a:lnTo>
                    <a:pt x="4237" y="45896"/>
                  </a:lnTo>
                  <a:lnTo>
                    <a:pt x="4407" y="44954"/>
                  </a:lnTo>
                  <a:lnTo>
                    <a:pt x="4590" y="44013"/>
                  </a:lnTo>
                  <a:lnTo>
                    <a:pt x="4786" y="43085"/>
                  </a:lnTo>
                  <a:lnTo>
                    <a:pt x="4982" y="42143"/>
                  </a:lnTo>
                  <a:lnTo>
                    <a:pt x="5191" y="41215"/>
                  </a:lnTo>
                  <a:lnTo>
                    <a:pt x="5414" y="40286"/>
                  </a:lnTo>
                  <a:lnTo>
                    <a:pt x="5636" y="39345"/>
                  </a:lnTo>
                  <a:lnTo>
                    <a:pt x="5871" y="38417"/>
                  </a:lnTo>
                  <a:lnTo>
                    <a:pt x="6120" y="37501"/>
                  </a:lnTo>
                  <a:lnTo>
                    <a:pt x="6381" y="36573"/>
                  </a:lnTo>
                  <a:lnTo>
                    <a:pt x="6643" y="35658"/>
                  </a:lnTo>
                  <a:lnTo>
                    <a:pt x="6917" y="34742"/>
                  </a:lnTo>
                  <a:lnTo>
                    <a:pt x="7205" y="33827"/>
                  </a:lnTo>
                  <a:lnTo>
                    <a:pt x="7506" y="32912"/>
                  </a:lnTo>
                  <a:lnTo>
                    <a:pt x="7806" y="32009"/>
                  </a:lnTo>
                  <a:lnTo>
                    <a:pt x="8120" y="31107"/>
                  </a:lnTo>
                  <a:lnTo>
                    <a:pt x="8434" y="30205"/>
                  </a:lnTo>
                  <a:lnTo>
                    <a:pt x="8774" y="29316"/>
                  </a:lnTo>
                  <a:lnTo>
                    <a:pt x="9114" y="28427"/>
                  </a:lnTo>
                  <a:lnTo>
                    <a:pt x="9467" y="27551"/>
                  </a:lnTo>
                  <a:lnTo>
                    <a:pt x="9820" y="26675"/>
                  </a:lnTo>
                  <a:lnTo>
                    <a:pt x="10199" y="25799"/>
                  </a:lnTo>
                  <a:lnTo>
                    <a:pt x="10565" y="24936"/>
                  </a:lnTo>
                  <a:lnTo>
                    <a:pt x="10958" y="24086"/>
                  </a:lnTo>
                  <a:lnTo>
                    <a:pt x="11350" y="23223"/>
                  </a:lnTo>
                  <a:lnTo>
                    <a:pt x="11755" y="22386"/>
                  </a:lnTo>
                  <a:lnTo>
                    <a:pt x="12174" y="21549"/>
                  </a:lnTo>
                  <a:lnTo>
                    <a:pt x="12605" y="20712"/>
                  </a:lnTo>
                  <a:lnTo>
                    <a:pt x="13037" y="19888"/>
                  </a:lnTo>
                  <a:lnTo>
                    <a:pt x="13481" y="19078"/>
                  </a:lnTo>
                  <a:lnTo>
                    <a:pt x="13926" y="18267"/>
                  </a:lnTo>
                  <a:lnTo>
                    <a:pt x="14397" y="17469"/>
                  </a:lnTo>
                  <a:lnTo>
                    <a:pt x="14867" y="16672"/>
                  </a:lnTo>
                  <a:lnTo>
                    <a:pt x="15338" y="15887"/>
                  </a:lnTo>
                  <a:lnTo>
                    <a:pt x="15835" y="15116"/>
                  </a:lnTo>
                  <a:lnTo>
                    <a:pt x="16332" y="14357"/>
                  </a:lnTo>
                  <a:lnTo>
                    <a:pt x="16829" y="13599"/>
                  </a:lnTo>
                  <a:lnTo>
                    <a:pt x="17352" y="12854"/>
                  </a:lnTo>
                  <a:lnTo>
                    <a:pt x="17875" y="12121"/>
                  </a:lnTo>
                  <a:lnTo>
                    <a:pt x="18411" y="11389"/>
                  </a:lnTo>
                  <a:lnTo>
                    <a:pt x="18947" y="10670"/>
                  </a:lnTo>
                  <a:lnTo>
                    <a:pt x="19418" y="10082"/>
                  </a:lnTo>
                  <a:lnTo>
                    <a:pt x="19875" y="9506"/>
                  </a:lnTo>
                  <a:lnTo>
                    <a:pt x="20346" y="8957"/>
                  </a:lnTo>
                  <a:lnTo>
                    <a:pt x="20830" y="8408"/>
                  </a:lnTo>
                  <a:lnTo>
                    <a:pt x="21300" y="7885"/>
                  </a:lnTo>
                  <a:lnTo>
                    <a:pt x="21784" y="7375"/>
                  </a:lnTo>
                  <a:lnTo>
                    <a:pt x="22268" y="6891"/>
                  </a:lnTo>
                  <a:lnTo>
                    <a:pt x="22765" y="6420"/>
                  </a:lnTo>
                  <a:lnTo>
                    <a:pt x="23249" y="5950"/>
                  </a:lnTo>
                  <a:lnTo>
                    <a:pt x="23746" y="5518"/>
                  </a:lnTo>
                  <a:lnTo>
                    <a:pt x="24242" y="5087"/>
                  </a:lnTo>
                  <a:lnTo>
                    <a:pt x="24752" y="4681"/>
                  </a:lnTo>
                  <a:lnTo>
                    <a:pt x="25249" y="4289"/>
                  </a:lnTo>
                  <a:lnTo>
                    <a:pt x="25759" y="3910"/>
                  </a:lnTo>
                  <a:lnTo>
                    <a:pt x="26269" y="3544"/>
                  </a:lnTo>
                  <a:lnTo>
                    <a:pt x="26779" y="3204"/>
                  </a:lnTo>
                  <a:lnTo>
                    <a:pt x="27289" y="2877"/>
                  </a:lnTo>
                  <a:lnTo>
                    <a:pt x="27812" y="2576"/>
                  </a:lnTo>
                  <a:lnTo>
                    <a:pt x="28322" y="2275"/>
                  </a:lnTo>
                  <a:lnTo>
                    <a:pt x="28845" y="2001"/>
                  </a:lnTo>
                  <a:lnTo>
                    <a:pt x="29368" y="1739"/>
                  </a:lnTo>
                  <a:lnTo>
                    <a:pt x="29891" y="1504"/>
                  </a:lnTo>
                  <a:lnTo>
                    <a:pt x="30414" y="1282"/>
                  </a:lnTo>
                  <a:lnTo>
                    <a:pt x="30937" y="1073"/>
                  </a:lnTo>
                  <a:lnTo>
                    <a:pt x="31473" y="876"/>
                  </a:lnTo>
                  <a:lnTo>
                    <a:pt x="31996" y="706"/>
                  </a:lnTo>
                  <a:lnTo>
                    <a:pt x="32532" y="549"/>
                  </a:lnTo>
                  <a:lnTo>
                    <a:pt x="33055" y="406"/>
                  </a:lnTo>
                  <a:lnTo>
                    <a:pt x="33591" y="288"/>
                  </a:lnTo>
                  <a:lnTo>
                    <a:pt x="34128" y="170"/>
                  </a:lnTo>
                  <a:lnTo>
                    <a:pt x="34664" y="92"/>
                  </a:lnTo>
                  <a:lnTo>
                    <a:pt x="35187" y="13"/>
                  </a:lnTo>
                  <a:lnTo>
                    <a:pt x="3457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8"/>
            <p:cNvSpPr/>
            <p:nvPr/>
          </p:nvSpPr>
          <p:spPr>
            <a:xfrm>
              <a:off x="1924500" y="1438775"/>
              <a:ext cx="632550" cy="729650"/>
            </a:xfrm>
            <a:custGeom>
              <a:avLst/>
              <a:gdLst/>
              <a:ahLst/>
              <a:cxnLst/>
              <a:rect l="l" t="t" r="r" b="b"/>
              <a:pathLst>
                <a:path w="25302" h="29186" extrusionOk="0">
                  <a:moveTo>
                    <a:pt x="4668" y="1"/>
                  </a:moveTo>
                  <a:lnTo>
                    <a:pt x="4498" y="14"/>
                  </a:lnTo>
                  <a:lnTo>
                    <a:pt x="4341" y="40"/>
                  </a:lnTo>
                  <a:lnTo>
                    <a:pt x="4197" y="92"/>
                  </a:lnTo>
                  <a:lnTo>
                    <a:pt x="4040" y="171"/>
                  </a:lnTo>
                  <a:lnTo>
                    <a:pt x="3870" y="288"/>
                  </a:lnTo>
                  <a:lnTo>
                    <a:pt x="3713" y="419"/>
                  </a:lnTo>
                  <a:lnTo>
                    <a:pt x="3544" y="576"/>
                  </a:lnTo>
                  <a:lnTo>
                    <a:pt x="3387" y="759"/>
                  </a:lnTo>
                  <a:lnTo>
                    <a:pt x="3243" y="955"/>
                  </a:lnTo>
                  <a:lnTo>
                    <a:pt x="3086" y="1178"/>
                  </a:lnTo>
                  <a:lnTo>
                    <a:pt x="2942" y="1413"/>
                  </a:lnTo>
                  <a:lnTo>
                    <a:pt x="2785" y="1674"/>
                  </a:lnTo>
                  <a:lnTo>
                    <a:pt x="2641" y="1949"/>
                  </a:lnTo>
                  <a:lnTo>
                    <a:pt x="2511" y="2250"/>
                  </a:lnTo>
                  <a:lnTo>
                    <a:pt x="2367" y="2564"/>
                  </a:lnTo>
                  <a:lnTo>
                    <a:pt x="2236" y="2890"/>
                  </a:lnTo>
                  <a:lnTo>
                    <a:pt x="2105" y="3244"/>
                  </a:lnTo>
                  <a:lnTo>
                    <a:pt x="1974" y="3610"/>
                  </a:lnTo>
                  <a:lnTo>
                    <a:pt x="1857" y="3989"/>
                  </a:lnTo>
                  <a:lnTo>
                    <a:pt x="1608" y="4786"/>
                  </a:lnTo>
                  <a:lnTo>
                    <a:pt x="1386" y="5636"/>
                  </a:lnTo>
                  <a:lnTo>
                    <a:pt x="1177" y="6526"/>
                  </a:lnTo>
                  <a:lnTo>
                    <a:pt x="981" y="7467"/>
                  </a:lnTo>
                  <a:lnTo>
                    <a:pt x="811" y="8448"/>
                  </a:lnTo>
                  <a:lnTo>
                    <a:pt x="641" y="9454"/>
                  </a:lnTo>
                  <a:lnTo>
                    <a:pt x="497" y="10474"/>
                  </a:lnTo>
                  <a:lnTo>
                    <a:pt x="366" y="11533"/>
                  </a:lnTo>
                  <a:lnTo>
                    <a:pt x="262" y="12606"/>
                  </a:lnTo>
                  <a:lnTo>
                    <a:pt x="170" y="13678"/>
                  </a:lnTo>
                  <a:lnTo>
                    <a:pt x="105" y="14763"/>
                  </a:lnTo>
                  <a:lnTo>
                    <a:pt x="52" y="15848"/>
                  </a:lnTo>
                  <a:lnTo>
                    <a:pt x="13" y="16934"/>
                  </a:lnTo>
                  <a:lnTo>
                    <a:pt x="0" y="17993"/>
                  </a:lnTo>
                  <a:lnTo>
                    <a:pt x="13" y="19052"/>
                  </a:lnTo>
                  <a:lnTo>
                    <a:pt x="39" y="20085"/>
                  </a:lnTo>
                  <a:lnTo>
                    <a:pt x="92" y="21092"/>
                  </a:lnTo>
                  <a:lnTo>
                    <a:pt x="170" y="22072"/>
                  </a:lnTo>
                  <a:lnTo>
                    <a:pt x="275" y="23001"/>
                  </a:lnTo>
                  <a:lnTo>
                    <a:pt x="392" y="23903"/>
                  </a:lnTo>
                  <a:lnTo>
                    <a:pt x="471" y="24335"/>
                  </a:lnTo>
                  <a:lnTo>
                    <a:pt x="549" y="24753"/>
                  </a:lnTo>
                  <a:lnTo>
                    <a:pt x="628" y="25158"/>
                  </a:lnTo>
                  <a:lnTo>
                    <a:pt x="719" y="25551"/>
                  </a:lnTo>
                  <a:lnTo>
                    <a:pt x="824" y="25930"/>
                  </a:lnTo>
                  <a:lnTo>
                    <a:pt x="915" y="26296"/>
                  </a:lnTo>
                  <a:lnTo>
                    <a:pt x="1033" y="26649"/>
                  </a:lnTo>
                  <a:lnTo>
                    <a:pt x="1151" y="26976"/>
                  </a:lnTo>
                  <a:lnTo>
                    <a:pt x="1216" y="27133"/>
                  </a:lnTo>
                  <a:lnTo>
                    <a:pt x="1281" y="27290"/>
                  </a:lnTo>
                  <a:lnTo>
                    <a:pt x="1360" y="27433"/>
                  </a:lnTo>
                  <a:lnTo>
                    <a:pt x="1451" y="27577"/>
                  </a:lnTo>
                  <a:lnTo>
                    <a:pt x="1543" y="27708"/>
                  </a:lnTo>
                  <a:lnTo>
                    <a:pt x="1648" y="27839"/>
                  </a:lnTo>
                  <a:lnTo>
                    <a:pt x="1752" y="27956"/>
                  </a:lnTo>
                  <a:lnTo>
                    <a:pt x="1870" y="28074"/>
                  </a:lnTo>
                  <a:lnTo>
                    <a:pt x="1988" y="28179"/>
                  </a:lnTo>
                  <a:lnTo>
                    <a:pt x="2118" y="28283"/>
                  </a:lnTo>
                  <a:lnTo>
                    <a:pt x="2249" y="28375"/>
                  </a:lnTo>
                  <a:lnTo>
                    <a:pt x="2393" y="28466"/>
                  </a:lnTo>
                  <a:lnTo>
                    <a:pt x="2537" y="28558"/>
                  </a:lnTo>
                  <a:lnTo>
                    <a:pt x="2694" y="28636"/>
                  </a:lnTo>
                  <a:lnTo>
                    <a:pt x="3020" y="28780"/>
                  </a:lnTo>
                  <a:lnTo>
                    <a:pt x="3360" y="28898"/>
                  </a:lnTo>
                  <a:lnTo>
                    <a:pt x="3727" y="29003"/>
                  </a:lnTo>
                  <a:lnTo>
                    <a:pt x="4119" y="29081"/>
                  </a:lnTo>
                  <a:lnTo>
                    <a:pt x="4524" y="29133"/>
                  </a:lnTo>
                  <a:lnTo>
                    <a:pt x="4956" y="29173"/>
                  </a:lnTo>
                  <a:lnTo>
                    <a:pt x="5400" y="29186"/>
                  </a:lnTo>
                  <a:lnTo>
                    <a:pt x="5858" y="29186"/>
                  </a:lnTo>
                  <a:lnTo>
                    <a:pt x="6329" y="29173"/>
                  </a:lnTo>
                  <a:lnTo>
                    <a:pt x="6812" y="29133"/>
                  </a:lnTo>
                  <a:lnTo>
                    <a:pt x="7309" y="29081"/>
                  </a:lnTo>
                  <a:lnTo>
                    <a:pt x="7832" y="29003"/>
                  </a:lnTo>
                  <a:lnTo>
                    <a:pt x="8355" y="28911"/>
                  </a:lnTo>
                  <a:lnTo>
                    <a:pt x="8878" y="28806"/>
                  </a:lnTo>
                  <a:lnTo>
                    <a:pt x="9428" y="28689"/>
                  </a:lnTo>
                  <a:lnTo>
                    <a:pt x="9964" y="28558"/>
                  </a:lnTo>
                  <a:lnTo>
                    <a:pt x="10526" y="28401"/>
                  </a:lnTo>
                  <a:lnTo>
                    <a:pt x="11088" y="28244"/>
                  </a:lnTo>
                  <a:lnTo>
                    <a:pt x="11650" y="28061"/>
                  </a:lnTo>
                  <a:lnTo>
                    <a:pt x="12213" y="27878"/>
                  </a:lnTo>
                  <a:lnTo>
                    <a:pt x="12775" y="27669"/>
                  </a:lnTo>
                  <a:lnTo>
                    <a:pt x="13350" y="27460"/>
                  </a:lnTo>
                  <a:lnTo>
                    <a:pt x="13912" y="27224"/>
                  </a:lnTo>
                  <a:lnTo>
                    <a:pt x="14475" y="26989"/>
                  </a:lnTo>
                  <a:lnTo>
                    <a:pt x="15037" y="26740"/>
                  </a:lnTo>
                  <a:lnTo>
                    <a:pt x="15599" y="26479"/>
                  </a:lnTo>
                  <a:lnTo>
                    <a:pt x="16161" y="26217"/>
                  </a:lnTo>
                  <a:lnTo>
                    <a:pt x="16711" y="25943"/>
                  </a:lnTo>
                  <a:lnTo>
                    <a:pt x="17247" y="25655"/>
                  </a:lnTo>
                  <a:lnTo>
                    <a:pt x="17783" y="25354"/>
                  </a:lnTo>
                  <a:lnTo>
                    <a:pt x="18306" y="25054"/>
                  </a:lnTo>
                  <a:lnTo>
                    <a:pt x="18816" y="24753"/>
                  </a:lnTo>
                  <a:lnTo>
                    <a:pt x="19326" y="24426"/>
                  </a:lnTo>
                  <a:lnTo>
                    <a:pt x="19810" y="24112"/>
                  </a:lnTo>
                  <a:lnTo>
                    <a:pt x="20293" y="23785"/>
                  </a:lnTo>
                  <a:lnTo>
                    <a:pt x="20751" y="23445"/>
                  </a:lnTo>
                  <a:lnTo>
                    <a:pt x="21196" y="23118"/>
                  </a:lnTo>
                  <a:lnTo>
                    <a:pt x="21627" y="22765"/>
                  </a:lnTo>
                  <a:lnTo>
                    <a:pt x="22032" y="22425"/>
                  </a:lnTo>
                  <a:lnTo>
                    <a:pt x="22425" y="22072"/>
                  </a:lnTo>
                  <a:lnTo>
                    <a:pt x="22804" y="21732"/>
                  </a:lnTo>
                  <a:lnTo>
                    <a:pt x="23157" y="21379"/>
                  </a:lnTo>
                  <a:lnTo>
                    <a:pt x="23484" y="21013"/>
                  </a:lnTo>
                  <a:lnTo>
                    <a:pt x="23785" y="20660"/>
                  </a:lnTo>
                  <a:lnTo>
                    <a:pt x="24059" y="20307"/>
                  </a:lnTo>
                  <a:lnTo>
                    <a:pt x="24321" y="19954"/>
                  </a:lnTo>
                  <a:lnTo>
                    <a:pt x="24543" y="19588"/>
                  </a:lnTo>
                  <a:lnTo>
                    <a:pt x="24752" y="19235"/>
                  </a:lnTo>
                  <a:lnTo>
                    <a:pt x="24922" y="18882"/>
                  </a:lnTo>
                  <a:lnTo>
                    <a:pt x="25053" y="18529"/>
                  </a:lnTo>
                  <a:lnTo>
                    <a:pt x="25171" y="18176"/>
                  </a:lnTo>
                  <a:lnTo>
                    <a:pt x="25210" y="18006"/>
                  </a:lnTo>
                  <a:lnTo>
                    <a:pt x="25249" y="17836"/>
                  </a:lnTo>
                  <a:lnTo>
                    <a:pt x="25275" y="17653"/>
                  </a:lnTo>
                  <a:lnTo>
                    <a:pt x="25288" y="17483"/>
                  </a:lnTo>
                  <a:lnTo>
                    <a:pt x="25301" y="17313"/>
                  </a:lnTo>
                  <a:lnTo>
                    <a:pt x="25301" y="17143"/>
                  </a:lnTo>
                  <a:lnTo>
                    <a:pt x="25288" y="16973"/>
                  </a:lnTo>
                  <a:lnTo>
                    <a:pt x="25275" y="16816"/>
                  </a:lnTo>
                  <a:lnTo>
                    <a:pt x="25249" y="16646"/>
                  </a:lnTo>
                  <a:lnTo>
                    <a:pt x="25210" y="16476"/>
                  </a:lnTo>
                  <a:lnTo>
                    <a:pt x="25171" y="16319"/>
                  </a:lnTo>
                  <a:lnTo>
                    <a:pt x="25105" y="16149"/>
                  </a:lnTo>
                  <a:lnTo>
                    <a:pt x="24974" y="15822"/>
                  </a:lnTo>
                  <a:lnTo>
                    <a:pt x="24831" y="15495"/>
                  </a:lnTo>
                  <a:lnTo>
                    <a:pt x="24661" y="15155"/>
                  </a:lnTo>
                  <a:lnTo>
                    <a:pt x="24478" y="14815"/>
                  </a:lnTo>
                  <a:lnTo>
                    <a:pt x="24281" y="14476"/>
                  </a:lnTo>
                  <a:lnTo>
                    <a:pt x="24072" y="14136"/>
                  </a:lnTo>
                  <a:lnTo>
                    <a:pt x="23837" y="13782"/>
                  </a:lnTo>
                  <a:lnTo>
                    <a:pt x="23588" y="13429"/>
                  </a:lnTo>
                  <a:lnTo>
                    <a:pt x="23327" y="13076"/>
                  </a:lnTo>
                  <a:lnTo>
                    <a:pt x="23052" y="12723"/>
                  </a:lnTo>
                  <a:lnTo>
                    <a:pt x="22765" y="12357"/>
                  </a:lnTo>
                  <a:lnTo>
                    <a:pt x="22464" y="12004"/>
                  </a:lnTo>
                  <a:lnTo>
                    <a:pt x="22150" y="11638"/>
                  </a:lnTo>
                  <a:lnTo>
                    <a:pt x="21836" y="11285"/>
                  </a:lnTo>
                  <a:lnTo>
                    <a:pt x="21156" y="10566"/>
                  </a:lnTo>
                  <a:lnTo>
                    <a:pt x="20437" y="9834"/>
                  </a:lnTo>
                  <a:lnTo>
                    <a:pt x="19679" y="9128"/>
                  </a:lnTo>
                  <a:lnTo>
                    <a:pt x="18907" y="8421"/>
                  </a:lnTo>
                  <a:lnTo>
                    <a:pt x="18097" y="7715"/>
                  </a:lnTo>
                  <a:lnTo>
                    <a:pt x="17273" y="7035"/>
                  </a:lnTo>
                  <a:lnTo>
                    <a:pt x="16436" y="6356"/>
                  </a:lnTo>
                  <a:lnTo>
                    <a:pt x="15586" y="5715"/>
                  </a:lnTo>
                  <a:lnTo>
                    <a:pt x="14723" y="5074"/>
                  </a:lnTo>
                  <a:lnTo>
                    <a:pt x="13873" y="4473"/>
                  </a:lnTo>
                  <a:lnTo>
                    <a:pt x="13023" y="3897"/>
                  </a:lnTo>
                  <a:lnTo>
                    <a:pt x="12186" y="3335"/>
                  </a:lnTo>
                  <a:lnTo>
                    <a:pt x="11350" y="2825"/>
                  </a:lnTo>
                  <a:lnTo>
                    <a:pt x="10539" y="2341"/>
                  </a:lnTo>
                  <a:lnTo>
                    <a:pt x="9754" y="1884"/>
                  </a:lnTo>
                  <a:lnTo>
                    <a:pt x="8996" y="1478"/>
                  </a:lnTo>
                  <a:lnTo>
                    <a:pt x="8264" y="1125"/>
                  </a:lnTo>
                  <a:lnTo>
                    <a:pt x="7584" y="798"/>
                  </a:lnTo>
                  <a:lnTo>
                    <a:pt x="6930" y="537"/>
                  </a:lnTo>
                  <a:lnTo>
                    <a:pt x="6629" y="419"/>
                  </a:lnTo>
                  <a:lnTo>
                    <a:pt x="6329" y="315"/>
                  </a:lnTo>
                  <a:lnTo>
                    <a:pt x="6054" y="223"/>
                  </a:lnTo>
                  <a:lnTo>
                    <a:pt x="5779" y="145"/>
                  </a:lnTo>
                  <a:lnTo>
                    <a:pt x="5531" y="92"/>
                  </a:lnTo>
                  <a:lnTo>
                    <a:pt x="5296" y="40"/>
                  </a:lnTo>
                  <a:lnTo>
                    <a:pt x="5073" y="14"/>
                  </a:lnTo>
                  <a:lnTo>
                    <a:pt x="4864" y="1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8"/>
            <p:cNvSpPr/>
            <p:nvPr/>
          </p:nvSpPr>
          <p:spPr>
            <a:xfrm>
              <a:off x="1949325" y="1452175"/>
              <a:ext cx="607725" cy="716250"/>
            </a:xfrm>
            <a:custGeom>
              <a:avLst/>
              <a:gdLst/>
              <a:ahLst/>
              <a:cxnLst/>
              <a:rect l="l" t="t" r="r" b="b"/>
              <a:pathLst>
                <a:path w="24309" h="28650" extrusionOk="0">
                  <a:moveTo>
                    <a:pt x="5937" y="1"/>
                  </a:moveTo>
                  <a:lnTo>
                    <a:pt x="6434" y="354"/>
                  </a:lnTo>
                  <a:lnTo>
                    <a:pt x="6931" y="720"/>
                  </a:lnTo>
                  <a:lnTo>
                    <a:pt x="7428" y="1112"/>
                  </a:lnTo>
                  <a:lnTo>
                    <a:pt x="7938" y="1518"/>
                  </a:lnTo>
                  <a:lnTo>
                    <a:pt x="8461" y="1936"/>
                  </a:lnTo>
                  <a:lnTo>
                    <a:pt x="8971" y="2354"/>
                  </a:lnTo>
                  <a:lnTo>
                    <a:pt x="9481" y="2799"/>
                  </a:lnTo>
                  <a:lnTo>
                    <a:pt x="10004" y="3244"/>
                  </a:lnTo>
                  <a:lnTo>
                    <a:pt x="10514" y="3714"/>
                  </a:lnTo>
                  <a:lnTo>
                    <a:pt x="11023" y="4185"/>
                  </a:lnTo>
                  <a:lnTo>
                    <a:pt x="11533" y="4656"/>
                  </a:lnTo>
                  <a:lnTo>
                    <a:pt x="12043" y="5140"/>
                  </a:lnTo>
                  <a:lnTo>
                    <a:pt x="12527" y="5636"/>
                  </a:lnTo>
                  <a:lnTo>
                    <a:pt x="13024" y="6133"/>
                  </a:lnTo>
                  <a:lnTo>
                    <a:pt x="13495" y="6630"/>
                  </a:lnTo>
                  <a:lnTo>
                    <a:pt x="13965" y="7140"/>
                  </a:lnTo>
                  <a:lnTo>
                    <a:pt x="14423" y="7650"/>
                  </a:lnTo>
                  <a:lnTo>
                    <a:pt x="14868" y="8147"/>
                  </a:lnTo>
                  <a:lnTo>
                    <a:pt x="15299" y="8670"/>
                  </a:lnTo>
                  <a:lnTo>
                    <a:pt x="15718" y="9180"/>
                  </a:lnTo>
                  <a:lnTo>
                    <a:pt x="16110" y="9677"/>
                  </a:lnTo>
                  <a:lnTo>
                    <a:pt x="16489" y="10187"/>
                  </a:lnTo>
                  <a:lnTo>
                    <a:pt x="16855" y="10697"/>
                  </a:lnTo>
                  <a:lnTo>
                    <a:pt x="17195" y="11194"/>
                  </a:lnTo>
                  <a:lnTo>
                    <a:pt x="17509" y="11690"/>
                  </a:lnTo>
                  <a:lnTo>
                    <a:pt x="17810" y="12187"/>
                  </a:lnTo>
                  <a:lnTo>
                    <a:pt x="18071" y="12671"/>
                  </a:lnTo>
                  <a:lnTo>
                    <a:pt x="18320" y="13142"/>
                  </a:lnTo>
                  <a:lnTo>
                    <a:pt x="18542" y="13613"/>
                  </a:lnTo>
                  <a:lnTo>
                    <a:pt x="18725" y="14070"/>
                  </a:lnTo>
                  <a:lnTo>
                    <a:pt x="18895" y="14528"/>
                  </a:lnTo>
                  <a:lnTo>
                    <a:pt x="19026" y="14959"/>
                  </a:lnTo>
                  <a:lnTo>
                    <a:pt x="19078" y="15208"/>
                  </a:lnTo>
                  <a:lnTo>
                    <a:pt x="19104" y="15443"/>
                  </a:lnTo>
                  <a:lnTo>
                    <a:pt x="19117" y="15692"/>
                  </a:lnTo>
                  <a:lnTo>
                    <a:pt x="19117" y="15927"/>
                  </a:lnTo>
                  <a:lnTo>
                    <a:pt x="19091" y="16175"/>
                  </a:lnTo>
                  <a:lnTo>
                    <a:pt x="19052" y="16424"/>
                  </a:lnTo>
                  <a:lnTo>
                    <a:pt x="18987" y="16659"/>
                  </a:lnTo>
                  <a:lnTo>
                    <a:pt x="18908" y="16908"/>
                  </a:lnTo>
                  <a:lnTo>
                    <a:pt x="18817" y="17156"/>
                  </a:lnTo>
                  <a:lnTo>
                    <a:pt x="18699" y="17391"/>
                  </a:lnTo>
                  <a:lnTo>
                    <a:pt x="18568" y="17640"/>
                  </a:lnTo>
                  <a:lnTo>
                    <a:pt x="18424" y="17875"/>
                  </a:lnTo>
                  <a:lnTo>
                    <a:pt x="18267" y="18124"/>
                  </a:lnTo>
                  <a:lnTo>
                    <a:pt x="18097" y="18359"/>
                  </a:lnTo>
                  <a:lnTo>
                    <a:pt x="17901" y="18594"/>
                  </a:lnTo>
                  <a:lnTo>
                    <a:pt x="17705" y="18843"/>
                  </a:lnTo>
                  <a:lnTo>
                    <a:pt x="17483" y="19078"/>
                  </a:lnTo>
                  <a:lnTo>
                    <a:pt x="17261" y="19314"/>
                  </a:lnTo>
                  <a:lnTo>
                    <a:pt x="17012" y="19549"/>
                  </a:lnTo>
                  <a:lnTo>
                    <a:pt x="16764" y="19784"/>
                  </a:lnTo>
                  <a:lnTo>
                    <a:pt x="16489" y="20007"/>
                  </a:lnTo>
                  <a:lnTo>
                    <a:pt x="16214" y="20242"/>
                  </a:lnTo>
                  <a:lnTo>
                    <a:pt x="15927" y="20464"/>
                  </a:lnTo>
                  <a:lnTo>
                    <a:pt x="15626" y="20687"/>
                  </a:lnTo>
                  <a:lnTo>
                    <a:pt x="14998" y="21131"/>
                  </a:lnTo>
                  <a:lnTo>
                    <a:pt x="14332" y="21550"/>
                  </a:lnTo>
                  <a:lnTo>
                    <a:pt x="13626" y="21968"/>
                  </a:lnTo>
                  <a:lnTo>
                    <a:pt x="12906" y="22373"/>
                  </a:lnTo>
                  <a:lnTo>
                    <a:pt x="12148" y="22766"/>
                  </a:lnTo>
                  <a:lnTo>
                    <a:pt x="11363" y="23132"/>
                  </a:lnTo>
                  <a:lnTo>
                    <a:pt x="10566" y="23485"/>
                  </a:lnTo>
                  <a:lnTo>
                    <a:pt x="9755" y="23825"/>
                  </a:lnTo>
                  <a:lnTo>
                    <a:pt x="8931" y="24138"/>
                  </a:lnTo>
                  <a:lnTo>
                    <a:pt x="8095" y="24439"/>
                  </a:lnTo>
                  <a:lnTo>
                    <a:pt x="7245" y="24714"/>
                  </a:lnTo>
                  <a:lnTo>
                    <a:pt x="6408" y="24962"/>
                  </a:lnTo>
                  <a:lnTo>
                    <a:pt x="5571" y="25185"/>
                  </a:lnTo>
                  <a:lnTo>
                    <a:pt x="4721" y="25394"/>
                  </a:lnTo>
                  <a:lnTo>
                    <a:pt x="3897" y="25564"/>
                  </a:lnTo>
                  <a:lnTo>
                    <a:pt x="3087" y="25708"/>
                  </a:lnTo>
                  <a:lnTo>
                    <a:pt x="2276" y="25825"/>
                  </a:lnTo>
                  <a:lnTo>
                    <a:pt x="1504" y="25917"/>
                  </a:lnTo>
                  <a:lnTo>
                    <a:pt x="733" y="25969"/>
                  </a:lnTo>
                  <a:lnTo>
                    <a:pt x="367" y="25982"/>
                  </a:lnTo>
                  <a:lnTo>
                    <a:pt x="1" y="25982"/>
                  </a:lnTo>
                  <a:lnTo>
                    <a:pt x="158" y="26440"/>
                  </a:lnTo>
                  <a:lnTo>
                    <a:pt x="223" y="26597"/>
                  </a:lnTo>
                  <a:lnTo>
                    <a:pt x="288" y="26754"/>
                  </a:lnTo>
                  <a:lnTo>
                    <a:pt x="367" y="26897"/>
                  </a:lnTo>
                  <a:lnTo>
                    <a:pt x="458" y="27041"/>
                  </a:lnTo>
                  <a:lnTo>
                    <a:pt x="550" y="27172"/>
                  </a:lnTo>
                  <a:lnTo>
                    <a:pt x="655" y="27303"/>
                  </a:lnTo>
                  <a:lnTo>
                    <a:pt x="759" y="27420"/>
                  </a:lnTo>
                  <a:lnTo>
                    <a:pt x="877" y="27538"/>
                  </a:lnTo>
                  <a:lnTo>
                    <a:pt x="995" y="27643"/>
                  </a:lnTo>
                  <a:lnTo>
                    <a:pt x="1125" y="27747"/>
                  </a:lnTo>
                  <a:lnTo>
                    <a:pt x="1256" y="27839"/>
                  </a:lnTo>
                  <a:lnTo>
                    <a:pt x="1400" y="27930"/>
                  </a:lnTo>
                  <a:lnTo>
                    <a:pt x="1544" y="28022"/>
                  </a:lnTo>
                  <a:lnTo>
                    <a:pt x="1701" y="28100"/>
                  </a:lnTo>
                  <a:lnTo>
                    <a:pt x="2027" y="28244"/>
                  </a:lnTo>
                  <a:lnTo>
                    <a:pt x="2367" y="28362"/>
                  </a:lnTo>
                  <a:lnTo>
                    <a:pt x="2734" y="28467"/>
                  </a:lnTo>
                  <a:lnTo>
                    <a:pt x="3126" y="28545"/>
                  </a:lnTo>
                  <a:lnTo>
                    <a:pt x="3531" y="28597"/>
                  </a:lnTo>
                  <a:lnTo>
                    <a:pt x="3963" y="28637"/>
                  </a:lnTo>
                  <a:lnTo>
                    <a:pt x="4407" y="28650"/>
                  </a:lnTo>
                  <a:lnTo>
                    <a:pt x="4865" y="28650"/>
                  </a:lnTo>
                  <a:lnTo>
                    <a:pt x="5336" y="28637"/>
                  </a:lnTo>
                  <a:lnTo>
                    <a:pt x="5819" y="28597"/>
                  </a:lnTo>
                  <a:lnTo>
                    <a:pt x="6316" y="28545"/>
                  </a:lnTo>
                  <a:lnTo>
                    <a:pt x="6839" y="28467"/>
                  </a:lnTo>
                  <a:lnTo>
                    <a:pt x="7362" y="28375"/>
                  </a:lnTo>
                  <a:lnTo>
                    <a:pt x="7885" y="28270"/>
                  </a:lnTo>
                  <a:lnTo>
                    <a:pt x="8435" y="28153"/>
                  </a:lnTo>
                  <a:lnTo>
                    <a:pt x="8971" y="28022"/>
                  </a:lnTo>
                  <a:lnTo>
                    <a:pt x="9533" y="27865"/>
                  </a:lnTo>
                  <a:lnTo>
                    <a:pt x="10095" y="27708"/>
                  </a:lnTo>
                  <a:lnTo>
                    <a:pt x="10657" y="27525"/>
                  </a:lnTo>
                  <a:lnTo>
                    <a:pt x="11220" y="27342"/>
                  </a:lnTo>
                  <a:lnTo>
                    <a:pt x="11782" y="27133"/>
                  </a:lnTo>
                  <a:lnTo>
                    <a:pt x="12357" y="26924"/>
                  </a:lnTo>
                  <a:lnTo>
                    <a:pt x="12919" y="26688"/>
                  </a:lnTo>
                  <a:lnTo>
                    <a:pt x="13482" y="26453"/>
                  </a:lnTo>
                  <a:lnTo>
                    <a:pt x="14044" y="26204"/>
                  </a:lnTo>
                  <a:lnTo>
                    <a:pt x="14606" y="25943"/>
                  </a:lnTo>
                  <a:lnTo>
                    <a:pt x="15168" y="25681"/>
                  </a:lnTo>
                  <a:lnTo>
                    <a:pt x="15718" y="25407"/>
                  </a:lnTo>
                  <a:lnTo>
                    <a:pt x="16254" y="25119"/>
                  </a:lnTo>
                  <a:lnTo>
                    <a:pt x="16790" y="24818"/>
                  </a:lnTo>
                  <a:lnTo>
                    <a:pt x="17313" y="24518"/>
                  </a:lnTo>
                  <a:lnTo>
                    <a:pt x="17823" y="24217"/>
                  </a:lnTo>
                  <a:lnTo>
                    <a:pt x="18333" y="23890"/>
                  </a:lnTo>
                  <a:lnTo>
                    <a:pt x="18817" y="23576"/>
                  </a:lnTo>
                  <a:lnTo>
                    <a:pt x="19300" y="23249"/>
                  </a:lnTo>
                  <a:lnTo>
                    <a:pt x="19758" y="22909"/>
                  </a:lnTo>
                  <a:lnTo>
                    <a:pt x="20203" y="22582"/>
                  </a:lnTo>
                  <a:lnTo>
                    <a:pt x="20634" y="22229"/>
                  </a:lnTo>
                  <a:lnTo>
                    <a:pt x="21039" y="21889"/>
                  </a:lnTo>
                  <a:lnTo>
                    <a:pt x="21432" y="21536"/>
                  </a:lnTo>
                  <a:lnTo>
                    <a:pt x="21811" y="21196"/>
                  </a:lnTo>
                  <a:lnTo>
                    <a:pt x="22164" y="20843"/>
                  </a:lnTo>
                  <a:lnTo>
                    <a:pt x="22491" y="20477"/>
                  </a:lnTo>
                  <a:lnTo>
                    <a:pt x="22792" y="20124"/>
                  </a:lnTo>
                  <a:lnTo>
                    <a:pt x="23066" y="19771"/>
                  </a:lnTo>
                  <a:lnTo>
                    <a:pt x="23328" y="19418"/>
                  </a:lnTo>
                  <a:lnTo>
                    <a:pt x="23550" y="19052"/>
                  </a:lnTo>
                  <a:lnTo>
                    <a:pt x="23759" y="18699"/>
                  </a:lnTo>
                  <a:lnTo>
                    <a:pt x="23929" y="18346"/>
                  </a:lnTo>
                  <a:lnTo>
                    <a:pt x="24060" y="17993"/>
                  </a:lnTo>
                  <a:lnTo>
                    <a:pt x="24178" y="17640"/>
                  </a:lnTo>
                  <a:lnTo>
                    <a:pt x="24217" y="17470"/>
                  </a:lnTo>
                  <a:lnTo>
                    <a:pt x="24256" y="17300"/>
                  </a:lnTo>
                  <a:lnTo>
                    <a:pt x="24282" y="17117"/>
                  </a:lnTo>
                  <a:lnTo>
                    <a:pt x="24295" y="16947"/>
                  </a:lnTo>
                  <a:lnTo>
                    <a:pt x="24308" y="16777"/>
                  </a:lnTo>
                  <a:lnTo>
                    <a:pt x="24308" y="16607"/>
                  </a:lnTo>
                  <a:lnTo>
                    <a:pt x="24295" y="16437"/>
                  </a:lnTo>
                  <a:lnTo>
                    <a:pt x="24282" y="16280"/>
                  </a:lnTo>
                  <a:lnTo>
                    <a:pt x="24256" y="16110"/>
                  </a:lnTo>
                  <a:lnTo>
                    <a:pt x="24217" y="15940"/>
                  </a:lnTo>
                  <a:lnTo>
                    <a:pt x="24178" y="15783"/>
                  </a:lnTo>
                  <a:lnTo>
                    <a:pt x="24112" y="15613"/>
                  </a:lnTo>
                  <a:lnTo>
                    <a:pt x="24008" y="15352"/>
                  </a:lnTo>
                  <a:lnTo>
                    <a:pt x="23903" y="15090"/>
                  </a:lnTo>
                  <a:lnTo>
                    <a:pt x="23772" y="14816"/>
                  </a:lnTo>
                  <a:lnTo>
                    <a:pt x="23628" y="14541"/>
                  </a:lnTo>
                  <a:lnTo>
                    <a:pt x="23485" y="14266"/>
                  </a:lnTo>
                  <a:lnTo>
                    <a:pt x="23315" y="13979"/>
                  </a:lnTo>
                  <a:lnTo>
                    <a:pt x="22961" y="13416"/>
                  </a:lnTo>
                  <a:lnTo>
                    <a:pt x="22569" y="12854"/>
                  </a:lnTo>
                  <a:lnTo>
                    <a:pt x="22138" y="12266"/>
                  </a:lnTo>
                  <a:lnTo>
                    <a:pt x="21667" y="11690"/>
                  </a:lnTo>
                  <a:lnTo>
                    <a:pt x="21157" y="11102"/>
                  </a:lnTo>
                  <a:lnTo>
                    <a:pt x="20634" y="10514"/>
                  </a:lnTo>
                  <a:lnTo>
                    <a:pt x="20072" y="9938"/>
                  </a:lnTo>
                  <a:lnTo>
                    <a:pt x="19483" y="9350"/>
                  </a:lnTo>
                  <a:lnTo>
                    <a:pt x="18882" y="8762"/>
                  </a:lnTo>
                  <a:lnTo>
                    <a:pt x="18254" y="8186"/>
                  </a:lnTo>
                  <a:lnTo>
                    <a:pt x="17601" y="7611"/>
                  </a:lnTo>
                  <a:lnTo>
                    <a:pt x="16947" y="7049"/>
                  </a:lnTo>
                  <a:lnTo>
                    <a:pt x="16280" y="6499"/>
                  </a:lnTo>
                  <a:lnTo>
                    <a:pt x="15600" y="5950"/>
                  </a:lnTo>
                  <a:lnTo>
                    <a:pt x="14907" y="5414"/>
                  </a:lnTo>
                  <a:lnTo>
                    <a:pt x="14214" y="4891"/>
                  </a:lnTo>
                  <a:lnTo>
                    <a:pt x="13521" y="4381"/>
                  </a:lnTo>
                  <a:lnTo>
                    <a:pt x="12828" y="3897"/>
                  </a:lnTo>
                  <a:lnTo>
                    <a:pt x="12135" y="3427"/>
                  </a:lnTo>
                  <a:lnTo>
                    <a:pt x="11442" y="2969"/>
                  </a:lnTo>
                  <a:lnTo>
                    <a:pt x="10762" y="2538"/>
                  </a:lnTo>
                  <a:lnTo>
                    <a:pt x="10095" y="2132"/>
                  </a:lnTo>
                  <a:lnTo>
                    <a:pt x="9441" y="1740"/>
                  </a:lnTo>
                  <a:lnTo>
                    <a:pt x="8801" y="1374"/>
                  </a:lnTo>
                  <a:lnTo>
                    <a:pt x="8186" y="1047"/>
                  </a:lnTo>
                  <a:lnTo>
                    <a:pt x="7585" y="733"/>
                  </a:lnTo>
                  <a:lnTo>
                    <a:pt x="7009" y="459"/>
                  </a:lnTo>
                  <a:lnTo>
                    <a:pt x="6460" y="210"/>
                  </a:lnTo>
                  <a:lnTo>
                    <a:pt x="593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8"/>
            <p:cNvSpPr/>
            <p:nvPr/>
          </p:nvSpPr>
          <p:spPr>
            <a:xfrm>
              <a:off x="1990525" y="1715975"/>
              <a:ext cx="347825" cy="401125"/>
            </a:xfrm>
            <a:custGeom>
              <a:avLst/>
              <a:gdLst/>
              <a:ahLst/>
              <a:cxnLst/>
              <a:rect l="l" t="t" r="r" b="b"/>
              <a:pathLst>
                <a:path w="13913" h="16045" extrusionOk="0">
                  <a:moveTo>
                    <a:pt x="2472" y="1"/>
                  </a:moveTo>
                  <a:lnTo>
                    <a:pt x="2393" y="27"/>
                  </a:lnTo>
                  <a:lnTo>
                    <a:pt x="2315" y="53"/>
                  </a:lnTo>
                  <a:lnTo>
                    <a:pt x="2223" y="92"/>
                  </a:lnTo>
                  <a:lnTo>
                    <a:pt x="2132" y="158"/>
                  </a:lnTo>
                  <a:lnTo>
                    <a:pt x="2040" y="223"/>
                  </a:lnTo>
                  <a:lnTo>
                    <a:pt x="1949" y="315"/>
                  </a:lnTo>
                  <a:lnTo>
                    <a:pt x="1870" y="406"/>
                  </a:lnTo>
                  <a:lnTo>
                    <a:pt x="1779" y="524"/>
                  </a:lnTo>
                  <a:lnTo>
                    <a:pt x="1622" y="772"/>
                  </a:lnTo>
                  <a:lnTo>
                    <a:pt x="1452" y="1073"/>
                  </a:lnTo>
                  <a:lnTo>
                    <a:pt x="1308" y="1400"/>
                  </a:lnTo>
                  <a:lnTo>
                    <a:pt x="1164" y="1779"/>
                  </a:lnTo>
                  <a:lnTo>
                    <a:pt x="1020" y="2185"/>
                  </a:lnTo>
                  <a:lnTo>
                    <a:pt x="889" y="2629"/>
                  </a:lnTo>
                  <a:lnTo>
                    <a:pt x="759" y="3087"/>
                  </a:lnTo>
                  <a:lnTo>
                    <a:pt x="654" y="3584"/>
                  </a:lnTo>
                  <a:lnTo>
                    <a:pt x="536" y="4107"/>
                  </a:lnTo>
                  <a:lnTo>
                    <a:pt x="445" y="4643"/>
                  </a:lnTo>
                  <a:lnTo>
                    <a:pt x="353" y="5192"/>
                  </a:lnTo>
                  <a:lnTo>
                    <a:pt x="275" y="5754"/>
                  </a:lnTo>
                  <a:lnTo>
                    <a:pt x="209" y="6343"/>
                  </a:lnTo>
                  <a:lnTo>
                    <a:pt x="144" y="6918"/>
                  </a:lnTo>
                  <a:lnTo>
                    <a:pt x="92" y="7519"/>
                  </a:lnTo>
                  <a:lnTo>
                    <a:pt x="53" y="8108"/>
                  </a:lnTo>
                  <a:lnTo>
                    <a:pt x="26" y="8709"/>
                  </a:lnTo>
                  <a:lnTo>
                    <a:pt x="13" y="9298"/>
                  </a:lnTo>
                  <a:lnTo>
                    <a:pt x="0" y="9886"/>
                  </a:lnTo>
                  <a:lnTo>
                    <a:pt x="13" y="10474"/>
                  </a:lnTo>
                  <a:lnTo>
                    <a:pt x="26" y="11037"/>
                  </a:lnTo>
                  <a:lnTo>
                    <a:pt x="53" y="11586"/>
                  </a:lnTo>
                  <a:lnTo>
                    <a:pt x="92" y="12122"/>
                  </a:lnTo>
                  <a:lnTo>
                    <a:pt x="157" y="12645"/>
                  </a:lnTo>
                  <a:lnTo>
                    <a:pt x="223" y="13142"/>
                  </a:lnTo>
                  <a:lnTo>
                    <a:pt x="301" y="13600"/>
                  </a:lnTo>
                  <a:lnTo>
                    <a:pt x="406" y="14044"/>
                  </a:lnTo>
                  <a:lnTo>
                    <a:pt x="510" y="14449"/>
                  </a:lnTo>
                  <a:lnTo>
                    <a:pt x="641" y="14829"/>
                  </a:lnTo>
                  <a:lnTo>
                    <a:pt x="706" y="14999"/>
                  </a:lnTo>
                  <a:lnTo>
                    <a:pt x="798" y="15156"/>
                  </a:lnTo>
                  <a:lnTo>
                    <a:pt x="903" y="15299"/>
                  </a:lnTo>
                  <a:lnTo>
                    <a:pt x="1033" y="15430"/>
                  </a:lnTo>
                  <a:lnTo>
                    <a:pt x="1164" y="15548"/>
                  </a:lnTo>
                  <a:lnTo>
                    <a:pt x="1321" y="15652"/>
                  </a:lnTo>
                  <a:lnTo>
                    <a:pt x="1478" y="15744"/>
                  </a:lnTo>
                  <a:lnTo>
                    <a:pt x="1661" y="15822"/>
                  </a:lnTo>
                  <a:lnTo>
                    <a:pt x="1857" y="15888"/>
                  </a:lnTo>
                  <a:lnTo>
                    <a:pt x="2053" y="15940"/>
                  </a:lnTo>
                  <a:lnTo>
                    <a:pt x="2262" y="15979"/>
                  </a:lnTo>
                  <a:lnTo>
                    <a:pt x="2485" y="16005"/>
                  </a:lnTo>
                  <a:lnTo>
                    <a:pt x="2720" y="16032"/>
                  </a:lnTo>
                  <a:lnTo>
                    <a:pt x="2968" y="16045"/>
                  </a:lnTo>
                  <a:lnTo>
                    <a:pt x="3217" y="16045"/>
                  </a:lnTo>
                  <a:lnTo>
                    <a:pt x="3478" y="16032"/>
                  </a:lnTo>
                  <a:lnTo>
                    <a:pt x="3753" y="16005"/>
                  </a:lnTo>
                  <a:lnTo>
                    <a:pt x="4028" y="15979"/>
                  </a:lnTo>
                  <a:lnTo>
                    <a:pt x="4302" y="15940"/>
                  </a:lnTo>
                  <a:lnTo>
                    <a:pt x="4590" y="15888"/>
                  </a:lnTo>
                  <a:lnTo>
                    <a:pt x="5178" y="15770"/>
                  </a:lnTo>
                  <a:lnTo>
                    <a:pt x="5793" y="15613"/>
                  </a:lnTo>
                  <a:lnTo>
                    <a:pt x="6407" y="15430"/>
                  </a:lnTo>
                  <a:lnTo>
                    <a:pt x="7022" y="15208"/>
                  </a:lnTo>
                  <a:lnTo>
                    <a:pt x="7650" y="14959"/>
                  </a:lnTo>
                  <a:lnTo>
                    <a:pt x="8277" y="14698"/>
                  </a:lnTo>
                  <a:lnTo>
                    <a:pt x="8879" y="14410"/>
                  </a:lnTo>
                  <a:lnTo>
                    <a:pt x="9480" y="14096"/>
                  </a:lnTo>
                  <a:lnTo>
                    <a:pt x="10068" y="13770"/>
                  </a:lnTo>
                  <a:lnTo>
                    <a:pt x="10618" y="13430"/>
                  </a:lnTo>
                  <a:lnTo>
                    <a:pt x="11154" y="13063"/>
                  </a:lnTo>
                  <a:lnTo>
                    <a:pt x="11651" y="12697"/>
                  </a:lnTo>
                  <a:lnTo>
                    <a:pt x="11886" y="12514"/>
                  </a:lnTo>
                  <a:lnTo>
                    <a:pt x="12121" y="12318"/>
                  </a:lnTo>
                  <a:lnTo>
                    <a:pt x="12331" y="12135"/>
                  </a:lnTo>
                  <a:lnTo>
                    <a:pt x="12540" y="11939"/>
                  </a:lnTo>
                  <a:lnTo>
                    <a:pt x="12723" y="11743"/>
                  </a:lnTo>
                  <a:lnTo>
                    <a:pt x="12906" y="11547"/>
                  </a:lnTo>
                  <a:lnTo>
                    <a:pt x="13076" y="11351"/>
                  </a:lnTo>
                  <a:lnTo>
                    <a:pt x="13233" y="11154"/>
                  </a:lnTo>
                  <a:lnTo>
                    <a:pt x="13364" y="10958"/>
                  </a:lnTo>
                  <a:lnTo>
                    <a:pt x="13494" y="10762"/>
                  </a:lnTo>
                  <a:lnTo>
                    <a:pt x="13599" y="10566"/>
                  </a:lnTo>
                  <a:lnTo>
                    <a:pt x="13704" y="10370"/>
                  </a:lnTo>
                  <a:lnTo>
                    <a:pt x="13769" y="10187"/>
                  </a:lnTo>
                  <a:lnTo>
                    <a:pt x="13834" y="9991"/>
                  </a:lnTo>
                  <a:lnTo>
                    <a:pt x="13873" y="9795"/>
                  </a:lnTo>
                  <a:lnTo>
                    <a:pt x="13900" y="9611"/>
                  </a:lnTo>
                  <a:lnTo>
                    <a:pt x="13913" y="9415"/>
                  </a:lnTo>
                  <a:lnTo>
                    <a:pt x="13887" y="9232"/>
                  </a:lnTo>
                  <a:lnTo>
                    <a:pt x="13860" y="9049"/>
                  </a:lnTo>
                  <a:lnTo>
                    <a:pt x="13808" y="8879"/>
                  </a:lnTo>
                  <a:lnTo>
                    <a:pt x="13730" y="8696"/>
                  </a:lnTo>
                  <a:lnTo>
                    <a:pt x="13651" y="8513"/>
                  </a:lnTo>
                  <a:lnTo>
                    <a:pt x="13455" y="8147"/>
                  </a:lnTo>
                  <a:lnTo>
                    <a:pt x="13233" y="7768"/>
                  </a:lnTo>
                  <a:lnTo>
                    <a:pt x="12971" y="7376"/>
                  </a:lnTo>
                  <a:lnTo>
                    <a:pt x="12671" y="6983"/>
                  </a:lnTo>
                  <a:lnTo>
                    <a:pt x="12344" y="6591"/>
                  </a:lnTo>
                  <a:lnTo>
                    <a:pt x="12004" y="6199"/>
                  </a:lnTo>
                  <a:lnTo>
                    <a:pt x="11624" y="5806"/>
                  </a:lnTo>
                  <a:lnTo>
                    <a:pt x="11232" y="5401"/>
                  </a:lnTo>
                  <a:lnTo>
                    <a:pt x="10814" y="5009"/>
                  </a:lnTo>
                  <a:lnTo>
                    <a:pt x="10395" y="4630"/>
                  </a:lnTo>
                  <a:lnTo>
                    <a:pt x="9951" y="4237"/>
                  </a:lnTo>
                  <a:lnTo>
                    <a:pt x="9493" y="3858"/>
                  </a:lnTo>
                  <a:lnTo>
                    <a:pt x="9036" y="3492"/>
                  </a:lnTo>
                  <a:lnTo>
                    <a:pt x="8565" y="3139"/>
                  </a:lnTo>
                  <a:lnTo>
                    <a:pt x="8094" y="2786"/>
                  </a:lnTo>
                  <a:lnTo>
                    <a:pt x="7623" y="2459"/>
                  </a:lnTo>
                  <a:lnTo>
                    <a:pt x="7166" y="2132"/>
                  </a:lnTo>
                  <a:lnTo>
                    <a:pt x="6695" y="1832"/>
                  </a:lnTo>
                  <a:lnTo>
                    <a:pt x="6237" y="1544"/>
                  </a:lnTo>
                  <a:lnTo>
                    <a:pt x="5793" y="1282"/>
                  </a:lnTo>
                  <a:lnTo>
                    <a:pt x="5361" y="1034"/>
                  </a:lnTo>
                  <a:lnTo>
                    <a:pt x="4943" y="812"/>
                  </a:lnTo>
                  <a:lnTo>
                    <a:pt x="4551" y="615"/>
                  </a:lnTo>
                  <a:lnTo>
                    <a:pt x="4171" y="445"/>
                  </a:lnTo>
                  <a:lnTo>
                    <a:pt x="3818" y="289"/>
                  </a:lnTo>
                  <a:lnTo>
                    <a:pt x="3478" y="171"/>
                  </a:lnTo>
                  <a:lnTo>
                    <a:pt x="3178" y="79"/>
                  </a:lnTo>
                  <a:lnTo>
                    <a:pt x="2916" y="27"/>
                  </a:lnTo>
                  <a:lnTo>
                    <a:pt x="26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8"/>
            <p:cNvSpPr/>
            <p:nvPr/>
          </p:nvSpPr>
          <p:spPr>
            <a:xfrm>
              <a:off x="3258200" y="1587200"/>
              <a:ext cx="656100" cy="709375"/>
            </a:xfrm>
            <a:custGeom>
              <a:avLst/>
              <a:gdLst/>
              <a:ahLst/>
              <a:cxnLst/>
              <a:rect l="l" t="t" r="r" b="b"/>
              <a:pathLst>
                <a:path w="26244" h="28375" extrusionOk="0">
                  <a:moveTo>
                    <a:pt x="23157" y="0"/>
                  </a:moveTo>
                  <a:lnTo>
                    <a:pt x="22870" y="13"/>
                  </a:lnTo>
                  <a:lnTo>
                    <a:pt x="22556" y="26"/>
                  </a:lnTo>
                  <a:lnTo>
                    <a:pt x="22229" y="65"/>
                  </a:lnTo>
                  <a:lnTo>
                    <a:pt x="21536" y="157"/>
                  </a:lnTo>
                  <a:lnTo>
                    <a:pt x="20791" y="275"/>
                  </a:lnTo>
                  <a:lnTo>
                    <a:pt x="19993" y="432"/>
                  </a:lnTo>
                  <a:lnTo>
                    <a:pt x="19156" y="628"/>
                  </a:lnTo>
                  <a:lnTo>
                    <a:pt x="18280" y="850"/>
                  </a:lnTo>
                  <a:lnTo>
                    <a:pt x="17365" y="1112"/>
                  </a:lnTo>
                  <a:lnTo>
                    <a:pt x="16423" y="1399"/>
                  </a:lnTo>
                  <a:lnTo>
                    <a:pt x="15469" y="1700"/>
                  </a:lnTo>
                  <a:lnTo>
                    <a:pt x="14501" y="2040"/>
                  </a:lnTo>
                  <a:lnTo>
                    <a:pt x="13521" y="2406"/>
                  </a:lnTo>
                  <a:lnTo>
                    <a:pt x="12527" y="2785"/>
                  </a:lnTo>
                  <a:lnTo>
                    <a:pt x="11533" y="3191"/>
                  </a:lnTo>
                  <a:lnTo>
                    <a:pt x="10552" y="3622"/>
                  </a:lnTo>
                  <a:lnTo>
                    <a:pt x="9572" y="4067"/>
                  </a:lnTo>
                  <a:lnTo>
                    <a:pt x="8617" y="4524"/>
                  </a:lnTo>
                  <a:lnTo>
                    <a:pt x="7676" y="5008"/>
                  </a:lnTo>
                  <a:lnTo>
                    <a:pt x="6760" y="5492"/>
                  </a:lnTo>
                  <a:lnTo>
                    <a:pt x="5871" y="6002"/>
                  </a:lnTo>
                  <a:lnTo>
                    <a:pt x="5035" y="6525"/>
                  </a:lnTo>
                  <a:lnTo>
                    <a:pt x="4629" y="6786"/>
                  </a:lnTo>
                  <a:lnTo>
                    <a:pt x="4224" y="7048"/>
                  </a:lnTo>
                  <a:lnTo>
                    <a:pt x="3845" y="7309"/>
                  </a:lnTo>
                  <a:lnTo>
                    <a:pt x="3479" y="7584"/>
                  </a:lnTo>
                  <a:lnTo>
                    <a:pt x="3112" y="7859"/>
                  </a:lnTo>
                  <a:lnTo>
                    <a:pt x="2772" y="8133"/>
                  </a:lnTo>
                  <a:lnTo>
                    <a:pt x="2446" y="8408"/>
                  </a:lnTo>
                  <a:lnTo>
                    <a:pt x="2132" y="8682"/>
                  </a:lnTo>
                  <a:lnTo>
                    <a:pt x="1831" y="8957"/>
                  </a:lnTo>
                  <a:lnTo>
                    <a:pt x="1543" y="9232"/>
                  </a:lnTo>
                  <a:lnTo>
                    <a:pt x="1282" y="9519"/>
                  </a:lnTo>
                  <a:lnTo>
                    <a:pt x="1033" y="9794"/>
                  </a:lnTo>
                  <a:lnTo>
                    <a:pt x="798" y="10081"/>
                  </a:lnTo>
                  <a:lnTo>
                    <a:pt x="589" y="10356"/>
                  </a:lnTo>
                  <a:lnTo>
                    <a:pt x="497" y="10500"/>
                  </a:lnTo>
                  <a:lnTo>
                    <a:pt x="406" y="10644"/>
                  </a:lnTo>
                  <a:lnTo>
                    <a:pt x="327" y="10801"/>
                  </a:lnTo>
                  <a:lnTo>
                    <a:pt x="262" y="10944"/>
                  </a:lnTo>
                  <a:lnTo>
                    <a:pt x="197" y="11101"/>
                  </a:lnTo>
                  <a:lnTo>
                    <a:pt x="144" y="11271"/>
                  </a:lnTo>
                  <a:lnTo>
                    <a:pt x="105" y="11428"/>
                  </a:lnTo>
                  <a:lnTo>
                    <a:pt x="66" y="11598"/>
                  </a:lnTo>
                  <a:lnTo>
                    <a:pt x="40" y="11768"/>
                  </a:lnTo>
                  <a:lnTo>
                    <a:pt x="13" y="11938"/>
                  </a:lnTo>
                  <a:lnTo>
                    <a:pt x="0" y="12121"/>
                  </a:lnTo>
                  <a:lnTo>
                    <a:pt x="0" y="12304"/>
                  </a:lnTo>
                  <a:lnTo>
                    <a:pt x="13" y="12670"/>
                  </a:lnTo>
                  <a:lnTo>
                    <a:pt x="53" y="13037"/>
                  </a:lnTo>
                  <a:lnTo>
                    <a:pt x="131" y="13429"/>
                  </a:lnTo>
                  <a:lnTo>
                    <a:pt x="223" y="13821"/>
                  </a:lnTo>
                  <a:lnTo>
                    <a:pt x="353" y="14226"/>
                  </a:lnTo>
                  <a:lnTo>
                    <a:pt x="510" y="14645"/>
                  </a:lnTo>
                  <a:lnTo>
                    <a:pt x="680" y="15063"/>
                  </a:lnTo>
                  <a:lnTo>
                    <a:pt x="876" y="15482"/>
                  </a:lnTo>
                  <a:lnTo>
                    <a:pt x="1112" y="15913"/>
                  </a:lnTo>
                  <a:lnTo>
                    <a:pt x="1347" y="16345"/>
                  </a:lnTo>
                  <a:lnTo>
                    <a:pt x="1622" y="16776"/>
                  </a:lnTo>
                  <a:lnTo>
                    <a:pt x="1909" y="17221"/>
                  </a:lnTo>
                  <a:lnTo>
                    <a:pt x="2210" y="17665"/>
                  </a:lnTo>
                  <a:lnTo>
                    <a:pt x="2537" y="18097"/>
                  </a:lnTo>
                  <a:lnTo>
                    <a:pt x="2877" y="18541"/>
                  </a:lnTo>
                  <a:lnTo>
                    <a:pt x="3230" y="18986"/>
                  </a:lnTo>
                  <a:lnTo>
                    <a:pt x="3609" y="19430"/>
                  </a:lnTo>
                  <a:lnTo>
                    <a:pt x="4002" y="19862"/>
                  </a:lnTo>
                  <a:lnTo>
                    <a:pt x="4394" y="20307"/>
                  </a:lnTo>
                  <a:lnTo>
                    <a:pt x="4812" y="20738"/>
                  </a:lnTo>
                  <a:lnTo>
                    <a:pt x="5244" y="21170"/>
                  </a:lnTo>
                  <a:lnTo>
                    <a:pt x="5675" y="21588"/>
                  </a:lnTo>
                  <a:lnTo>
                    <a:pt x="6120" y="22006"/>
                  </a:lnTo>
                  <a:lnTo>
                    <a:pt x="6577" y="22425"/>
                  </a:lnTo>
                  <a:lnTo>
                    <a:pt x="7048" y="22830"/>
                  </a:lnTo>
                  <a:lnTo>
                    <a:pt x="7519" y="23222"/>
                  </a:lnTo>
                  <a:lnTo>
                    <a:pt x="8003" y="23602"/>
                  </a:lnTo>
                  <a:lnTo>
                    <a:pt x="8486" y="23981"/>
                  </a:lnTo>
                  <a:lnTo>
                    <a:pt x="8970" y="24360"/>
                  </a:lnTo>
                  <a:lnTo>
                    <a:pt x="9454" y="24713"/>
                  </a:lnTo>
                  <a:lnTo>
                    <a:pt x="9951" y="25053"/>
                  </a:lnTo>
                  <a:lnTo>
                    <a:pt x="10448" y="25393"/>
                  </a:lnTo>
                  <a:lnTo>
                    <a:pt x="10945" y="25707"/>
                  </a:lnTo>
                  <a:lnTo>
                    <a:pt x="11442" y="26008"/>
                  </a:lnTo>
                  <a:lnTo>
                    <a:pt x="11938" y="26308"/>
                  </a:lnTo>
                  <a:lnTo>
                    <a:pt x="12435" y="26583"/>
                  </a:lnTo>
                  <a:lnTo>
                    <a:pt x="12919" y="26831"/>
                  </a:lnTo>
                  <a:lnTo>
                    <a:pt x="13403" y="27080"/>
                  </a:lnTo>
                  <a:lnTo>
                    <a:pt x="13887" y="27302"/>
                  </a:lnTo>
                  <a:lnTo>
                    <a:pt x="14357" y="27498"/>
                  </a:lnTo>
                  <a:lnTo>
                    <a:pt x="14828" y="27681"/>
                  </a:lnTo>
                  <a:lnTo>
                    <a:pt x="15286" y="27851"/>
                  </a:lnTo>
                  <a:lnTo>
                    <a:pt x="15743" y="27995"/>
                  </a:lnTo>
                  <a:lnTo>
                    <a:pt x="16188" y="28113"/>
                  </a:lnTo>
                  <a:lnTo>
                    <a:pt x="16619" y="28217"/>
                  </a:lnTo>
                  <a:lnTo>
                    <a:pt x="17038" y="28296"/>
                  </a:lnTo>
                  <a:lnTo>
                    <a:pt x="17443" y="28335"/>
                  </a:lnTo>
                  <a:lnTo>
                    <a:pt x="17849" y="28361"/>
                  </a:lnTo>
                  <a:lnTo>
                    <a:pt x="18228" y="28374"/>
                  </a:lnTo>
                  <a:lnTo>
                    <a:pt x="18594" y="28348"/>
                  </a:lnTo>
                  <a:lnTo>
                    <a:pt x="18934" y="28296"/>
                  </a:lnTo>
                  <a:lnTo>
                    <a:pt x="19104" y="28257"/>
                  </a:lnTo>
                  <a:lnTo>
                    <a:pt x="19274" y="28204"/>
                  </a:lnTo>
                  <a:lnTo>
                    <a:pt x="19431" y="28152"/>
                  </a:lnTo>
                  <a:lnTo>
                    <a:pt x="19588" y="28100"/>
                  </a:lnTo>
                  <a:lnTo>
                    <a:pt x="19745" y="28034"/>
                  </a:lnTo>
                  <a:lnTo>
                    <a:pt x="19888" y="27956"/>
                  </a:lnTo>
                  <a:lnTo>
                    <a:pt x="20032" y="27877"/>
                  </a:lnTo>
                  <a:lnTo>
                    <a:pt x="20163" y="27786"/>
                  </a:lnTo>
                  <a:lnTo>
                    <a:pt x="20294" y="27694"/>
                  </a:lnTo>
                  <a:lnTo>
                    <a:pt x="20411" y="27590"/>
                  </a:lnTo>
                  <a:lnTo>
                    <a:pt x="20542" y="27485"/>
                  </a:lnTo>
                  <a:lnTo>
                    <a:pt x="20647" y="27354"/>
                  </a:lnTo>
                  <a:lnTo>
                    <a:pt x="20764" y="27237"/>
                  </a:lnTo>
                  <a:lnTo>
                    <a:pt x="20869" y="27093"/>
                  </a:lnTo>
                  <a:lnTo>
                    <a:pt x="21065" y="26805"/>
                  </a:lnTo>
                  <a:lnTo>
                    <a:pt x="21261" y="26504"/>
                  </a:lnTo>
                  <a:lnTo>
                    <a:pt x="21457" y="26178"/>
                  </a:lnTo>
                  <a:lnTo>
                    <a:pt x="21654" y="25838"/>
                  </a:lnTo>
                  <a:lnTo>
                    <a:pt x="21837" y="25485"/>
                  </a:lnTo>
                  <a:lnTo>
                    <a:pt x="22033" y="25105"/>
                  </a:lnTo>
                  <a:lnTo>
                    <a:pt x="22216" y="24726"/>
                  </a:lnTo>
                  <a:lnTo>
                    <a:pt x="22399" y="24334"/>
                  </a:lnTo>
                  <a:lnTo>
                    <a:pt x="22752" y="23497"/>
                  </a:lnTo>
                  <a:lnTo>
                    <a:pt x="23092" y="22608"/>
                  </a:lnTo>
                  <a:lnTo>
                    <a:pt x="23419" y="21693"/>
                  </a:lnTo>
                  <a:lnTo>
                    <a:pt x="23746" y="20738"/>
                  </a:lnTo>
                  <a:lnTo>
                    <a:pt x="24046" y="19744"/>
                  </a:lnTo>
                  <a:lnTo>
                    <a:pt x="24334" y="18737"/>
                  </a:lnTo>
                  <a:lnTo>
                    <a:pt x="24596" y="17705"/>
                  </a:lnTo>
                  <a:lnTo>
                    <a:pt x="24844" y="16645"/>
                  </a:lnTo>
                  <a:lnTo>
                    <a:pt x="25079" y="15586"/>
                  </a:lnTo>
                  <a:lnTo>
                    <a:pt x="25302" y="14527"/>
                  </a:lnTo>
                  <a:lnTo>
                    <a:pt x="25498" y="13455"/>
                  </a:lnTo>
                  <a:lnTo>
                    <a:pt x="25668" y="12396"/>
                  </a:lnTo>
                  <a:lnTo>
                    <a:pt x="25825" y="11350"/>
                  </a:lnTo>
                  <a:lnTo>
                    <a:pt x="25955" y="10317"/>
                  </a:lnTo>
                  <a:lnTo>
                    <a:pt x="26060" y="9297"/>
                  </a:lnTo>
                  <a:lnTo>
                    <a:pt x="26152" y="8316"/>
                  </a:lnTo>
                  <a:lnTo>
                    <a:pt x="26204" y="7362"/>
                  </a:lnTo>
                  <a:lnTo>
                    <a:pt x="26243" y="6433"/>
                  </a:lnTo>
                  <a:lnTo>
                    <a:pt x="26243" y="5557"/>
                  </a:lnTo>
                  <a:lnTo>
                    <a:pt x="26230" y="4720"/>
                  </a:lnTo>
                  <a:lnTo>
                    <a:pt x="26204" y="4328"/>
                  </a:lnTo>
                  <a:lnTo>
                    <a:pt x="26178" y="3949"/>
                  </a:lnTo>
                  <a:lnTo>
                    <a:pt x="26139" y="3570"/>
                  </a:lnTo>
                  <a:lnTo>
                    <a:pt x="26099" y="3217"/>
                  </a:lnTo>
                  <a:lnTo>
                    <a:pt x="26047" y="2877"/>
                  </a:lnTo>
                  <a:lnTo>
                    <a:pt x="25995" y="2563"/>
                  </a:lnTo>
                  <a:lnTo>
                    <a:pt x="25929" y="2249"/>
                  </a:lnTo>
                  <a:lnTo>
                    <a:pt x="25851" y="1961"/>
                  </a:lnTo>
                  <a:lnTo>
                    <a:pt x="25772" y="1687"/>
                  </a:lnTo>
                  <a:lnTo>
                    <a:pt x="25681" y="1438"/>
                  </a:lnTo>
                  <a:lnTo>
                    <a:pt x="25589" y="1203"/>
                  </a:lnTo>
                  <a:lnTo>
                    <a:pt x="25485" y="994"/>
                  </a:lnTo>
                  <a:lnTo>
                    <a:pt x="25367" y="798"/>
                  </a:lnTo>
                  <a:lnTo>
                    <a:pt x="25249" y="628"/>
                  </a:lnTo>
                  <a:lnTo>
                    <a:pt x="25119" y="484"/>
                  </a:lnTo>
                  <a:lnTo>
                    <a:pt x="24988" y="353"/>
                  </a:lnTo>
                  <a:lnTo>
                    <a:pt x="24857" y="275"/>
                  </a:lnTo>
                  <a:lnTo>
                    <a:pt x="24713" y="196"/>
                  </a:lnTo>
                  <a:lnTo>
                    <a:pt x="24556" y="144"/>
                  </a:lnTo>
                  <a:lnTo>
                    <a:pt x="24373" y="92"/>
                  </a:lnTo>
                  <a:lnTo>
                    <a:pt x="24164" y="52"/>
                  </a:lnTo>
                  <a:lnTo>
                    <a:pt x="23942" y="26"/>
                  </a:lnTo>
                  <a:lnTo>
                    <a:pt x="23693" y="0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8"/>
            <p:cNvSpPr/>
            <p:nvPr/>
          </p:nvSpPr>
          <p:spPr>
            <a:xfrm>
              <a:off x="3258200" y="1587200"/>
              <a:ext cx="586475" cy="709375"/>
            </a:xfrm>
            <a:custGeom>
              <a:avLst/>
              <a:gdLst/>
              <a:ahLst/>
              <a:cxnLst/>
              <a:rect l="l" t="t" r="r" b="b"/>
              <a:pathLst>
                <a:path w="23459" h="28375" extrusionOk="0">
                  <a:moveTo>
                    <a:pt x="22974" y="0"/>
                  </a:moveTo>
                  <a:lnTo>
                    <a:pt x="22425" y="39"/>
                  </a:lnTo>
                  <a:lnTo>
                    <a:pt x="21837" y="105"/>
                  </a:lnTo>
                  <a:lnTo>
                    <a:pt x="21196" y="209"/>
                  </a:lnTo>
                  <a:lnTo>
                    <a:pt x="20529" y="327"/>
                  </a:lnTo>
                  <a:lnTo>
                    <a:pt x="19810" y="471"/>
                  </a:lnTo>
                  <a:lnTo>
                    <a:pt x="19078" y="654"/>
                  </a:lnTo>
                  <a:lnTo>
                    <a:pt x="18306" y="850"/>
                  </a:lnTo>
                  <a:lnTo>
                    <a:pt x="17509" y="1072"/>
                  </a:lnTo>
                  <a:lnTo>
                    <a:pt x="16698" y="1308"/>
                  </a:lnTo>
                  <a:lnTo>
                    <a:pt x="15861" y="1569"/>
                  </a:lnTo>
                  <a:lnTo>
                    <a:pt x="15011" y="1857"/>
                  </a:lnTo>
                  <a:lnTo>
                    <a:pt x="14161" y="2158"/>
                  </a:lnTo>
                  <a:lnTo>
                    <a:pt x="13298" y="2484"/>
                  </a:lnTo>
                  <a:lnTo>
                    <a:pt x="12422" y="2824"/>
                  </a:lnTo>
                  <a:lnTo>
                    <a:pt x="11559" y="3177"/>
                  </a:lnTo>
                  <a:lnTo>
                    <a:pt x="10696" y="3557"/>
                  </a:lnTo>
                  <a:lnTo>
                    <a:pt x="9833" y="3936"/>
                  </a:lnTo>
                  <a:lnTo>
                    <a:pt x="8983" y="4341"/>
                  </a:lnTo>
                  <a:lnTo>
                    <a:pt x="8160" y="4747"/>
                  </a:lnTo>
                  <a:lnTo>
                    <a:pt x="7336" y="5178"/>
                  </a:lnTo>
                  <a:lnTo>
                    <a:pt x="6551" y="5610"/>
                  </a:lnTo>
                  <a:lnTo>
                    <a:pt x="5780" y="6054"/>
                  </a:lnTo>
                  <a:lnTo>
                    <a:pt x="5048" y="6512"/>
                  </a:lnTo>
                  <a:lnTo>
                    <a:pt x="4342" y="6969"/>
                  </a:lnTo>
                  <a:lnTo>
                    <a:pt x="3662" y="7440"/>
                  </a:lnTo>
                  <a:lnTo>
                    <a:pt x="3034" y="7924"/>
                  </a:lnTo>
                  <a:lnTo>
                    <a:pt x="2733" y="8159"/>
                  </a:lnTo>
                  <a:lnTo>
                    <a:pt x="2446" y="8395"/>
                  </a:lnTo>
                  <a:lnTo>
                    <a:pt x="2171" y="8643"/>
                  </a:lnTo>
                  <a:lnTo>
                    <a:pt x="1896" y="8892"/>
                  </a:lnTo>
                  <a:lnTo>
                    <a:pt x="1648" y="9127"/>
                  </a:lnTo>
                  <a:lnTo>
                    <a:pt x="1413" y="9375"/>
                  </a:lnTo>
                  <a:lnTo>
                    <a:pt x="1177" y="9624"/>
                  </a:lnTo>
                  <a:lnTo>
                    <a:pt x="968" y="9859"/>
                  </a:lnTo>
                  <a:lnTo>
                    <a:pt x="772" y="10108"/>
                  </a:lnTo>
                  <a:lnTo>
                    <a:pt x="589" y="10356"/>
                  </a:lnTo>
                  <a:lnTo>
                    <a:pt x="497" y="10500"/>
                  </a:lnTo>
                  <a:lnTo>
                    <a:pt x="406" y="10644"/>
                  </a:lnTo>
                  <a:lnTo>
                    <a:pt x="327" y="10801"/>
                  </a:lnTo>
                  <a:lnTo>
                    <a:pt x="262" y="10944"/>
                  </a:lnTo>
                  <a:lnTo>
                    <a:pt x="197" y="11101"/>
                  </a:lnTo>
                  <a:lnTo>
                    <a:pt x="144" y="11271"/>
                  </a:lnTo>
                  <a:lnTo>
                    <a:pt x="105" y="11428"/>
                  </a:lnTo>
                  <a:lnTo>
                    <a:pt x="66" y="11598"/>
                  </a:lnTo>
                  <a:lnTo>
                    <a:pt x="40" y="11768"/>
                  </a:lnTo>
                  <a:lnTo>
                    <a:pt x="13" y="11938"/>
                  </a:lnTo>
                  <a:lnTo>
                    <a:pt x="0" y="12121"/>
                  </a:lnTo>
                  <a:lnTo>
                    <a:pt x="0" y="12304"/>
                  </a:lnTo>
                  <a:lnTo>
                    <a:pt x="13" y="12670"/>
                  </a:lnTo>
                  <a:lnTo>
                    <a:pt x="53" y="13037"/>
                  </a:lnTo>
                  <a:lnTo>
                    <a:pt x="131" y="13429"/>
                  </a:lnTo>
                  <a:lnTo>
                    <a:pt x="223" y="13821"/>
                  </a:lnTo>
                  <a:lnTo>
                    <a:pt x="353" y="14226"/>
                  </a:lnTo>
                  <a:lnTo>
                    <a:pt x="510" y="14645"/>
                  </a:lnTo>
                  <a:lnTo>
                    <a:pt x="680" y="15063"/>
                  </a:lnTo>
                  <a:lnTo>
                    <a:pt x="876" y="15482"/>
                  </a:lnTo>
                  <a:lnTo>
                    <a:pt x="1112" y="15913"/>
                  </a:lnTo>
                  <a:lnTo>
                    <a:pt x="1347" y="16345"/>
                  </a:lnTo>
                  <a:lnTo>
                    <a:pt x="1622" y="16776"/>
                  </a:lnTo>
                  <a:lnTo>
                    <a:pt x="1909" y="17221"/>
                  </a:lnTo>
                  <a:lnTo>
                    <a:pt x="2210" y="17665"/>
                  </a:lnTo>
                  <a:lnTo>
                    <a:pt x="2537" y="18097"/>
                  </a:lnTo>
                  <a:lnTo>
                    <a:pt x="2877" y="18541"/>
                  </a:lnTo>
                  <a:lnTo>
                    <a:pt x="3230" y="18986"/>
                  </a:lnTo>
                  <a:lnTo>
                    <a:pt x="3609" y="19430"/>
                  </a:lnTo>
                  <a:lnTo>
                    <a:pt x="4002" y="19862"/>
                  </a:lnTo>
                  <a:lnTo>
                    <a:pt x="4394" y="20307"/>
                  </a:lnTo>
                  <a:lnTo>
                    <a:pt x="4812" y="20738"/>
                  </a:lnTo>
                  <a:lnTo>
                    <a:pt x="5244" y="21170"/>
                  </a:lnTo>
                  <a:lnTo>
                    <a:pt x="5675" y="21588"/>
                  </a:lnTo>
                  <a:lnTo>
                    <a:pt x="6120" y="22006"/>
                  </a:lnTo>
                  <a:lnTo>
                    <a:pt x="6577" y="22425"/>
                  </a:lnTo>
                  <a:lnTo>
                    <a:pt x="7048" y="22830"/>
                  </a:lnTo>
                  <a:lnTo>
                    <a:pt x="7519" y="23222"/>
                  </a:lnTo>
                  <a:lnTo>
                    <a:pt x="8003" y="23602"/>
                  </a:lnTo>
                  <a:lnTo>
                    <a:pt x="8486" y="23981"/>
                  </a:lnTo>
                  <a:lnTo>
                    <a:pt x="8970" y="24360"/>
                  </a:lnTo>
                  <a:lnTo>
                    <a:pt x="9454" y="24713"/>
                  </a:lnTo>
                  <a:lnTo>
                    <a:pt x="9951" y="25053"/>
                  </a:lnTo>
                  <a:lnTo>
                    <a:pt x="10448" y="25393"/>
                  </a:lnTo>
                  <a:lnTo>
                    <a:pt x="10945" y="25707"/>
                  </a:lnTo>
                  <a:lnTo>
                    <a:pt x="11442" y="26008"/>
                  </a:lnTo>
                  <a:lnTo>
                    <a:pt x="11938" y="26308"/>
                  </a:lnTo>
                  <a:lnTo>
                    <a:pt x="12435" y="26583"/>
                  </a:lnTo>
                  <a:lnTo>
                    <a:pt x="12919" y="26831"/>
                  </a:lnTo>
                  <a:lnTo>
                    <a:pt x="13403" y="27080"/>
                  </a:lnTo>
                  <a:lnTo>
                    <a:pt x="13887" y="27302"/>
                  </a:lnTo>
                  <a:lnTo>
                    <a:pt x="14357" y="27498"/>
                  </a:lnTo>
                  <a:lnTo>
                    <a:pt x="14828" y="27681"/>
                  </a:lnTo>
                  <a:lnTo>
                    <a:pt x="15286" y="27851"/>
                  </a:lnTo>
                  <a:lnTo>
                    <a:pt x="15743" y="27995"/>
                  </a:lnTo>
                  <a:lnTo>
                    <a:pt x="16188" y="28113"/>
                  </a:lnTo>
                  <a:lnTo>
                    <a:pt x="16619" y="28217"/>
                  </a:lnTo>
                  <a:lnTo>
                    <a:pt x="17038" y="28296"/>
                  </a:lnTo>
                  <a:lnTo>
                    <a:pt x="17443" y="28335"/>
                  </a:lnTo>
                  <a:lnTo>
                    <a:pt x="17849" y="28361"/>
                  </a:lnTo>
                  <a:lnTo>
                    <a:pt x="18228" y="28374"/>
                  </a:lnTo>
                  <a:lnTo>
                    <a:pt x="18594" y="28348"/>
                  </a:lnTo>
                  <a:lnTo>
                    <a:pt x="18934" y="28296"/>
                  </a:lnTo>
                  <a:lnTo>
                    <a:pt x="19104" y="28257"/>
                  </a:lnTo>
                  <a:lnTo>
                    <a:pt x="19274" y="28204"/>
                  </a:lnTo>
                  <a:lnTo>
                    <a:pt x="19431" y="28152"/>
                  </a:lnTo>
                  <a:lnTo>
                    <a:pt x="19588" y="28100"/>
                  </a:lnTo>
                  <a:lnTo>
                    <a:pt x="19745" y="28034"/>
                  </a:lnTo>
                  <a:lnTo>
                    <a:pt x="19888" y="27956"/>
                  </a:lnTo>
                  <a:lnTo>
                    <a:pt x="20032" y="27877"/>
                  </a:lnTo>
                  <a:lnTo>
                    <a:pt x="20163" y="27786"/>
                  </a:lnTo>
                  <a:lnTo>
                    <a:pt x="20294" y="27694"/>
                  </a:lnTo>
                  <a:lnTo>
                    <a:pt x="20411" y="27590"/>
                  </a:lnTo>
                  <a:lnTo>
                    <a:pt x="20542" y="27485"/>
                  </a:lnTo>
                  <a:lnTo>
                    <a:pt x="20647" y="27354"/>
                  </a:lnTo>
                  <a:lnTo>
                    <a:pt x="20764" y="27237"/>
                  </a:lnTo>
                  <a:lnTo>
                    <a:pt x="20869" y="27093"/>
                  </a:lnTo>
                  <a:lnTo>
                    <a:pt x="21078" y="26779"/>
                  </a:lnTo>
                  <a:lnTo>
                    <a:pt x="21301" y="26426"/>
                  </a:lnTo>
                  <a:lnTo>
                    <a:pt x="20961" y="26295"/>
                  </a:lnTo>
                  <a:lnTo>
                    <a:pt x="20608" y="26151"/>
                  </a:lnTo>
                  <a:lnTo>
                    <a:pt x="20255" y="25994"/>
                  </a:lnTo>
                  <a:lnTo>
                    <a:pt x="19901" y="25838"/>
                  </a:lnTo>
                  <a:lnTo>
                    <a:pt x="19195" y="25471"/>
                  </a:lnTo>
                  <a:lnTo>
                    <a:pt x="18476" y="25079"/>
                  </a:lnTo>
                  <a:lnTo>
                    <a:pt x="17744" y="24648"/>
                  </a:lnTo>
                  <a:lnTo>
                    <a:pt x="17012" y="24190"/>
                  </a:lnTo>
                  <a:lnTo>
                    <a:pt x="16293" y="23706"/>
                  </a:lnTo>
                  <a:lnTo>
                    <a:pt x="15573" y="23183"/>
                  </a:lnTo>
                  <a:lnTo>
                    <a:pt x="14854" y="22647"/>
                  </a:lnTo>
                  <a:lnTo>
                    <a:pt x="14148" y="22085"/>
                  </a:lnTo>
                  <a:lnTo>
                    <a:pt x="13455" y="21510"/>
                  </a:lnTo>
                  <a:lnTo>
                    <a:pt x="12775" y="20908"/>
                  </a:lnTo>
                  <a:lnTo>
                    <a:pt x="12121" y="20293"/>
                  </a:lnTo>
                  <a:lnTo>
                    <a:pt x="11481" y="19666"/>
                  </a:lnTo>
                  <a:lnTo>
                    <a:pt x="10879" y="19038"/>
                  </a:lnTo>
                  <a:lnTo>
                    <a:pt x="10291" y="18398"/>
                  </a:lnTo>
                  <a:lnTo>
                    <a:pt x="9742" y="17744"/>
                  </a:lnTo>
                  <a:lnTo>
                    <a:pt x="9219" y="17103"/>
                  </a:lnTo>
                  <a:lnTo>
                    <a:pt x="8735" y="16449"/>
                  </a:lnTo>
                  <a:lnTo>
                    <a:pt x="8500" y="16122"/>
                  </a:lnTo>
                  <a:lnTo>
                    <a:pt x="8290" y="15809"/>
                  </a:lnTo>
                  <a:lnTo>
                    <a:pt x="8081" y="15482"/>
                  </a:lnTo>
                  <a:lnTo>
                    <a:pt x="7885" y="15168"/>
                  </a:lnTo>
                  <a:lnTo>
                    <a:pt x="7702" y="14841"/>
                  </a:lnTo>
                  <a:lnTo>
                    <a:pt x="7532" y="14527"/>
                  </a:lnTo>
                  <a:lnTo>
                    <a:pt x="7375" y="14213"/>
                  </a:lnTo>
                  <a:lnTo>
                    <a:pt x="7218" y="13913"/>
                  </a:lnTo>
                  <a:lnTo>
                    <a:pt x="7087" y="13599"/>
                  </a:lnTo>
                  <a:lnTo>
                    <a:pt x="6970" y="13298"/>
                  </a:lnTo>
                  <a:lnTo>
                    <a:pt x="6852" y="12997"/>
                  </a:lnTo>
                  <a:lnTo>
                    <a:pt x="6760" y="12697"/>
                  </a:lnTo>
                  <a:lnTo>
                    <a:pt x="6682" y="12409"/>
                  </a:lnTo>
                  <a:lnTo>
                    <a:pt x="6617" y="12121"/>
                  </a:lnTo>
                  <a:lnTo>
                    <a:pt x="6564" y="11834"/>
                  </a:lnTo>
                  <a:lnTo>
                    <a:pt x="6525" y="11559"/>
                  </a:lnTo>
                  <a:lnTo>
                    <a:pt x="6512" y="11284"/>
                  </a:lnTo>
                  <a:lnTo>
                    <a:pt x="6499" y="11010"/>
                  </a:lnTo>
                  <a:lnTo>
                    <a:pt x="6512" y="10748"/>
                  </a:lnTo>
                  <a:lnTo>
                    <a:pt x="6538" y="10500"/>
                  </a:lnTo>
                  <a:lnTo>
                    <a:pt x="6591" y="10251"/>
                  </a:lnTo>
                  <a:lnTo>
                    <a:pt x="6656" y="10016"/>
                  </a:lnTo>
                  <a:lnTo>
                    <a:pt x="6734" y="9781"/>
                  </a:lnTo>
                  <a:lnTo>
                    <a:pt x="6839" y="9545"/>
                  </a:lnTo>
                  <a:lnTo>
                    <a:pt x="6957" y="9336"/>
                  </a:lnTo>
                  <a:lnTo>
                    <a:pt x="7087" y="9127"/>
                  </a:lnTo>
                  <a:lnTo>
                    <a:pt x="7349" y="8774"/>
                  </a:lnTo>
                  <a:lnTo>
                    <a:pt x="7637" y="8434"/>
                  </a:lnTo>
                  <a:lnTo>
                    <a:pt x="7950" y="8094"/>
                  </a:lnTo>
                  <a:lnTo>
                    <a:pt x="8290" y="7754"/>
                  </a:lnTo>
                  <a:lnTo>
                    <a:pt x="8656" y="7414"/>
                  </a:lnTo>
                  <a:lnTo>
                    <a:pt x="9049" y="7074"/>
                  </a:lnTo>
                  <a:lnTo>
                    <a:pt x="9467" y="6747"/>
                  </a:lnTo>
                  <a:lnTo>
                    <a:pt x="9899" y="6407"/>
                  </a:lnTo>
                  <a:lnTo>
                    <a:pt x="10343" y="6080"/>
                  </a:lnTo>
                  <a:lnTo>
                    <a:pt x="10827" y="5753"/>
                  </a:lnTo>
                  <a:lnTo>
                    <a:pt x="11311" y="5427"/>
                  </a:lnTo>
                  <a:lnTo>
                    <a:pt x="11821" y="5113"/>
                  </a:lnTo>
                  <a:lnTo>
                    <a:pt x="12331" y="4799"/>
                  </a:lnTo>
                  <a:lnTo>
                    <a:pt x="12867" y="4485"/>
                  </a:lnTo>
                  <a:lnTo>
                    <a:pt x="13416" y="4171"/>
                  </a:lnTo>
                  <a:lnTo>
                    <a:pt x="13978" y="3871"/>
                  </a:lnTo>
                  <a:lnTo>
                    <a:pt x="14540" y="3583"/>
                  </a:lnTo>
                  <a:lnTo>
                    <a:pt x="15116" y="3282"/>
                  </a:lnTo>
                  <a:lnTo>
                    <a:pt x="15704" y="3008"/>
                  </a:lnTo>
                  <a:lnTo>
                    <a:pt x="16293" y="2720"/>
                  </a:lnTo>
                  <a:lnTo>
                    <a:pt x="16894" y="2458"/>
                  </a:lnTo>
                  <a:lnTo>
                    <a:pt x="17496" y="2184"/>
                  </a:lnTo>
                  <a:lnTo>
                    <a:pt x="18699" y="1687"/>
                  </a:lnTo>
                  <a:lnTo>
                    <a:pt x="19915" y="1203"/>
                  </a:lnTo>
                  <a:lnTo>
                    <a:pt x="21117" y="772"/>
                  </a:lnTo>
                  <a:lnTo>
                    <a:pt x="22307" y="366"/>
                  </a:lnTo>
                  <a:lnTo>
                    <a:pt x="23458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8"/>
            <p:cNvSpPr/>
            <p:nvPr/>
          </p:nvSpPr>
          <p:spPr>
            <a:xfrm>
              <a:off x="3466750" y="1829425"/>
              <a:ext cx="360575" cy="390000"/>
            </a:xfrm>
            <a:custGeom>
              <a:avLst/>
              <a:gdLst/>
              <a:ahLst/>
              <a:cxnLst/>
              <a:rect l="l" t="t" r="r" b="b"/>
              <a:pathLst>
                <a:path w="14423" h="15600" extrusionOk="0">
                  <a:moveTo>
                    <a:pt x="12880" y="0"/>
                  </a:moveTo>
                  <a:lnTo>
                    <a:pt x="12566" y="13"/>
                  </a:lnTo>
                  <a:lnTo>
                    <a:pt x="12213" y="39"/>
                  </a:lnTo>
                  <a:lnTo>
                    <a:pt x="11834" y="92"/>
                  </a:lnTo>
                  <a:lnTo>
                    <a:pt x="11429" y="157"/>
                  </a:lnTo>
                  <a:lnTo>
                    <a:pt x="10984" y="249"/>
                  </a:lnTo>
                  <a:lnTo>
                    <a:pt x="10526" y="353"/>
                  </a:lnTo>
                  <a:lnTo>
                    <a:pt x="10043" y="484"/>
                  </a:lnTo>
                  <a:lnTo>
                    <a:pt x="9546" y="615"/>
                  </a:lnTo>
                  <a:lnTo>
                    <a:pt x="9036" y="772"/>
                  </a:lnTo>
                  <a:lnTo>
                    <a:pt x="8500" y="942"/>
                  </a:lnTo>
                  <a:lnTo>
                    <a:pt x="7964" y="1125"/>
                  </a:lnTo>
                  <a:lnTo>
                    <a:pt x="7428" y="1334"/>
                  </a:lnTo>
                  <a:lnTo>
                    <a:pt x="6878" y="1543"/>
                  </a:lnTo>
                  <a:lnTo>
                    <a:pt x="6342" y="1765"/>
                  </a:lnTo>
                  <a:lnTo>
                    <a:pt x="5793" y="2001"/>
                  </a:lnTo>
                  <a:lnTo>
                    <a:pt x="5257" y="2236"/>
                  </a:lnTo>
                  <a:lnTo>
                    <a:pt x="4734" y="2498"/>
                  </a:lnTo>
                  <a:lnTo>
                    <a:pt x="4211" y="2759"/>
                  </a:lnTo>
                  <a:lnTo>
                    <a:pt x="3714" y="3034"/>
                  </a:lnTo>
                  <a:lnTo>
                    <a:pt x="3230" y="3308"/>
                  </a:lnTo>
                  <a:lnTo>
                    <a:pt x="2760" y="3596"/>
                  </a:lnTo>
                  <a:lnTo>
                    <a:pt x="2328" y="3884"/>
                  </a:lnTo>
                  <a:lnTo>
                    <a:pt x="1910" y="4184"/>
                  </a:lnTo>
                  <a:lnTo>
                    <a:pt x="1517" y="4472"/>
                  </a:lnTo>
                  <a:lnTo>
                    <a:pt x="1164" y="4786"/>
                  </a:lnTo>
                  <a:lnTo>
                    <a:pt x="851" y="5087"/>
                  </a:lnTo>
                  <a:lnTo>
                    <a:pt x="563" y="5400"/>
                  </a:lnTo>
                  <a:lnTo>
                    <a:pt x="445" y="5544"/>
                  </a:lnTo>
                  <a:lnTo>
                    <a:pt x="328" y="5701"/>
                  </a:lnTo>
                  <a:lnTo>
                    <a:pt x="223" y="5858"/>
                  </a:lnTo>
                  <a:lnTo>
                    <a:pt x="144" y="6028"/>
                  </a:lnTo>
                  <a:lnTo>
                    <a:pt x="79" y="6198"/>
                  </a:lnTo>
                  <a:lnTo>
                    <a:pt x="40" y="6381"/>
                  </a:lnTo>
                  <a:lnTo>
                    <a:pt x="14" y="6577"/>
                  </a:lnTo>
                  <a:lnTo>
                    <a:pt x="1" y="6773"/>
                  </a:lnTo>
                  <a:lnTo>
                    <a:pt x="14" y="6969"/>
                  </a:lnTo>
                  <a:lnTo>
                    <a:pt x="27" y="7179"/>
                  </a:lnTo>
                  <a:lnTo>
                    <a:pt x="66" y="7388"/>
                  </a:lnTo>
                  <a:lnTo>
                    <a:pt x="131" y="7610"/>
                  </a:lnTo>
                  <a:lnTo>
                    <a:pt x="197" y="7832"/>
                  </a:lnTo>
                  <a:lnTo>
                    <a:pt x="275" y="8055"/>
                  </a:lnTo>
                  <a:lnTo>
                    <a:pt x="380" y="8290"/>
                  </a:lnTo>
                  <a:lnTo>
                    <a:pt x="484" y="8512"/>
                  </a:lnTo>
                  <a:lnTo>
                    <a:pt x="602" y="8761"/>
                  </a:lnTo>
                  <a:lnTo>
                    <a:pt x="746" y="8996"/>
                  </a:lnTo>
                  <a:lnTo>
                    <a:pt x="890" y="9232"/>
                  </a:lnTo>
                  <a:lnTo>
                    <a:pt x="1047" y="9467"/>
                  </a:lnTo>
                  <a:lnTo>
                    <a:pt x="1217" y="9715"/>
                  </a:lnTo>
                  <a:lnTo>
                    <a:pt x="1400" y="9964"/>
                  </a:lnTo>
                  <a:lnTo>
                    <a:pt x="1779" y="10448"/>
                  </a:lnTo>
                  <a:lnTo>
                    <a:pt x="2197" y="10931"/>
                  </a:lnTo>
                  <a:lnTo>
                    <a:pt x="2642" y="11402"/>
                  </a:lnTo>
                  <a:lnTo>
                    <a:pt x="3126" y="11873"/>
                  </a:lnTo>
                  <a:lnTo>
                    <a:pt x="3623" y="12330"/>
                  </a:lnTo>
                  <a:lnTo>
                    <a:pt x="4133" y="12775"/>
                  </a:lnTo>
                  <a:lnTo>
                    <a:pt x="4656" y="13193"/>
                  </a:lnTo>
                  <a:lnTo>
                    <a:pt x="5205" y="13599"/>
                  </a:lnTo>
                  <a:lnTo>
                    <a:pt x="5741" y="13965"/>
                  </a:lnTo>
                  <a:lnTo>
                    <a:pt x="6290" y="14305"/>
                  </a:lnTo>
                  <a:lnTo>
                    <a:pt x="6826" y="14619"/>
                  </a:lnTo>
                  <a:lnTo>
                    <a:pt x="7362" y="14893"/>
                  </a:lnTo>
                  <a:lnTo>
                    <a:pt x="7637" y="15011"/>
                  </a:lnTo>
                  <a:lnTo>
                    <a:pt x="7898" y="15129"/>
                  </a:lnTo>
                  <a:lnTo>
                    <a:pt x="8147" y="15233"/>
                  </a:lnTo>
                  <a:lnTo>
                    <a:pt x="8408" y="15325"/>
                  </a:lnTo>
                  <a:lnTo>
                    <a:pt x="8657" y="15403"/>
                  </a:lnTo>
                  <a:lnTo>
                    <a:pt x="8892" y="15469"/>
                  </a:lnTo>
                  <a:lnTo>
                    <a:pt x="9127" y="15521"/>
                  </a:lnTo>
                  <a:lnTo>
                    <a:pt x="9363" y="15560"/>
                  </a:lnTo>
                  <a:lnTo>
                    <a:pt x="9585" y="15586"/>
                  </a:lnTo>
                  <a:lnTo>
                    <a:pt x="9807" y="15599"/>
                  </a:lnTo>
                  <a:lnTo>
                    <a:pt x="10017" y="15599"/>
                  </a:lnTo>
                  <a:lnTo>
                    <a:pt x="10213" y="15586"/>
                  </a:lnTo>
                  <a:lnTo>
                    <a:pt x="10409" y="15560"/>
                  </a:lnTo>
                  <a:lnTo>
                    <a:pt x="10592" y="15521"/>
                  </a:lnTo>
                  <a:lnTo>
                    <a:pt x="10762" y="15456"/>
                  </a:lnTo>
                  <a:lnTo>
                    <a:pt x="10932" y="15377"/>
                  </a:lnTo>
                  <a:lnTo>
                    <a:pt x="11076" y="15286"/>
                  </a:lnTo>
                  <a:lnTo>
                    <a:pt x="11219" y="15181"/>
                  </a:lnTo>
                  <a:lnTo>
                    <a:pt x="11350" y="15050"/>
                  </a:lnTo>
                  <a:lnTo>
                    <a:pt x="11468" y="14906"/>
                  </a:lnTo>
                  <a:lnTo>
                    <a:pt x="11690" y="14579"/>
                  </a:lnTo>
                  <a:lnTo>
                    <a:pt x="11899" y="14213"/>
                  </a:lnTo>
                  <a:lnTo>
                    <a:pt x="12109" y="13808"/>
                  </a:lnTo>
                  <a:lnTo>
                    <a:pt x="12305" y="13390"/>
                  </a:lnTo>
                  <a:lnTo>
                    <a:pt x="12501" y="12919"/>
                  </a:lnTo>
                  <a:lnTo>
                    <a:pt x="12697" y="12435"/>
                  </a:lnTo>
                  <a:lnTo>
                    <a:pt x="12880" y="11938"/>
                  </a:lnTo>
                  <a:lnTo>
                    <a:pt x="13050" y="11402"/>
                  </a:lnTo>
                  <a:lnTo>
                    <a:pt x="13220" y="10866"/>
                  </a:lnTo>
                  <a:lnTo>
                    <a:pt x="13377" y="10304"/>
                  </a:lnTo>
                  <a:lnTo>
                    <a:pt x="13521" y="9741"/>
                  </a:lnTo>
                  <a:lnTo>
                    <a:pt x="13665" y="9166"/>
                  </a:lnTo>
                  <a:lnTo>
                    <a:pt x="13782" y="8578"/>
                  </a:lnTo>
                  <a:lnTo>
                    <a:pt x="13900" y="7989"/>
                  </a:lnTo>
                  <a:lnTo>
                    <a:pt x="14018" y="7414"/>
                  </a:lnTo>
                  <a:lnTo>
                    <a:pt x="14109" y="6826"/>
                  </a:lnTo>
                  <a:lnTo>
                    <a:pt x="14188" y="6250"/>
                  </a:lnTo>
                  <a:lnTo>
                    <a:pt x="14266" y="5675"/>
                  </a:lnTo>
                  <a:lnTo>
                    <a:pt x="14331" y="5126"/>
                  </a:lnTo>
                  <a:lnTo>
                    <a:pt x="14371" y="4577"/>
                  </a:lnTo>
                  <a:lnTo>
                    <a:pt x="14410" y="4054"/>
                  </a:lnTo>
                  <a:lnTo>
                    <a:pt x="14423" y="3544"/>
                  </a:lnTo>
                  <a:lnTo>
                    <a:pt x="14423" y="3060"/>
                  </a:lnTo>
                  <a:lnTo>
                    <a:pt x="14410" y="2602"/>
                  </a:lnTo>
                  <a:lnTo>
                    <a:pt x="14384" y="2184"/>
                  </a:lnTo>
                  <a:lnTo>
                    <a:pt x="14345" y="1778"/>
                  </a:lnTo>
                  <a:lnTo>
                    <a:pt x="14292" y="1412"/>
                  </a:lnTo>
                  <a:lnTo>
                    <a:pt x="14214" y="1085"/>
                  </a:lnTo>
                  <a:lnTo>
                    <a:pt x="14122" y="798"/>
                  </a:lnTo>
                  <a:lnTo>
                    <a:pt x="14070" y="667"/>
                  </a:lnTo>
                  <a:lnTo>
                    <a:pt x="14005" y="549"/>
                  </a:lnTo>
                  <a:lnTo>
                    <a:pt x="13952" y="445"/>
                  </a:lnTo>
                  <a:lnTo>
                    <a:pt x="13874" y="353"/>
                  </a:lnTo>
                  <a:lnTo>
                    <a:pt x="13808" y="275"/>
                  </a:lnTo>
                  <a:lnTo>
                    <a:pt x="13730" y="196"/>
                  </a:lnTo>
                  <a:lnTo>
                    <a:pt x="13665" y="157"/>
                  </a:lnTo>
                  <a:lnTo>
                    <a:pt x="13586" y="118"/>
                  </a:lnTo>
                  <a:lnTo>
                    <a:pt x="13495" y="79"/>
                  </a:lnTo>
                  <a:lnTo>
                    <a:pt x="13390" y="52"/>
                  </a:lnTo>
                  <a:lnTo>
                    <a:pt x="13155" y="26"/>
                  </a:lnTo>
                  <a:lnTo>
                    <a:pt x="128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8"/>
            <p:cNvSpPr/>
            <p:nvPr/>
          </p:nvSpPr>
          <p:spPr>
            <a:xfrm>
              <a:off x="1733575" y="1624450"/>
              <a:ext cx="2190850" cy="1864300"/>
            </a:xfrm>
            <a:custGeom>
              <a:avLst/>
              <a:gdLst/>
              <a:ahLst/>
              <a:cxnLst/>
              <a:rect l="l" t="t" r="r" b="b"/>
              <a:pathLst>
                <a:path w="87634" h="74572" extrusionOk="0">
                  <a:moveTo>
                    <a:pt x="43883" y="1"/>
                  </a:moveTo>
                  <a:lnTo>
                    <a:pt x="43425" y="14"/>
                  </a:lnTo>
                  <a:lnTo>
                    <a:pt x="42967" y="27"/>
                  </a:lnTo>
                  <a:lnTo>
                    <a:pt x="42523" y="53"/>
                  </a:lnTo>
                  <a:lnTo>
                    <a:pt x="42065" y="92"/>
                  </a:lnTo>
                  <a:lnTo>
                    <a:pt x="41607" y="131"/>
                  </a:lnTo>
                  <a:lnTo>
                    <a:pt x="41150" y="184"/>
                  </a:lnTo>
                  <a:lnTo>
                    <a:pt x="40234" y="315"/>
                  </a:lnTo>
                  <a:lnTo>
                    <a:pt x="39319" y="471"/>
                  </a:lnTo>
                  <a:lnTo>
                    <a:pt x="38391" y="655"/>
                  </a:lnTo>
                  <a:lnTo>
                    <a:pt x="37476" y="864"/>
                  </a:lnTo>
                  <a:lnTo>
                    <a:pt x="36547" y="1112"/>
                  </a:lnTo>
                  <a:lnTo>
                    <a:pt x="35632" y="1387"/>
                  </a:lnTo>
                  <a:lnTo>
                    <a:pt x="34703" y="1687"/>
                  </a:lnTo>
                  <a:lnTo>
                    <a:pt x="33788" y="2027"/>
                  </a:lnTo>
                  <a:lnTo>
                    <a:pt x="32873" y="2381"/>
                  </a:lnTo>
                  <a:lnTo>
                    <a:pt x="31945" y="2760"/>
                  </a:lnTo>
                  <a:lnTo>
                    <a:pt x="31029" y="3165"/>
                  </a:lnTo>
                  <a:lnTo>
                    <a:pt x="30127" y="3610"/>
                  </a:lnTo>
                  <a:lnTo>
                    <a:pt x="29212" y="4067"/>
                  </a:lnTo>
                  <a:lnTo>
                    <a:pt x="28310" y="4551"/>
                  </a:lnTo>
                  <a:lnTo>
                    <a:pt x="27407" y="5048"/>
                  </a:lnTo>
                  <a:lnTo>
                    <a:pt x="26518" y="5571"/>
                  </a:lnTo>
                  <a:lnTo>
                    <a:pt x="25629" y="6120"/>
                  </a:lnTo>
                  <a:lnTo>
                    <a:pt x="24740" y="6695"/>
                  </a:lnTo>
                  <a:lnTo>
                    <a:pt x="23864" y="7284"/>
                  </a:lnTo>
                  <a:lnTo>
                    <a:pt x="22988" y="7898"/>
                  </a:lnTo>
                  <a:lnTo>
                    <a:pt x="22125" y="8526"/>
                  </a:lnTo>
                  <a:lnTo>
                    <a:pt x="21275" y="9180"/>
                  </a:lnTo>
                  <a:lnTo>
                    <a:pt x="20438" y="9847"/>
                  </a:lnTo>
                  <a:lnTo>
                    <a:pt x="19601" y="10527"/>
                  </a:lnTo>
                  <a:lnTo>
                    <a:pt x="18777" y="11233"/>
                  </a:lnTo>
                  <a:lnTo>
                    <a:pt x="17954" y="11952"/>
                  </a:lnTo>
                  <a:lnTo>
                    <a:pt x="17156" y="12684"/>
                  </a:lnTo>
                  <a:lnTo>
                    <a:pt x="16358" y="13429"/>
                  </a:lnTo>
                  <a:lnTo>
                    <a:pt x="15574" y="14201"/>
                  </a:lnTo>
                  <a:lnTo>
                    <a:pt x="14802" y="14972"/>
                  </a:lnTo>
                  <a:lnTo>
                    <a:pt x="14057" y="15770"/>
                  </a:lnTo>
                  <a:lnTo>
                    <a:pt x="13312" y="16568"/>
                  </a:lnTo>
                  <a:lnTo>
                    <a:pt x="12580" y="17378"/>
                  </a:lnTo>
                  <a:lnTo>
                    <a:pt x="11874" y="18215"/>
                  </a:lnTo>
                  <a:lnTo>
                    <a:pt x="11167" y="19052"/>
                  </a:lnTo>
                  <a:lnTo>
                    <a:pt x="10487" y="19889"/>
                  </a:lnTo>
                  <a:lnTo>
                    <a:pt x="9821" y="20752"/>
                  </a:lnTo>
                  <a:lnTo>
                    <a:pt x="9167" y="21615"/>
                  </a:lnTo>
                  <a:lnTo>
                    <a:pt x="8539" y="22491"/>
                  </a:lnTo>
                  <a:lnTo>
                    <a:pt x="7925" y="23367"/>
                  </a:lnTo>
                  <a:lnTo>
                    <a:pt x="7323" y="24256"/>
                  </a:lnTo>
                  <a:lnTo>
                    <a:pt x="6748" y="25158"/>
                  </a:lnTo>
                  <a:lnTo>
                    <a:pt x="6199" y="26060"/>
                  </a:lnTo>
                  <a:lnTo>
                    <a:pt x="5650" y="26963"/>
                  </a:lnTo>
                  <a:lnTo>
                    <a:pt x="5140" y="27878"/>
                  </a:lnTo>
                  <a:lnTo>
                    <a:pt x="4643" y="28793"/>
                  </a:lnTo>
                  <a:lnTo>
                    <a:pt x="4159" y="29709"/>
                  </a:lnTo>
                  <a:lnTo>
                    <a:pt x="3714" y="30624"/>
                  </a:lnTo>
                  <a:lnTo>
                    <a:pt x="3283" y="31552"/>
                  </a:lnTo>
                  <a:lnTo>
                    <a:pt x="2878" y="32468"/>
                  </a:lnTo>
                  <a:lnTo>
                    <a:pt x="2485" y="33396"/>
                  </a:lnTo>
                  <a:lnTo>
                    <a:pt x="2132" y="34324"/>
                  </a:lnTo>
                  <a:lnTo>
                    <a:pt x="1792" y="35253"/>
                  </a:lnTo>
                  <a:lnTo>
                    <a:pt x="1478" y="36168"/>
                  </a:lnTo>
                  <a:lnTo>
                    <a:pt x="1191" y="37096"/>
                  </a:lnTo>
                  <a:lnTo>
                    <a:pt x="942" y="38012"/>
                  </a:lnTo>
                  <a:lnTo>
                    <a:pt x="798" y="38548"/>
                  </a:lnTo>
                  <a:lnTo>
                    <a:pt x="668" y="39071"/>
                  </a:lnTo>
                  <a:lnTo>
                    <a:pt x="563" y="39607"/>
                  </a:lnTo>
                  <a:lnTo>
                    <a:pt x="459" y="40117"/>
                  </a:lnTo>
                  <a:lnTo>
                    <a:pt x="367" y="40640"/>
                  </a:lnTo>
                  <a:lnTo>
                    <a:pt x="275" y="41150"/>
                  </a:lnTo>
                  <a:lnTo>
                    <a:pt x="210" y="41660"/>
                  </a:lnTo>
                  <a:lnTo>
                    <a:pt x="145" y="42157"/>
                  </a:lnTo>
                  <a:lnTo>
                    <a:pt x="92" y="42667"/>
                  </a:lnTo>
                  <a:lnTo>
                    <a:pt x="53" y="43150"/>
                  </a:lnTo>
                  <a:lnTo>
                    <a:pt x="27" y="43647"/>
                  </a:lnTo>
                  <a:lnTo>
                    <a:pt x="14" y="44131"/>
                  </a:lnTo>
                  <a:lnTo>
                    <a:pt x="1" y="44615"/>
                  </a:lnTo>
                  <a:lnTo>
                    <a:pt x="1" y="45086"/>
                  </a:lnTo>
                  <a:lnTo>
                    <a:pt x="14" y="45569"/>
                  </a:lnTo>
                  <a:lnTo>
                    <a:pt x="27" y="46027"/>
                  </a:lnTo>
                  <a:lnTo>
                    <a:pt x="66" y="46498"/>
                  </a:lnTo>
                  <a:lnTo>
                    <a:pt x="105" y="46955"/>
                  </a:lnTo>
                  <a:lnTo>
                    <a:pt x="158" y="47413"/>
                  </a:lnTo>
                  <a:lnTo>
                    <a:pt x="210" y="47871"/>
                  </a:lnTo>
                  <a:lnTo>
                    <a:pt x="275" y="48315"/>
                  </a:lnTo>
                  <a:lnTo>
                    <a:pt x="354" y="48760"/>
                  </a:lnTo>
                  <a:lnTo>
                    <a:pt x="445" y="49191"/>
                  </a:lnTo>
                  <a:lnTo>
                    <a:pt x="537" y="49636"/>
                  </a:lnTo>
                  <a:lnTo>
                    <a:pt x="642" y="50054"/>
                  </a:lnTo>
                  <a:lnTo>
                    <a:pt x="759" y="50486"/>
                  </a:lnTo>
                  <a:lnTo>
                    <a:pt x="877" y="50904"/>
                  </a:lnTo>
                  <a:lnTo>
                    <a:pt x="1008" y="51323"/>
                  </a:lnTo>
                  <a:lnTo>
                    <a:pt x="1138" y="51741"/>
                  </a:lnTo>
                  <a:lnTo>
                    <a:pt x="1282" y="52146"/>
                  </a:lnTo>
                  <a:lnTo>
                    <a:pt x="1439" y="52552"/>
                  </a:lnTo>
                  <a:lnTo>
                    <a:pt x="1609" y="52957"/>
                  </a:lnTo>
                  <a:lnTo>
                    <a:pt x="1779" y="53349"/>
                  </a:lnTo>
                  <a:lnTo>
                    <a:pt x="1949" y="53755"/>
                  </a:lnTo>
                  <a:lnTo>
                    <a:pt x="2132" y="54134"/>
                  </a:lnTo>
                  <a:lnTo>
                    <a:pt x="2328" y="54526"/>
                  </a:lnTo>
                  <a:lnTo>
                    <a:pt x="2538" y="54905"/>
                  </a:lnTo>
                  <a:lnTo>
                    <a:pt x="2747" y="55284"/>
                  </a:lnTo>
                  <a:lnTo>
                    <a:pt x="2956" y="55651"/>
                  </a:lnTo>
                  <a:lnTo>
                    <a:pt x="3178" y="56030"/>
                  </a:lnTo>
                  <a:lnTo>
                    <a:pt x="3414" y="56383"/>
                  </a:lnTo>
                  <a:lnTo>
                    <a:pt x="3649" y="56749"/>
                  </a:lnTo>
                  <a:lnTo>
                    <a:pt x="4133" y="57455"/>
                  </a:lnTo>
                  <a:lnTo>
                    <a:pt x="4656" y="58148"/>
                  </a:lnTo>
                  <a:lnTo>
                    <a:pt x="5205" y="58828"/>
                  </a:lnTo>
                  <a:lnTo>
                    <a:pt x="5780" y="59495"/>
                  </a:lnTo>
                  <a:lnTo>
                    <a:pt x="6369" y="60136"/>
                  </a:lnTo>
                  <a:lnTo>
                    <a:pt x="6983" y="60776"/>
                  </a:lnTo>
                  <a:lnTo>
                    <a:pt x="7624" y="61391"/>
                  </a:lnTo>
                  <a:lnTo>
                    <a:pt x="8291" y="61992"/>
                  </a:lnTo>
                  <a:lnTo>
                    <a:pt x="8971" y="62568"/>
                  </a:lnTo>
                  <a:lnTo>
                    <a:pt x="9664" y="63143"/>
                  </a:lnTo>
                  <a:lnTo>
                    <a:pt x="10383" y="63692"/>
                  </a:lnTo>
                  <a:lnTo>
                    <a:pt x="11115" y="64241"/>
                  </a:lnTo>
                  <a:lnTo>
                    <a:pt x="11874" y="64764"/>
                  </a:lnTo>
                  <a:lnTo>
                    <a:pt x="12645" y="65274"/>
                  </a:lnTo>
                  <a:lnTo>
                    <a:pt x="13430" y="65771"/>
                  </a:lnTo>
                  <a:lnTo>
                    <a:pt x="14227" y="66242"/>
                  </a:lnTo>
                  <a:lnTo>
                    <a:pt x="15038" y="66713"/>
                  </a:lnTo>
                  <a:lnTo>
                    <a:pt x="15862" y="67157"/>
                  </a:lnTo>
                  <a:lnTo>
                    <a:pt x="16698" y="67602"/>
                  </a:lnTo>
                  <a:lnTo>
                    <a:pt x="17535" y="68020"/>
                  </a:lnTo>
                  <a:lnTo>
                    <a:pt x="18398" y="68425"/>
                  </a:lnTo>
                  <a:lnTo>
                    <a:pt x="19261" y="68818"/>
                  </a:lnTo>
                  <a:lnTo>
                    <a:pt x="20137" y="69210"/>
                  </a:lnTo>
                  <a:lnTo>
                    <a:pt x="21013" y="69563"/>
                  </a:lnTo>
                  <a:lnTo>
                    <a:pt x="21902" y="69916"/>
                  </a:lnTo>
                  <a:lnTo>
                    <a:pt x="22792" y="70256"/>
                  </a:lnTo>
                  <a:lnTo>
                    <a:pt x="23694" y="70583"/>
                  </a:lnTo>
                  <a:lnTo>
                    <a:pt x="24583" y="70897"/>
                  </a:lnTo>
                  <a:lnTo>
                    <a:pt x="25485" y="71184"/>
                  </a:lnTo>
                  <a:lnTo>
                    <a:pt x="26400" y="71472"/>
                  </a:lnTo>
                  <a:lnTo>
                    <a:pt x="27303" y="71747"/>
                  </a:lnTo>
                  <a:lnTo>
                    <a:pt x="28205" y="71995"/>
                  </a:lnTo>
                  <a:lnTo>
                    <a:pt x="29107" y="72244"/>
                  </a:lnTo>
                  <a:lnTo>
                    <a:pt x="30022" y="72479"/>
                  </a:lnTo>
                  <a:lnTo>
                    <a:pt x="30912" y="72688"/>
                  </a:lnTo>
                  <a:lnTo>
                    <a:pt x="31814" y="72897"/>
                  </a:lnTo>
                  <a:lnTo>
                    <a:pt x="32703" y="73080"/>
                  </a:lnTo>
                  <a:lnTo>
                    <a:pt x="33592" y="73263"/>
                  </a:lnTo>
                  <a:lnTo>
                    <a:pt x="34481" y="73433"/>
                  </a:lnTo>
                  <a:lnTo>
                    <a:pt x="35357" y="73577"/>
                  </a:lnTo>
                  <a:lnTo>
                    <a:pt x="36220" y="73721"/>
                  </a:lnTo>
                  <a:lnTo>
                    <a:pt x="37083" y="73852"/>
                  </a:lnTo>
                  <a:lnTo>
                    <a:pt x="37933" y="73970"/>
                  </a:lnTo>
                  <a:lnTo>
                    <a:pt x="38783" y="74074"/>
                  </a:lnTo>
                  <a:lnTo>
                    <a:pt x="39633" y="74166"/>
                  </a:lnTo>
                  <a:lnTo>
                    <a:pt x="40509" y="74257"/>
                  </a:lnTo>
                  <a:lnTo>
                    <a:pt x="41385" y="74323"/>
                  </a:lnTo>
                  <a:lnTo>
                    <a:pt x="42274" y="74401"/>
                  </a:lnTo>
                  <a:lnTo>
                    <a:pt x="43163" y="74453"/>
                  </a:lnTo>
                  <a:lnTo>
                    <a:pt x="44066" y="74493"/>
                  </a:lnTo>
                  <a:lnTo>
                    <a:pt x="44968" y="74532"/>
                  </a:lnTo>
                  <a:lnTo>
                    <a:pt x="45883" y="74558"/>
                  </a:lnTo>
                  <a:lnTo>
                    <a:pt x="46811" y="74571"/>
                  </a:lnTo>
                  <a:lnTo>
                    <a:pt x="48655" y="74571"/>
                  </a:lnTo>
                  <a:lnTo>
                    <a:pt x="49584" y="74545"/>
                  </a:lnTo>
                  <a:lnTo>
                    <a:pt x="50525" y="74519"/>
                  </a:lnTo>
                  <a:lnTo>
                    <a:pt x="51466" y="74466"/>
                  </a:lnTo>
                  <a:lnTo>
                    <a:pt x="52395" y="74414"/>
                  </a:lnTo>
                  <a:lnTo>
                    <a:pt x="53336" y="74336"/>
                  </a:lnTo>
                  <a:lnTo>
                    <a:pt x="54278" y="74257"/>
                  </a:lnTo>
                  <a:lnTo>
                    <a:pt x="55219" y="74166"/>
                  </a:lnTo>
                  <a:lnTo>
                    <a:pt x="56161" y="74048"/>
                  </a:lnTo>
                  <a:lnTo>
                    <a:pt x="57089" y="73930"/>
                  </a:lnTo>
                  <a:lnTo>
                    <a:pt x="58030" y="73787"/>
                  </a:lnTo>
                  <a:lnTo>
                    <a:pt x="58959" y="73643"/>
                  </a:lnTo>
                  <a:lnTo>
                    <a:pt x="59887" y="73473"/>
                  </a:lnTo>
                  <a:lnTo>
                    <a:pt x="60815" y="73290"/>
                  </a:lnTo>
                  <a:lnTo>
                    <a:pt x="61731" y="73093"/>
                  </a:lnTo>
                  <a:lnTo>
                    <a:pt x="62646" y="72884"/>
                  </a:lnTo>
                  <a:lnTo>
                    <a:pt x="63561" y="72662"/>
                  </a:lnTo>
                  <a:lnTo>
                    <a:pt x="64464" y="72414"/>
                  </a:lnTo>
                  <a:lnTo>
                    <a:pt x="65353" y="72165"/>
                  </a:lnTo>
                  <a:lnTo>
                    <a:pt x="66242" y="71891"/>
                  </a:lnTo>
                  <a:lnTo>
                    <a:pt x="67118" y="71603"/>
                  </a:lnTo>
                  <a:lnTo>
                    <a:pt x="67994" y="71289"/>
                  </a:lnTo>
                  <a:lnTo>
                    <a:pt x="68844" y="70962"/>
                  </a:lnTo>
                  <a:lnTo>
                    <a:pt x="69694" y="70622"/>
                  </a:lnTo>
                  <a:lnTo>
                    <a:pt x="70531" y="70269"/>
                  </a:lnTo>
                  <a:lnTo>
                    <a:pt x="71367" y="69890"/>
                  </a:lnTo>
                  <a:lnTo>
                    <a:pt x="72178" y="69498"/>
                  </a:lnTo>
                  <a:lnTo>
                    <a:pt x="72976" y="69079"/>
                  </a:lnTo>
                  <a:lnTo>
                    <a:pt x="73760" y="68648"/>
                  </a:lnTo>
                  <a:lnTo>
                    <a:pt x="74545" y="68203"/>
                  </a:lnTo>
                  <a:lnTo>
                    <a:pt x="75303" y="67732"/>
                  </a:lnTo>
                  <a:lnTo>
                    <a:pt x="76035" y="67249"/>
                  </a:lnTo>
                  <a:lnTo>
                    <a:pt x="76768" y="66739"/>
                  </a:lnTo>
                  <a:lnTo>
                    <a:pt x="77474" y="66216"/>
                  </a:lnTo>
                  <a:lnTo>
                    <a:pt x="78167" y="65680"/>
                  </a:lnTo>
                  <a:lnTo>
                    <a:pt x="78847" y="65104"/>
                  </a:lnTo>
                  <a:lnTo>
                    <a:pt x="79500" y="64516"/>
                  </a:lnTo>
                  <a:lnTo>
                    <a:pt x="80141" y="63914"/>
                  </a:lnTo>
                  <a:lnTo>
                    <a:pt x="80756" y="63287"/>
                  </a:lnTo>
                  <a:lnTo>
                    <a:pt x="81357" y="62646"/>
                  </a:lnTo>
                  <a:lnTo>
                    <a:pt x="81933" y="61966"/>
                  </a:lnTo>
                  <a:lnTo>
                    <a:pt x="82482" y="61273"/>
                  </a:lnTo>
                  <a:lnTo>
                    <a:pt x="82743" y="60920"/>
                  </a:lnTo>
                  <a:lnTo>
                    <a:pt x="83018" y="60567"/>
                  </a:lnTo>
                  <a:lnTo>
                    <a:pt x="83266" y="60201"/>
                  </a:lnTo>
                  <a:lnTo>
                    <a:pt x="83515" y="59835"/>
                  </a:lnTo>
                  <a:lnTo>
                    <a:pt x="83763" y="59456"/>
                  </a:lnTo>
                  <a:lnTo>
                    <a:pt x="83998" y="59076"/>
                  </a:lnTo>
                  <a:lnTo>
                    <a:pt x="84234" y="58684"/>
                  </a:lnTo>
                  <a:lnTo>
                    <a:pt x="84469" y="58292"/>
                  </a:lnTo>
                  <a:lnTo>
                    <a:pt x="84691" y="57900"/>
                  </a:lnTo>
                  <a:lnTo>
                    <a:pt x="84901" y="57494"/>
                  </a:lnTo>
                  <a:lnTo>
                    <a:pt x="85110" y="57089"/>
                  </a:lnTo>
                  <a:lnTo>
                    <a:pt x="85306" y="56671"/>
                  </a:lnTo>
                  <a:lnTo>
                    <a:pt x="85502" y="56252"/>
                  </a:lnTo>
                  <a:lnTo>
                    <a:pt x="85698" y="55821"/>
                  </a:lnTo>
                  <a:lnTo>
                    <a:pt x="85868" y="55389"/>
                  </a:lnTo>
                  <a:lnTo>
                    <a:pt x="86051" y="54945"/>
                  </a:lnTo>
                  <a:lnTo>
                    <a:pt x="86221" y="54500"/>
                  </a:lnTo>
                  <a:lnTo>
                    <a:pt x="86378" y="54055"/>
                  </a:lnTo>
                  <a:lnTo>
                    <a:pt x="86535" y="53598"/>
                  </a:lnTo>
                  <a:lnTo>
                    <a:pt x="86679" y="53127"/>
                  </a:lnTo>
                  <a:lnTo>
                    <a:pt x="86823" y="52656"/>
                  </a:lnTo>
                  <a:lnTo>
                    <a:pt x="86954" y="52186"/>
                  </a:lnTo>
                  <a:lnTo>
                    <a:pt x="87084" y="51676"/>
                  </a:lnTo>
                  <a:lnTo>
                    <a:pt x="87202" y="51166"/>
                  </a:lnTo>
                  <a:lnTo>
                    <a:pt x="87293" y="50643"/>
                  </a:lnTo>
                  <a:lnTo>
                    <a:pt x="87385" y="50120"/>
                  </a:lnTo>
                  <a:lnTo>
                    <a:pt x="87463" y="49597"/>
                  </a:lnTo>
                  <a:lnTo>
                    <a:pt x="87516" y="49074"/>
                  </a:lnTo>
                  <a:lnTo>
                    <a:pt x="87568" y="48537"/>
                  </a:lnTo>
                  <a:lnTo>
                    <a:pt x="87607" y="48001"/>
                  </a:lnTo>
                  <a:lnTo>
                    <a:pt x="87620" y="47465"/>
                  </a:lnTo>
                  <a:lnTo>
                    <a:pt x="87633" y="46929"/>
                  </a:lnTo>
                  <a:lnTo>
                    <a:pt x="87633" y="46393"/>
                  </a:lnTo>
                  <a:lnTo>
                    <a:pt x="87620" y="45857"/>
                  </a:lnTo>
                  <a:lnTo>
                    <a:pt x="87594" y="45308"/>
                  </a:lnTo>
                  <a:lnTo>
                    <a:pt x="87568" y="44759"/>
                  </a:lnTo>
                  <a:lnTo>
                    <a:pt x="87516" y="44223"/>
                  </a:lnTo>
                  <a:lnTo>
                    <a:pt x="87463" y="43673"/>
                  </a:lnTo>
                  <a:lnTo>
                    <a:pt x="87385" y="43124"/>
                  </a:lnTo>
                  <a:lnTo>
                    <a:pt x="87307" y="42575"/>
                  </a:lnTo>
                  <a:lnTo>
                    <a:pt x="87228" y="42026"/>
                  </a:lnTo>
                  <a:lnTo>
                    <a:pt x="87124" y="41477"/>
                  </a:lnTo>
                  <a:lnTo>
                    <a:pt x="87019" y="40914"/>
                  </a:lnTo>
                  <a:lnTo>
                    <a:pt x="86901" y="40365"/>
                  </a:lnTo>
                  <a:lnTo>
                    <a:pt x="86784" y="39816"/>
                  </a:lnTo>
                  <a:lnTo>
                    <a:pt x="86653" y="39267"/>
                  </a:lnTo>
                  <a:lnTo>
                    <a:pt x="86509" y="38718"/>
                  </a:lnTo>
                  <a:lnTo>
                    <a:pt x="86352" y="38168"/>
                  </a:lnTo>
                  <a:lnTo>
                    <a:pt x="86038" y="37057"/>
                  </a:lnTo>
                  <a:lnTo>
                    <a:pt x="85685" y="35972"/>
                  </a:lnTo>
                  <a:lnTo>
                    <a:pt x="85306" y="34873"/>
                  </a:lnTo>
                  <a:lnTo>
                    <a:pt x="84914" y="33788"/>
                  </a:lnTo>
                  <a:lnTo>
                    <a:pt x="84482" y="32703"/>
                  </a:lnTo>
                  <a:lnTo>
                    <a:pt x="84038" y="31644"/>
                  </a:lnTo>
                  <a:lnTo>
                    <a:pt x="83580" y="30572"/>
                  </a:lnTo>
                  <a:lnTo>
                    <a:pt x="83109" y="29526"/>
                  </a:lnTo>
                  <a:lnTo>
                    <a:pt x="82612" y="28493"/>
                  </a:lnTo>
                  <a:lnTo>
                    <a:pt x="82116" y="27473"/>
                  </a:lnTo>
                  <a:lnTo>
                    <a:pt x="81593" y="26453"/>
                  </a:lnTo>
                  <a:lnTo>
                    <a:pt x="81083" y="25459"/>
                  </a:lnTo>
                  <a:lnTo>
                    <a:pt x="80560" y="24491"/>
                  </a:lnTo>
                  <a:lnTo>
                    <a:pt x="80023" y="23537"/>
                  </a:lnTo>
                  <a:lnTo>
                    <a:pt x="79500" y="22595"/>
                  </a:lnTo>
                  <a:lnTo>
                    <a:pt x="78964" y="21680"/>
                  </a:lnTo>
                  <a:lnTo>
                    <a:pt x="78441" y="20791"/>
                  </a:lnTo>
                  <a:lnTo>
                    <a:pt x="77408" y="19078"/>
                  </a:lnTo>
                  <a:lnTo>
                    <a:pt x="76885" y="18215"/>
                  </a:lnTo>
                  <a:lnTo>
                    <a:pt x="76349" y="17378"/>
                  </a:lnTo>
                  <a:lnTo>
                    <a:pt x="75826" y="16554"/>
                  </a:lnTo>
                  <a:lnTo>
                    <a:pt x="75303" y="15757"/>
                  </a:lnTo>
                  <a:lnTo>
                    <a:pt x="74767" y="14972"/>
                  </a:lnTo>
                  <a:lnTo>
                    <a:pt x="74218" y="14214"/>
                  </a:lnTo>
                  <a:lnTo>
                    <a:pt x="73669" y="13469"/>
                  </a:lnTo>
                  <a:lnTo>
                    <a:pt x="73106" y="12736"/>
                  </a:lnTo>
                  <a:lnTo>
                    <a:pt x="72518" y="12030"/>
                  </a:lnTo>
                  <a:lnTo>
                    <a:pt x="71917" y="11350"/>
                  </a:lnTo>
                  <a:lnTo>
                    <a:pt x="71289" y="10670"/>
                  </a:lnTo>
                  <a:lnTo>
                    <a:pt x="70635" y="10017"/>
                  </a:lnTo>
                  <a:lnTo>
                    <a:pt x="70308" y="9703"/>
                  </a:lnTo>
                  <a:lnTo>
                    <a:pt x="69968" y="9376"/>
                  </a:lnTo>
                  <a:lnTo>
                    <a:pt x="69615" y="9075"/>
                  </a:lnTo>
                  <a:lnTo>
                    <a:pt x="69262" y="8761"/>
                  </a:lnTo>
                  <a:lnTo>
                    <a:pt x="68896" y="8461"/>
                  </a:lnTo>
                  <a:lnTo>
                    <a:pt x="68517" y="8160"/>
                  </a:lnTo>
                  <a:lnTo>
                    <a:pt x="68138" y="7859"/>
                  </a:lnTo>
                  <a:lnTo>
                    <a:pt x="67745" y="7572"/>
                  </a:lnTo>
                  <a:lnTo>
                    <a:pt x="67340" y="7284"/>
                  </a:lnTo>
                  <a:lnTo>
                    <a:pt x="66935" y="7009"/>
                  </a:lnTo>
                  <a:lnTo>
                    <a:pt x="66503" y="6722"/>
                  </a:lnTo>
                  <a:lnTo>
                    <a:pt x="66072" y="6447"/>
                  </a:lnTo>
                  <a:lnTo>
                    <a:pt x="65627" y="6186"/>
                  </a:lnTo>
                  <a:lnTo>
                    <a:pt x="65183" y="5924"/>
                  </a:lnTo>
                  <a:lnTo>
                    <a:pt x="64712" y="5662"/>
                  </a:lnTo>
                  <a:lnTo>
                    <a:pt x="64241" y="5401"/>
                  </a:lnTo>
                  <a:lnTo>
                    <a:pt x="63744" y="5139"/>
                  </a:lnTo>
                  <a:lnTo>
                    <a:pt x="63247" y="4891"/>
                  </a:lnTo>
                  <a:lnTo>
                    <a:pt x="62724" y="4656"/>
                  </a:lnTo>
                  <a:lnTo>
                    <a:pt x="62201" y="4407"/>
                  </a:lnTo>
                  <a:lnTo>
                    <a:pt x="61652" y="4172"/>
                  </a:lnTo>
                  <a:lnTo>
                    <a:pt x="61103" y="3937"/>
                  </a:lnTo>
                  <a:lnTo>
                    <a:pt x="60528" y="3714"/>
                  </a:lnTo>
                  <a:lnTo>
                    <a:pt x="59952" y="3479"/>
                  </a:lnTo>
                  <a:lnTo>
                    <a:pt x="59351" y="3257"/>
                  </a:lnTo>
                  <a:lnTo>
                    <a:pt x="58736" y="3047"/>
                  </a:lnTo>
                  <a:lnTo>
                    <a:pt x="58096" y="2825"/>
                  </a:lnTo>
                  <a:lnTo>
                    <a:pt x="57455" y="2616"/>
                  </a:lnTo>
                  <a:lnTo>
                    <a:pt x="56788" y="2407"/>
                  </a:lnTo>
                  <a:lnTo>
                    <a:pt x="56108" y="2211"/>
                  </a:lnTo>
                  <a:lnTo>
                    <a:pt x="55415" y="2014"/>
                  </a:lnTo>
                  <a:lnTo>
                    <a:pt x="54696" y="1818"/>
                  </a:lnTo>
                  <a:lnTo>
                    <a:pt x="53964" y="1622"/>
                  </a:lnTo>
                  <a:lnTo>
                    <a:pt x="53219" y="1439"/>
                  </a:lnTo>
                  <a:lnTo>
                    <a:pt x="51663" y="1073"/>
                  </a:lnTo>
                  <a:lnTo>
                    <a:pt x="50041" y="720"/>
                  </a:lnTo>
                  <a:lnTo>
                    <a:pt x="48328" y="380"/>
                  </a:lnTo>
                  <a:lnTo>
                    <a:pt x="47884" y="301"/>
                  </a:lnTo>
                  <a:lnTo>
                    <a:pt x="47452" y="236"/>
                  </a:lnTo>
                  <a:lnTo>
                    <a:pt x="47008" y="171"/>
                  </a:lnTo>
                  <a:lnTo>
                    <a:pt x="46563" y="118"/>
                  </a:lnTo>
                  <a:lnTo>
                    <a:pt x="46118" y="79"/>
                  </a:lnTo>
                  <a:lnTo>
                    <a:pt x="45674" y="53"/>
                  </a:lnTo>
                  <a:lnTo>
                    <a:pt x="45229" y="27"/>
                  </a:lnTo>
                  <a:lnTo>
                    <a:pt x="44772" y="14"/>
                  </a:lnTo>
                  <a:lnTo>
                    <a:pt x="44327" y="1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8"/>
            <p:cNvSpPr/>
            <p:nvPr/>
          </p:nvSpPr>
          <p:spPr>
            <a:xfrm>
              <a:off x="1733575" y="1624450"/>
              <a:ext cx="2190850" cy="1864300"/>
            </a:xfrm>
            <a:custGeom>
              <a:avLst/>
              <a:gdLst/>
              <a:ahLst/>
              <a:cxnLst/>
              <a:rect l="l" t="t" r="r" b="b"/>
              <a:pathLst>
                <a:path w="87634" h="74572" extrusionOk="0">
                  <a:moveTo>
                    <a:pt x="43883" y="1"/>
                  </a:moveTo>
                  <a:lnTo>
                    <a:pt x="43425" y="14"/>
                  </a:lnTo>
                  <a:lnTo>
                    <a:pt x="42967" y="27"/>
                  </a:lnTo>
                  <a:lnTo>
                    <a:pt x="42523" y="53"/>
                  </a:lnTo>
                  <a:lnTo>
                    <a:pt x="42065" y="92"/>
                  </a:lnTo>
                  <a:lnTo>
                    <a:pt x="41607" y="131"/>
                  </a:lnTo>
                  <a:lnTo>
                    <a:pt x="41150" y="184"/>
                  </a:lnTo>
                  <a:lnTo>
                    <a:pt x="40234" y="315"/>
                  </a:lnTo>
                  <a:lnTo>
                    <a:pt x="39319" y="471"/>
                  </a:lnTo>
                  <a:lnTo>
                    <a:pt x="38391" y="655"/>
                  </a:lnTo>
                  <a:lnTo>
                    <a:pt x="37476" y="864"/>
                  </a:lnTo>
                  <a:lnTo>
                    <a:pt x="36547" y="1112"/>
                  </a:lnTo>
                  <a:lnTo>
                    <a:pt x="35632" y="1387"/>
                  </a:lnTo>
                  <a:lnTo>
                    <a:pt x="34703" y="1687"/>
                  </a:lnTo>
                  <a:lnTo>
                    <a:pt x="33788" y="2027"/>
                  </a:lnTo>
                  <a:lnTo>
                    <a:pt x="32873" y="2381"/>
                  </a:lnTo>
                  <a:lnTo>
                    <a:pt x="31945" y="2760"/>
                  </a:lnTo>
                  <a:lnTo>
                    <a:pt x="31029" y="3165"/>
                  </a:lnTo>
                  <a:lnTo>
                    <a:pt x="30127" y="3610"/>
                  </a:lnTo>
                  <a:lnTo>
                    <a:pt x="29212" y="4067"/>
                  </a:lnTo>
                  <a:lnTo>
                    <a:pt x="28310" y="4551"/>
                  </a:lnTo>
                  <a:lnTo>
                    <a:pt x="27407" y="5048"/>
                  </a:lnTo>
                  <a:lnTo>
                    <a:pt x="26518" y="5571"/>
                  </a:lnTo>
                  <a:lnTo>
                    <a:pt x="25629" y="6120"/>
                  </a:lnTo>
                  <a:lnTo>
                    <a:pt x="24740" y="6695"/>
                  </a:lnTo>
                  <a:lnTo>
                    <a:pt x="23864" y="7284"/>
                  </a:lnTo>
                  <a:lnTo>
                    <a:pt x="22988" y="7898"/>
                  </a:lnTo>
                  <a:lnTo>
                    <a:pt x="22125" y="8526"/>
                  </a:lnTo>
                  <a:lnTo>
                    <a:pt x="21275" y="9180"/>
                  </a:lnTo>
                  <a:lnTo>
                    <a:pt x="20438" y="9847"/>
                  </a:lnTo>
                  <a:lnTo>
                    <a:pt x="19601" y="10527"/>
                  </a:lnTo>
                  <a:lnTo>
                    <a:pt x="18777" y="11233"/>
                  </a:lnTo>
                  <a:lnTo>
                    <a:pt x="17954" y="11952"/>
                  </a:lnTo>
                  <a:lnTo>
                    <a:pt x="17156" y="12684"/>
                  </a:lnTo>
                  <a:lnTo>
                    <a:pt x="16358" y="13429"/>
                  </a:lnTo>
                  <a:lnTo>
                    <a:pt x="15574" y="14201"/>
                  </a:lnTo>
                  <a:lnTo>
                    <a:pt x="14802" y="14972"/>
                  </a:lnTo>
                  <a:lnTo>
                    <a:pt x="14057" y="15770"/>
                  </a:lnTo>
                  <a:lnTo>
                    <a:pt x="13312" y="16568"/>
                  </a:lnTo>
                  <a:lnTo>
                    <a:pt x="12580" y="17378"/>
                  </a:lnTo>
                  <a:lnTo>
                    <a:pt x="11874" y="18215"/>
                  </a:lnTo>
                  <a:lnTo>
                    <a:pt x="11167" y="19052"/>
                  </a:lnTo>
                  <a:lnTo>
                    <a:pt x="10487" y="19889"/>
                  </a:lnTo>
                  <a:lnTo>
                    <a:pt x="9821" y="20752"/>
                  </a:lnTo>
                  <a:lnTo>
                    <a:pt x="9167" y="21615"/>
                  </a:lnTo>
                  <a:lnTo>
                    <a:pt x="8539" y="22491"/>
                  </a:lnTo>
                  <a:lnTo>
                    <a:pt x="7925" y="23367"/>
                  </a:lnTo>
                  <a:lnTo>
                    <a:pt x="7323" y="24256"/>
                  </a:lnTo>
                  <a:lnTo>
                    <a:pt x="6748" y="25158"/>
                  </a:lnTo>
                  <a:lnTo>
                    <a:pt x="6199" y="26060"/>
                  </a:lnTo>
                  <a:lnTo>
                    <a:pt x="5650" y="26963"/>
                  </a:lnTo>
                  <a:lnTo>
                    <a:pt x="5140" y="27878"/>
                  </a:lnTo>
                  <a:lnTo>
                    <a:pt x="4643" y="28793"/>
                  </a:lnTo>
                  <a:lnTo>
                    <a:pt x="4159" y="29709"/>
                  </a:lnTo>
                  <a:lnTo>
                    <a:pt x="3714" y="30624"/>
                  </a:lnTo>
                  <a:lnTo>
                    <a:pt x="3283" y="31552"/>
                  </a:lnTo>
                  <a:lnTo>
                    <a:pt x="2878" y="32468"/>
                  </a:lnTo>
                  <a:lnTo>
                    <a:pt x="2485" y="33396"/>
                  </a:lnTo>
                  <a:lnTo>
                    <a:pt x="2132" y="34324"/>
                  </a:lnTo>
                  <a:lnTo>
                    <a:pt x="1792" y="35253"/>
                  </a:lnTo>
                  <a:lnTo>
                    <a:pt x="1478" y="36168"/>
                  </a:lnTo>
                  <a:lnTo>
                    <a:pt x="1191" y="37096"/>
                  </a:lnTo>
                  <a:lnTo>
                    <a:pt x="942" y="38012"/>
                  </a:lnTo>
                  <a:lnTo>
                    <a:pt x="798" y="38548"/>
                  </a:lnTo>
                  <a:lnTo>
                    <a:pt x="668" y="39071"/>
                  </a:lnTo>
                  <a:lnTo>
                    <a:pt x="563" y="39607"/>
                  </a:lnTo>
                  <a:lnTo>
                    <a:pt x="459" y="40117"/>
                  </a:lnTo>
                  <a:lnTo>
                    <a:pt x="367" y="40640"/>
                  </a:lnTo>
                  <a:lnTo>
                    <a:pt x="275" y="41150"/>
                  </a:lnTo>
                  <a:lnTo>
                    <a:pt x="210" y="41660"/>
                  </a:lnTo>
                  <a:lnTo>
                    <a:pt x="145" y="42157"/>
                  </a:lnTo>
                  <a:lnTo>
                    <a:pt x="92" y="42667"/>
                  </a:lnTo>
                  <a:lnTo>
                    <a:pt x="53" y="43150"/>
                  </a:lnTo>
                  <a:lnTo>
                    <a:pt x="27" y="43647"/>
                  </a:lnTo>
                  <a:lnTo>
                    <a:pt x="14" y="44131"/>
                  </a:lnTo>
                  <a:lnTo>
                    <a:pt x="1" y="44615"/>
                  </a:lnTo>
                  <a:lnTo>
                    <a:pt x="1" y="45086"/>
                  </a:lnTo>
                  <a:lnTo>
                    <a:pt x="14" y="45569"/>
                  </a:lnTo>
                  <a:lnTo>
                    <a:pt x="27" y="46027"/>
                  </a:lnTo>
                  <a:lnTo>
                    <a:pt x="66" y="46498"/>
                  </a:lnTo>
                  <a:lnTo>
                    <a:pt x="105" y="46955"/>
                  </a:lnTo>
                  <a:lnTo>
                    <a:pt x="158" y="47413"/>
                  </a:lnTo>
                  <a:lnTo>
                    <a:pt x="210" y="47871"/>
                  </a:lnTo>
                  <a:lnTo>
                    <a:pt x="275" y="48315"/>
                  </a:lnTo>
                  <a:lnTo>
                    <a:pt x="354" y="48760"/>
                  </a:lnTo>
                  <a:lnTo>
                    <a:pt x="445" y="49191"/>
                  </a:lnTo>
                  <a:lnTo>
                    <a:pt x="537" y="49636"/>
                  </a:lnTo>
                  <a:lnTo>
                    <a:pt x="642" y="50054"/>
                  </a:lnTo>
                  <a:lnTo>
                    <a:pt x="759" y="50486"/>
                  </a:lnTo>
                  <a:lnTo>
                    <a:pt x="877" y="50904"/>
                  </a:lnTo>
                  <a:lnTo>
                    <a:pt x="1008" y="51323"/>
                  </a:lnTo>
                  <a:lnTo>
                    <a:pt x="1138" y="51741"/>
                  </a:lnTo>
                  <a:lnTo>
                    <a:pt x="1282" y="52146"/>
                  </a:lnTo>
                  <a:lnTo>
                    <a:pt x="1439" y="52552"/>
                  </a:lnTo>
                  <a:lnTo>
                    <a:pt x="1609" y="52957"/>
                  </a:lnTo>
                  <a:lnTo>
                    <a:pt x="1779" y="53349"/>
                  </a:lnTo>
                  <a:lnTo>
                    <a:pt x="1949" y="53755"/>
                  </a:lnTo>
                  <a:lnTo>
                    <a:pt x="2132" y="54134"/>
                  </a:lnTo>
                  <a:lnTo>
                    <a:pt x="2328" y="54526"/>
                  </a:lnTo>
                  <a:lnTo>
                    <a:pt x="2538" y="54905"/>
                  </a:lnTo>
                  <a:lnTo>
                    <a:pt x="2747" y="55284"/>
                  </a:lnTo>
                  <a:lnTo>
                    <a:pt x="2956" y="55651"/>
                  </a:lnTo>
                  <a:lnTo>
                    <a:pt x="3178" y="56030"/>
                  </a:lnTo>
                  <a:lnTo>
                    <a:pt x="3414" y="56383"/>
                  </a:lnTo>
                  <a:lnTo>
                    <a:pt x="3649" y="56749"/>
                  </a:lnTo>
                  <a:lnTo>
                    <a:pt x="4133" y="57455"/>
                  </a:lnTo>
                  <a:lnTo>
                    <a:pt x="4656" y="58148"/>
                  </a:lnTo>
                  <a:lnTo>
                    <a:pt x="5205" y="58828"/>
                  </a:lnTo>
                  <a:lnTo>
                    <a:pt x="5780" y="59495"/>
                  </a:lnTo>
                  <a:lnTo>
                    <a:pt x="6369" y="60136"/>
                  </a:lnTo>
                  <a:lnTo>
                    <a:pt x="6983" y="60776"/>
                  </a:lnTo>
                  <a:lnTo>
                    <a:pt x="7624" y="61391"/>
                  </a:lnTo>
                  <a:lnTo>
                    <a:pt x="8291" y="61992"/>
                  </a:lnTo>
                  <a:lnTo>
                    <a:pt x="8971" y="62568"/>
                  </a:lnTo>
                  <a:lnTo>
                    <a:pt x="9664" y="63143"/>
                  </a:lnTo>
                  <a:lnTo>
                    <a:pt x="10383" y="63692"/>
                  </a:lnTo>
                  <a:lnTo>
                    <a:pt x="11115" y="64241"/>
                  </a:lnTo>
                  <a:lnTo>
                    <a:pt x="11874" y="64764"/>
                  </a:lnTo>
                  <a:lnTo>
                    <a:pt x="12645" y="65274"/>
                  </a:lnTo>
                  <a:lnTo>
                    <a:pt x="13430" y="65771"/>
                  </a:lnTo>
                  <a:lnTo>
                    <a:pt x="14227" y="66242"/>
                  </a:lnTo>
                  <a:lnTo>
                    <a:pt x="15038" y="66713"/>
                  </a:lnTo>
                  <a:lnTo>
                    <a:pt x="15862" y="67157"/>
                  </a:lnTo>
                  <a:lnTo>
                    <a:pt x="16698" y="67602"/>
                  </a:lnTo>
                  <a:lnTo>
                    <a:pt x="17535" y="68020"/>
                  </a:lnTo>
                  <a:lnTo>
                    <a:pt x="18398" y="68425"/>
                  </a:lnTo>
                  <a:lnTo>
                    <a:pt x="19261" y="68818"/>
                  </a:lnTo>
                  <a:lnTo>
                    <a:pt x="20137" y="69210"/>
                  </a:lnTo>
                  <a:lnTo>
                    <a:pt x="21013" y="69563"/>
                  </a:lnTo>
                  <a:lnTo>
                    <a:pt x="21902" y="69916"/>
                  </a:lnTo>
                  <a:lnTo>
                    <a:pt x="22792" y="70256"/>
                  </a:lnTo>
                  <a:lnTo>
                    <a:pt x="23694" y="70583"/>
                  </a:lnTo>
                  <a:lnTo>
                    <a:pt x="24583" y="70897"/>
                  </a:lnTo>
                  <a:lnTo>
                    <a:pt x="25485" y="71184"/>
                  </a:lnTo>
                  <a:lnTo>
                    <a:pt x="26400" y="71472"/>
                  </a:lnTo>
                  <a:lnTo>
                    <a:pt x="27303" y="71747"/>
                  </a:lnTo>
                  <a:lnTo>
                    <a:pt x="28205" y="71995"/>
                  </a:lnTo>
                  <a:lnTo>
                    <a:pt x="29107" y="72244"/>
                  </a:lnTo>
                  <a:lnTo>
                    <a:pt x="30022" y="72479"/>
                  </a:lnTo>
                  <a:lnTo>
                    <a:pt x="30912" y="72688"/>
                  </a:lnTo>
                  <a:lnTo>
                    <a:pt x="31814" y="72897"/>
                  </a:lnTo>
                  <a:lnTo>
                    <a:pt x="32703" y="73080"/>
                  </a:lnTo>
                  <a:lnTo>
                    <a:pt x="33592" y="73263"/>
                  </a:lnTo>
                  <a:lnTo>
                    <a:pt x="34481" y="73433"/>
                  </a:lnTo>
                  <a:lnTo>
                    <a:pt x="35357" y="73577"/>
                  </a:lnTo>
                  <a:lnTo>
                    <a:pt x="36220" y="73721"/>
                  </a:lnTo>
                  <a:lnTo>
                    <a:pt x="37083" y="73852"/>
                  </a:lnTo>
                  <a:lnTo>
                    <a:pt x="37933" y="73970"/>
                  </a:lnTo>
                  <a:lnTo>
                    <a:pt x="38783" y="74074"/>
                  </a:lnTo>
                  <a:lnTo>
                    <a:pt x="39633" y="74166"/>
                  </a:lnTo>
                  <a:lnTo>
                    <a:pt x="40509" y="74257"/>
                  </a:lnTo>
                  <a:lnTo>
                    <a:pt x="41385" y="74323"/>
                  </a:lnTo>
                  <a:lnTo>
                    <a:pt x="42274" y="74401"/>
                  </a:lnTo>
                  <a:lnTo>
                    <a:pt x="43163" y="74453"/>
                  </a:lnTo>
                  <a:lnTo>
                    <a:pt x="44066" y="74493"/>
                  </a:lnTo>
                  <a:lnTo>
                    <a:pt x="44968" y="74532"/>
                  </a:lnTo>
                  <a:lnTo>
                    <a:pt x="45883" y="74558"/>
                  </a:lnTo>
                  <a:lnTo>
                    <a:pt x="46811" y="74571"/>
                  </a:lnTo>
                  <a:lnTo>
                    <a:pt x="48655" y="74571"/>
                  </a:lnTo>
                  <a:lnTo>
                    <a:pt x="49584" y="74545"/>
                  </a:lnTo>
                  <a:lnTo>
                    <a:pt x="50525" y="74519"/>
                  </a:lnTo>
                  <a:lnTo>
                    <a:pt x="51466" y="74466"/>
                  </a:lnTo>
                  <a:lnTo>
                    <a:pt x="52395" y="74414"/>
                  </a:lnTo>
                  <a:lnTo>
                    <a:pt x="53336" y="74336"/>
                  </a:lnTo>
                  <a:lnTo>
                    <a:pt x="54278" y="74257"/>
                  </a:lnTo>
                  <a:lnTo>
                    <a:pt x="55219" y="74166"/>
                  </a:lnTo>
                  <a:lnTo>
                    <a:pt x="56161" y="74048"/>
                  </a:lnTo>
                  <a:lnTo>
                    <a:pt x="57089" y="73930"/>
                  </a:lnTo>
                  <a:lnTo>
                    <a:pt x="58030" y="73787"/>
                  </a:lnTo>
                  <a:lnTo>
                    <a:pt x="58959" y="73643"/>
                  </a:lnTo>
                  <a:lnTo>
                    <a:pt x="59887" y="73473"/>
                  </a:lnTo>
                  <a:lnTo>
                    <a:pt x="60815" y="73290"/>
                  </a:lnTo>
                  <a:lnTo>
                    <a:pt x="61731" y="73093"/>
                  </a:lnTo>
                  <a:lnTo>
                    <a:pt x="62646" y="72884"/>
                  </a:lnTo>
                  <a:lnTo>
                    <a:pt x="63561" y="72662"/>
                  </a:lnTo>
                  <a:lnTo>
                    <a:pt x="64464" y="72414"/>
                  </a:lnTo>
                  <a:lnTo>
                    <a:pt x="65353" y="72165"/>
                  </a:lnTo>
                  <a:lnTo>
                    <a:pt x="66242" y="71891"/>
                  </a:lnTo>
                  <a:lnTo>
                    <a:pt x="67118" y="71603"/>
                  </a:lnTo>
                  <a:lnTo>
                    <a:pt x="67994" y="71289"/>
                  </a:lnTo>
                  <a:lnTo>
                    <a:pt x="68844" y="70962"/>
                  </a:lnTo>
                  <a:lnTo>
                    <a:pt x="69694" y="70622"/>
                  </a:lnTo>
                  <a:lnTo>
                    <a:pt x="70531" y="70269"/>
                  </a:lnTo>
                  <a:lnTo>
                    <a:pt x="71367" y="69890"/>
                  </a:lnTo>
                  <a:lnTo>
                    <a:pt x="72178" y="69498"/>
                  </a:lnTo>
                  <a:lnTo>
                    <a:pt x="72976" y="69079"/>
                  </a:lnTo>
                  <a:lnTo>
                    <a:pt x="73760" y="68648"/>
                  </a:lnTo>
                  <a:lnTo>
                    <a:pt x="74545" y="68203"/>
                  </a:lnTo>
                  <a:lnTo>
                    <a:pt x="75303" y="67732"/>
                  </a:lnTo>
                  <a:lnTo>
                    <a:pt x="76035" y="67249"/>
                  </a:lnTo>
                  <a:lnTo>
                    <a:pt x="76768" y="66739"/>
                  </a:lnTo>
                  <a:lnTo>
                    <a:pt x="77474" y="66216"/>
                  </a:lnTo>
                  <a:lnTo>
                    <a:pt x="78167" y="65680"/>
                  </a:lnTo>
                  <a:lnTo>
                    <a:pt x="78847" y="65104"/>
                  </a:lnTo>
                  <a:lnTo>
                    <a:pt x="79500" y="64516"/>
                  </a:lnTo>
                  <a:lnTo>
                    <a:pt x="80141" y="63914"/>
                  </a:lnTo>
                  <a:lnTo>
                    <a:pt x="80756" y="63287"/>
                  </a:lnTo>
                  <a:lnTo>
                    <a:pt x="81357" y="62646"/>
                  </a:lnTo>
                  <a:lnTo>
                    <a:pt x="81933" y="61966"/>
                  </a:lnTo>
                  <a:lnTo>
                    <a:pt x="82482" y="61273"/>
                  </a:lnTo>
                  <a:lnTo>
                    <a:pt x="82743" y="60920"/>
                  </a:lnTo>
                  <a:lnTo>
                    <a:pt x="83018" y="60567"/>
                  </a:lnTo>
                  <a:lnTo>
                    <a:pt x="83266" y="60201"/>
                  </a:lnTo>
                  <a:lnTo>
                    <a:pt x="83515" y="59835"/>
                  </a:lnTo>
                  <a:lnTo>
                    <a:pt x="83763" y="59456"/>
                  </a:lnTo>
                  <a:lnTo>
                    <a:pt x="83998" y="59076"/>
                  </a:lnTo>
                  <a:lnTo>
                    <a:pt x="84234" y="58684"/>
                  </a:lnTo>
                  <a:lnTo>
                    <a:pt x="84469" y="58292"/>
                  </a:lnTo>
                  <a:lnTo>
                    <a:pt x="84691" y="57900"/>
                  </a:lnTo>
                  <a:lnTo>
                    <a:pt x="84901" y="57494"/>
                  </a:lnTo>
                  <a:lnTo>
                    <a:pt x="85110" y="57089"/>
                  </a:lnTo>
                  <a:lnTo>
                    <a:pt x="85306" y="56671"/>
                  </a:lnTo>
                  <a:lnTo>
                    <a:pt x="85502" y="56252"/>
                  </a:lnTo>
                  <a:lnTo>
                    <a:pt x="85698" y="55821"/>
                  </a:lnTo>
                  <a:lnTo>
                    <a:pt x="85868" y="55389"/>
                  </a:lnTo>
                  <a:lnTo>
                    <a:pt x="86051" y="54945"/>
                  </a:lnTo>
                  <a:lnTo>
                    <a:pt x="86221" y="54500"/>
                  </a:lnTo>
                  <a:lnTo>
                    <a:pt x="86378" y="54055"/>
                  </a:lnTo>
                  <a:lnTo>
                    <a:pt x="86535" y="53598"/>
                  </a:lnTo>
                  <a:lnTo>
                    <a:pt x="86679" y="53127"/>
                  </a:lnTo>
                  <a:lnTo>
                    <a:pt x="86823" y="52656"/>
                  </a:lnTo>
                  <a:lnTo>
                    <a:pt x="86954" y="52186"/>
                  </a:lnTo>
                  <a:lnTo>
                    <a:pt x="87084" y="51676"/>
                  </a:lnTo>
                  <a:lnTo>
                    <a:pt x="87202" y="51166"/>
                  </a:lnTo>
                  <a:lnTo>
                    <a:pt x="87293" y="50643"/>
                  </a:lnTo>
                  <a:lnTo>
                    <a:pt x="87385" y="50120"/>
                  </a:lnTo>
                  <a:lnTo>
                    <a:pt x="87463" y="49597"/>
                  </a:lnTo>
                  <a:lnTo>
                    <a:pt x="87516" y="49074"/>
                  </a:lnTo>
                  <a:lnTo>
                    <a:pt x="87568" y="48537"/>
                  </a:lnTo>
                  <a:lnTo>
                    <a:pt x="87607" y="48001"/>
                  </a:lnTo>
                  <a:lnTo>
                    <a:pt x="87620" y="47465"/>
                  </a:lnTo>
                  <a:lnTo>
                    <a:pt x="87633" y="46929"/>
                  </a:lnTo>
                  <a:lnTo>
                    <a:pt x="87633" y="46393"/>
                  </a:lnTo>
                  <a:lnTo>
                    <a:pt x="87620" y="45857"/>
                  </a:lnTo>
                  <a:lnTo>
                    <a:pt x="87594" y="45308"/>
                  </a:lnTo>
                  <a:lnTo>
                    <a:pt x="87568" y="44759"/>
                  </a:lnTo>
                  <a:lnTo>
                    <a:pt x="87516" y="44223"/>
                  </a:lnTo>
                  <a:lnTo>
                    <a:pt x="87463" y="43673"/>
                  </a:lnTo>
                  <a:lnTo>
                    <a:pt x="87385" y="43124"/>
                  </a:lnTo>
                  <a:lnTo>
                    <a:pt x="87307" y="42575"/>
                  </a:lnTo>
                  <a:lnTo>
                    <a:pt x="87228" y="42026"/>
                  </a:lnTo>
                  <a:lnTo>
                    <a:pt x="87124" y="41477"/>
                  </a:lnTo>
                  <a:lnTo>
                    <a:pt x="87019" y="40914"/>
                  </a:lnTo>
                  <a:lnTo>
                    <a:pt x="86901" y="40365"/>
                  </a:lnTo>
                  <a:lnTo>
                    <a:pt x="86784" y="39816"/>
                  </a:lnTo>
                  <a:lnTo>
                    <a:pt x="86653" y="39267"/>
                  </a:lnTo>
                  <a:lnTo>
                    <a:pt x="86509" y="38718"/>
                  </a:lnTo>
                  <a:lnTo>
                    <a:pt x="86352" y="38168"/>
                  </a:lnTo>
                  <a:lnTo>
                    <a:pt x="86038" y="37057"/>
                  </a:lnTo>
                  <a:lnTo>
                    <a:pt x="85685" y="35972"/>
                  </a:lnTo>
                  <a:lnTo>
                    <a:pt x="85306" y="34873"/>
                  </a:lnTo>
                  <a:lnTo>
                    <a:pt x="84914" y="33788"/>
                  </a:lnTo>
                  <a:lnTo>
                    <a:pt x="84482" y="32703"/>
                  </a:lnTo>
                  <a:lnTo>
                    <a:pt x="84038" y="31644"/>
                  </a:lnTo>
                  <a:lnTo>
                    <a:pt x="83580" y="30572"/>
                  </a:lnTo>
                  <a:lnTo>
                    <a:pt x="83109" y="29526"/>
                  </a:lnTo>
                  <a:lnTo>
                    <a:pt x="82612" y="28493"/>
                  </a:lnTo>
                  <a:lnTo>
                    <a:pt x="82116" y="27473"/>
                  </a:lnTo>
                  <a:lnTo>
                    <a:pt x="81593" y="26453"/>
                  </a:lnTo>
                  <a:lnTo>
                    <a:pt x="81083" y="25459"/>
                  </a:lnTo>
                  <a:lnTo>
                    <a:pt x="80560" y="24491"/>
                  </a:lnTo>
                  <a:lnTo>
                    <a:pt x="80023" y="23537"/>
                  </a:lnTo>
                  <a:lnTo>
                    <a:pt x="79500" y="22595"/>
                  </a:lnTo>
                  <a:lnTo>
                    <a:pt x="78964" y="21680"/>
                  </a:lnTo>
                  <a:lnTo>
                    <a:pt x="78441" y="20791"/>
                  </a:lnTo>
                  <a:lnTo>
                    <a:pt x="77408" y="19078"/>
                  </a:lnTo>
                  <a:lnTo>
                    <a:pt x="76885" y="18215"/>
                  </a:lnTo>
                  <a:lnTo>
                    <a:pt x="76349" y="17378"/>
                  </a:lnTo>
                  <a:lnTo>
                    <a:pt x="75826" y="16554"/>
                  </a:lnTo>
                  <a:lnTo>
                    <a:pt x="75303" y="15757"/>
                  </a:lnTo>
                  <a:lnTo>
                    <a:pt x="74767" y="14972"/>
                  </a:lnTo>
                  <a:lnTo>
                    <a:pt x="74218" y="14214"/>
                  </a:lnTo>
                  <a:lnTo>
                    <a:pt x="73669" y="13469"/>
                  </a:lnTo>
                  <a:lnTo>
                    <a:pt x="73106" y="12736"/>
                  </a:lnTo>
                  <a:lnTo>
                    <a:pt x="72518" y="12030"/>
                  </a:lnTo>
                  <a:lnTo>
                    <a:pt x="71917" y="11350"/>
                  </a:lnTo>
                  <a:lnTo>
                    <a:pt x="71289" y="10670"/>
                  </a:lnTo>
                  <a:lnTo>
                    <a:pt x="70635" y="10017"/>
                  </a:lnTo>
                  <a:lnTo>
                    <a:pt x="70308" y="9703"/>
                  </a:lnTo>
                  <a:lnTo>
                    <a:pt x="69968" y="9376"/>
                  </a:lnTo>
                  <a:lnTo>
                    <a:pt x="69615" y="9075"/>
                  </a:lnTo>
                  <a:lnTo>
                    <a:pt x="69262" y="8761"/>
                  </a:lnTo>
                  <a:lnTo>
                    <a:pt x="68896" y="8461"/>
                  </a:lnTo>
                  <a:lnTo>
                    <a:pt x="68517" y="8160"/>
                  </a:lnTo>
                  <a:lnTo>
                    <a:pt x="68138" y="7859"/>
                  </a:lnTo>
                  <a:lnTo>
                    <a:pt x="67745" y="7572"/>
                  </a:lnTo>
                  <a:lnTo>
                    <a:pt x="67340" y="7284"/>
                  </a:lnTo>
                  <a:lnTo>
                    <a:pt x="66935" y="7009"/>
                  </a:lnTo>
                  <a:lnTo>
                    <a:pt x="66503" y="6722"/>
                  </a:lnTo>
                  <a:lnTo>
                    <a:pt x="66072" y="6447"/>
                  </a:lnTo>
                  <a:lnTo>
                    <a:pt x="65627" y="6186"/>
                  </a:lnTo>
                  <a:lnTo>
                    <a:pt x="65183" y="5924"/>
                  </a:lnTo>
                  <a:lnTo>
                    <a:pt x="64712" y="5662"/>
                  </a:lnTo>
                  <a:lnTo>
                    <a:pt x="64241" y="5401"/>
                  </a:lnTo>
                  <a:lnTo>
                    <a:pt x="63744" y="5139"/>
                  </a:lnTo>
                  <a:lnTo>
                    <a:pt x="63247" y="4891"/>
                  </a:lnTo>
                  <a:lnTo>
                    <a:pt x="62724" y="4656"/>
                  </a:lnTo>
                  <a:lnTo>
                    <a:pt x="62201" y="4407"/>
                  </a:lnTo>
                  <a:lnTo>
                    <a:pt x="61652" y="4172"/>
                  </a:lnTo>
                  <a:lnTo>
                    <a:pt x="61103" y="3937"/>
                  </a:lnTo>
                  <a:lnTo>
                    <a:pt x="60528" y="3714"/>
                  </a:lnTo>
                  <a:lnTo>
                    <a:pt x="59952" y="3479"/>
                  </a:lnTo>
                  <a:lnTo>
                    <a:pt x="59351" y="3257"/>
                  </a:lnTo>
                  <a:lnTo>
                    <a:pt x="58736" y="3047"/>
                  </a:lnTo>
                  <a:lnTo>
                    <a:pt x="58096" y="2825"/>
                  </a:lnTo>
                  <a:lnTo>
                    <a:pt x="57455" y="2616"/>
                  </a:lnTo>
                  <a:lnTo>
                    <a:pt x="56788" y="2407"/>
                  </a:lnTo>
                  <a:lnTo>
                    <a:pt x="56108" y="2211"/>
                  </a:lnTo>
                  <a:lnTo>
                    <a:pt x="55415" y="2014"/>
                  </a:lnTo>
                  <a:lnTo>
                    <a:pt x="54696" y="1818"/>
                  </a:lnTo>
                  <a:lnTo>
                    <a:pt x="53964" y="1622"/>
                  </a:lnTo>
                  <a:lnTo>
                    <a:pt x="53219" y="1439"/>
                  </a:lnTo>
                  <a:lnTo>
                    <a:pt x="51663" y="1073"/>
                  </a:lnTo>
                  <a:lnTo>
                    <a:pt x="50041" y="720"/>
                  </a:lnTo>
                  <a:lnTo>
                    <a:pt x="48328" y="380"/>
                  </a:lnTo>
                  <a:lnTo>
                    <a:pt x="47884" y="301"/>
                  </a:lnTo>
                  <a:lnTo>
                    <a:pt x="47452" y="236"/>
                  </a:lnTo>
                  <a:lnTo>
                    <a:pt x="47008" y="171"/>
                  </a:lnTo>
                  <a:lnTo>
                    <a:pt x="46563" y="118"/>
                  </a:lnTo>
                  <a:lnTo>
                    <a:pt x="46118" y="79"/>
                  </a:lnTo>
                  <a:lnTo>
                    <a:pt x="45674" y="53"/>
                  </a:lnTo>
                  <a:lnTo>
                    <a:pt x="45229" y="27"/>
                  </a:lnTo>
                  <a:lnTo>
                    <a:pt x="44772" y="14"/>
                  </a:lnTo>
                  <a:lnTo>
                    <a:pt x="44327" y="1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8"/>
            <p:cNvSpPr/>
            <p:nvPr/>
          </p:nvSpPr>
          <p:spPr>
            <a:xfrm>
              <a:off x="1733575" y="2679975"/>
              <a:ext cx="2190200" cy="808775"/>
            </a:xfrm>
            <a:custGeom>
              <a:avLst/>
              <a:gdLst/>
              <a:ahLst/>
              <a:cxnLst/>
              <a:rect l="l" t="t" r="r" b="b"/>
              <a:pathLst>
                <a:path w="87608" h="32351" extrusionOk="0">
                  <a:moveTo>
                    <a:pt x="145" y="1"/>
                  </a:moveTo>
                  <a:lnTo>
                    <a:pt x="92" y="472"/>
                  </a:lnTo>
                  <a:lnTo>
                    <a:pt x="53" y="942"/>
                  </a:lnTo>
                  <a:lnTo>
                    <a:pt x="27" y="1400"/>
                  </a:lnTo>
                  <a:lnTo>
                    <a:pt x="14" y="1845"/>
                  </a:lnTo>
                  <a:lnTo>
                    <a:pt x="1" y="2302"/>
                  </a:lnTo>
                  <a:lnTo>
                    <a:pt x="1" y="2747"/>
                  </a:lnTo>
                  <a:lnTo>
                    <a:pt x="14" y="3191"/>
                  </a:lnTo>
                  <a:lnTo>
                    <a:pt x="27" y="3636"/>
                  </a:lnTo>
                  <a:lnTo>
                    <a:pt x="53" y="4067"/>
                  </a:lnTo>
                  <a:lnTo>
                    <a:pt x="79" y="4499"/>
                  </a:lnTo>
                  <a:lnTo>
                    <a:pt x="119" y="4930"/>
                  </a:lnTo>
                  <a:lnTo>
                    <a:pt x="171" y="5362"/>
                  </a:lnTo>
                  <a:lnTo>
                    <a:pt x="236" y="5780"/>
                  </a:lnTo>
                  <a:lnTo>
                    <a:pt x="302" y="6199"/>
                  </a:lnTo>
                  <a:lnTo>
                    <a:pt x="367" y="6617"/>
                  </a:lnTo>
                  <a:lnTo>
                    <a:pt x="459" y="7023"/>
                  </a:lnTo>
                  <a:lnTo>
                    <a:pt x="550" y="7428"/>
                  </a:lnTo>
                  <a:lnTo>
                    <a:pt x="642" y="7833"/>
                  </a:lnTo>
                  <a:lnTo>
                    <a:pt x="746" y="8239"/>
                  </a:lnTo>
                  <a:lnTo>
                    <a:pt x="864" y="8631"/>
                  </a:lnTo>
                  <a:lnTo>
                    <a:pt x="982" y="9023"/>
                  </a:lnTo>
                  <a:lnTo>
                    <a:pt x="1099" y="9415"/>
                  </a:lnTo>
                  <a:lnTo>
                    <a:pt x="1243" y="9795"/>
                  </a:lnTo>
                  <a:lnTo>
                    <a:pt x="1387" y="10174"/>
                  </a:lnTo>
                  <a:lnTo>
                    <a:pt x="1531" y="10553"/>
                  </a:lnTo>
                  <a:lnTo>
                    <a:pt x="1688" y="10932"/>
                  </a:lnTo>
                  <a:lnTo>
                    <a:pt x="2015" y="11664"/>
                  </a:lnTo>
                  <a:lnTo>
                    <a:pt x="2381" y="12384"/>
                  </a:lnTo>
                  <a:lnTo>
                    <a:pt x="2760" y="13103"/>
                  </a:lnTo>
                  <a:lnTo>
                    <a:pt x="3178" y="13796"/>
                  </a:lnTo>
                  <a:lnTo>
                    <a:pt x="3610" y="14476"/>
                  </a:lnTo>
                  <a:lnTo>
                    <a:pt x="4067" y="15143"/>
                  </a:lnTo>
                  <a:lnTo>
                    <a:pt x="4551" y="15796"/>
                  </a:lnTo>
                  <a:lnTo>
                    <a:pt x="5061" y="16424"/>
                  </a:lnTo>
                  <a:lnTo>
                    <a:pt x="5584" y="17052"/>
                  </a:lnTo>
                  <a:lnTo>
                    <a:pt x="6133" y="17666"/>
                  </a:lnTo>
                  <a:lnTo>
                    <a:pt x="6696" y="18268"/>
                  </a:lnTo>
                  <a:lnTo>
                    <a:pt x="7284" y="18843"/>
                  </a:lnTo>
                  <a:lnTo>
                    <a:pt x="7899" y="19418"/>
                  </a:lnTo>
                  <a:lnTo>
                    <a:pt x="8526" y="19980"/>
                  </a:lnTo>
                  <a:lnTo>
                    <a:pt x="9167" y="20517"/>
                  </a:lnTo>
                  <a:lnTo>
                    <a:pt x="9821" y="21053"/>
                  </a:lnTo>
                  <a:lnTo>
                    <a:pt x="10501" y="21563"/>
                  </a:lnTo>
                  <a:lnTo>
                    <a:pt x="11194" y="22073"/>
                  </a:lnTo>
                  <a:lnTo>
                    <a:pt x="11900" y="22556"/>
                  </a:lnTo>
                  <a:lnTo>
                    <a:pt x="12619" y="23040"/>
                  </a:lnTo>
                  <a:lnTo>
                    <a:pt x="13351" y="23498"/>
                  </a:lnTo>
                  <a:lnTo>
                    <a:pt x="14096" y="23955"/>
                  </a:lnTo>
                  <a:lnTo>
                    <a:pt x="14855" y="24387"/>
                  </a:lnTo>
                  <a:lnTo>
                    <a:pt x="15626" y="24818"/>
                  </a:lnTo>
                  <a:lnTo>
                    <a:pt x="16398" y="25224"/>
                  </a:lnTo>
                  <a:lnTo>
                    <a:pt x="17195" y="25629"/>
                  </a:lnTo>
                  <a:lnTo>
                    <a:pt x="17993" y="26021"/>
                  </a:lnTo>
                  <a:lnTo>
                    <a:pt x="18790" y="26388"/>
                  </a:lnTo>
                  <a:lnTo>
                    <a:pt x="19601" y="26754"/>
                  </a:lnTo>
                  <a:lnTo>
                    <a:pt x="20425" y="27107"/>
                  </a:lnTo>
                  <a:lnTo>
                    <a:pt x="21249" y="27447"/>
                  </a:lnTo>
                  <a:lnTo>
                    <a:pt x="22086" y="27774"/>
                  </a:lnTo>
                  <a:lnTo>
                    <a:pt x="22922" y="28087"/>
                  </a:lnTo>
                  <a:lnTo>
                    <a:pt x="23759" y="28388"/>
                  </a:lnTo>
                  <a:lnTo>
                    <a:pt x="24609" y="28676"/>
                  </a:lnTo>
                  <a:lnTo>
                    <a:pt x="25446" y="28950"/>
                  </a:lnTo>
                  <a:lnTo>
                    <a:pt x="26296" y="29225"/>
                  </a:lnTo>
                  <a:lnTo>
                    <a:pt x="27146" y="29473"/>
                  </a:lnTo>
                  <a:lnTo>
                    <a:pt x="27996" y="29722"/>
                  </a:lnTo>
                  <a:lnTo>
                    <a:pt x="28846" y="29957"/>
                  </a:lnTo>
                  <a:lnTo>
                    <a:pt x="29682" y="30166"/>
                  </a:lnTo>
                  <a:lnTo>
                    <a:pt x="30532" y="30376"/>
                  </a:lnTo>
                  <a:lnTo>
                    <a:pt x="31369" y="30572"/>
                  </a:lnTo>
                  <a:lnTo>
                    <a:pt x="32219" y="30755"/>
                  </a:lnTo>
                  <a:lnTo>
                    <a:pt x="33043" y="30938"/>
                  </a:lnTo>
                  <a:lnTo>
                    <a:pt x="33880" y="31095"/>
                  </a:lnTo>
                  <a:lnTo>
                    <a:pt x="34703" y="31252"/>
                  </a:lnTo>
                  <a:lnTo>
                    <a:pt x="35527" y="31382"/>
                  </a:lnTo>
                  <a:lnTo>
                    <a:pt x="36338" y="31513"/>
                  </a:lnTo>
                  <a:lnTo>
                    <a:pt x="37136" y="31631"/>
                  </a:lnTo>
                  <a:lnTo>
                    <a:pt x="37933" y="31749"/>
                  </a:lnTo>
                  <a:lnTo>
                    <a:pt x="38783" y="31853"/>
                  </a:lnTo>
                  <a:lnTo>
                    <a:pt x="39633" y="31945"/>
                  </a:lnTo>
                  <a:lnTo>
                    <a:pt x="40509" y="32036"/>
                  </a:lnTo>
                  <a:lnTo>
                    <a:pt x="41385" y="32102"/>
                  </a:lnTo>
                  <a:lnTo>
                    <a:pt x="42274" y="32180"/>
                  </a:lnTo>
                  <a:lnTo>
                    <a:pt x="43163" y="32232"/>
                  </a:lnTo>
                  <a:lnTo>
                    <a:pt x="44066" y="32272"/>
                  </a:lnTo>
                  <a:lnTo>
                    <a:pt x="44968" y="32311"/>
                  </a:lnTo>
                  <a:lnTo>
                    <a:pt x="45883" y="32337"/>
                  </a:lnTo>
                  <a:lnTo>
                    <a:pt x="46811" y="32350"/>
                  </a:lnTo>
                  <a:lnTo>
                    <a:pt x="48655" y="32350"/>
                  </a:lnTo>
                  <a:lnTo>
                    <a:pt x="49584" y="32324"/>
                  </a:lnTo>
                  <a:lnTo>
                    <a:pt x="50525" y="32298"/>
                  </a:lnTo>
                  <a:lnTo>
                    <a:pt x="51466" y="32245"/>
                  </a:lnTo>
                  <a:lnTo>
                    <a:pt x="52395" y="32193"/>
                  </a:lnTo>
                  <a:lnTo>
                    <a:pt x="53336" y="32115"/>
                  </a:lnTo>
                  <a:lnTo>
                    <a:pt x="54278" y="32036"/>
                  </a:lnTo>
                  <a:lnTo>
                    <a:pt x="55219" y="31945"/>
                  </a:lnTo>
                  <a:lnTo>
                    <a:pt x="56161" y="31827"/>
                  </a:lnTo>
                  <a:lnTo>
                    <a:pt x="57089" y="31709"/>
                  </a:lnTo>
                  <a:lnTo>
                    <a:pt x="58030" y="31566"/>
                  </a:lnTo>
                  <a:lnTo>
                    <a:pt x="58959" y="31422"/>
                  </a:lnTo>
                  <a:lnTo>
                    <a:pt x="59887" y="31252"/>
                  </a:lnTo>
                  <a:lnTo>
                    <a:pt x="60815" y="31069"/>
                  </a:lnTo>
                  <a:lnTo>
                    <a:pt x="61731" y="30872"/>
                  </a:lnTo>
                  <a:lnTo>
                    <a:pt x="62646" y="30663"/>
                  </a:lnTo>
                  <a:lnTo>
                    <a:pt x="63561" y="30441"/>
                  </a:lnTo>
                  <a:lnTo>
                    <a:pt x="64464" y="30193"/>
                  </a:lnTo>
                  <a:lnTo>
                    <a:pt x="65353" y="29944"/>
                  </a:lnTo>
                  <a:lnTo>
                    <a:pt x="66242" y="29670"/>
                  </a:lnTo>
                  <a:lnTo>
                    <a:pt x="67118" y="29382"/>
                  </a:lnTo>
                  <a:lnTo>
                    <a:pt x="67994" y="29068"/>
                  </a:lnTo>
                  <a:lnTo>
                    <a:pt x="68844" y="28741"/>
                  </a:lnTo>
                  <a:lnTo>
                    <a:pt x="69694" y="28401"/>
                  </a:lnTo>
                  <a:lnTo>
                    <a:pt x="70531" y="28048"/>
                  </a:lnTo>
                  <a:lnTo>
                    <a:pt x="71367" y="27669"/>
                  </a:lnTo>
                  <a:lnTo>
                    <a:pt x="72178" y="27277"/>
                  </a:lnTo>
                  <a:lnTo>
                    <a:pt x="72976" y="26858"/>
                  </a:lnTo>
                  <a:lnTo>
                    <a:pt x="73760" y="26427"/>
                  </a:lnTo>
                  <a:lnTo>
                    <a:pt x="74545" y="25982"/>
                  </a:lnTo>
                  <a:lnTo>
                    <a:pt x="75303" y="25511"/>
                  </a:lnTo>
                  <a:lnTo>
                    <a:pt x="76035" y="25028"/>
                  </a:lnTo>
                  <a:lnTo>
                    <a:pt x="76768" y="24518"/>
                  </a:lnTo>
                  <a:lnTo>
                    <a:pt x="77474" y="23995"/>
                  </a:lnTo>
                  <a:lnTo>
                    <a:pt x="78167" y="23459"/>
                  </a:lnTo>
                  <a:lnTo>
                    <a:pt x="78847" y="22883"/>
                  </a:lnTo>
                  <a:lnTo>
                    <a:pt x="79500" y="22295"/>
                  </a:lnTo>
                  <a:lnTo>
                    <a:pt x="80141" y="21693"/>
                  </a:lnTo>
                  <a:lnTo>
                    <a:pt x="80756" y="21066"/>
                  </a:lnTo>
                  <a:lnTo>
                    <a:pt x="81357" y="20425"/>
                  </a:lnTo>
                  <a:lnTo>
                    <a:pt x="81933" y="19745"/>
                  </a:lnTo>
                  <a:lnTo>
                    <a:pt x="82482" y="19052"/>
                  </a:lnTo>
                  <a:lnTo>
                    <a:pt x="82743" y="18699"/>
                  </a:lnTo>
                  <a:lnTo>
                    <a:pt x="83018" y="18346"/>
                  </a:lnTo>
                  <a:lnTo>
                    <a:pt x="83266" y="17980"/>
                  </a:lnTo>
                  <a:lnTo>
                    <a:pt x="83515" y="17614"/>
                  </a:lnTo>
                  <a:lnTo>
                    <a:pt x="83763" y="17235"/>
                  </a:lnTo>
                  <a:lnTo>
                    <a:pt x="83998" y="16855"/>
                  </a:lnTo>
                  <a:lnTo>
                    <a:pt x="84234" y="16463"/>
                  </a:lnTo>
                  <a:lnTo>
                    <a:pt x="84469" y="16071"/>
                  </a:lnTo>
                  <a:lnTo>
                    <a:pt x="84691" y="15679"/>
                  </a:lnTo>
                  <a:lnTo>
                    <a:pt x="84901" y="15273"/>
                  </a:lnTo>
                  <a:lnTo>
                    <a:pt x="85110" y="14868"/>
                  </a:lnTo>
                  <a:lnTo>
                    <a:pt x="85306" y="14450"/>
                  </a:lnTo>
                  <a:lnTo>
                    <a:pt x="85502" y="14031"/>
                  </a:lnTo>
                  <a:lnTo>
                    <a:pt x="85698" y="13600"/>
                  </a:lnTo>
                  <a:lnTo>
                    <a:pt x="85868" y="13168"/>
                  </a:lnTo>
                  <a:lnTo>
                    <a:pt x="86051" y="12724"/>
                  </a:lnTo>
                  <a:lnTo>
                    <a:pt x="86221" y="12279"/>
                  </a:lnTo>
                  <a:lnTo>
                    <a:pt x="86378" y="11834"/>
                  </a:lnTo>
                  <a:lnTo>
                    <a:pt x="86535" y="11377"/>
                  </a:lnTo>
                  <a:lnTo>
                    <a:pt x="86679" y="10906"/>
                  </a:lnTo>
                  <a:lnTo>
                    <a:pt x="86823" y="10435"/>
                  </a:lnTo>
                  <a:lnTo>
                    <a:pt x="86954" y="9965"/>
                  </a:lnTo>
                  <a:lnTo>
                    <a:pt x="87110" y="9324"/>
                  </a:lnTo>
                  <a:lnTo>
                    <a:pt x="87241" y="8670"/>
                  </a:lnTo>
                  <a:lnTo>
                    <a:pt x="87359" y="8016"/>
                  </a:lnTo>
                  <a:lnTo>
                    <a:pt x="87450" y="7363"/>
                  </a:lnTo>
                  <a:lnTo>
                    <a:pt x="87516" y="6696"/>
                  </a:lnTo>
                  <a:lnTo>
                    <a:pt x="87568" y="6029"/>
                  </a:lnTo>
                  <a:lnTo>
                    <a:pt x="87594" y="5362"/>
                  </a:lnTo>
                  <a:lnTo>
                    <a:pt x="87607" y="4695"/>
                  </a:lnTo>
                  <a:lnTo>
                    <a:pt x="87516" y="5453"/>
                  </a:lnTo>
                  <a:lnTo>
                    <a:pt x="87411" y="6212"/>
                  </a:lnTo>
                  <a:lnTo>
                    <a:pt x="87333" y="6591"/>
                  </a:lnTo>
                  <a:lnTo>
                    <a:pt x="87254" y="6957"/>
                  </a:lnTo>
                  <a:lnTo>
                    <a:pt x="87176" y="7336"/>
                  </a:lnTo>
                  <a:lnTo>
                    <a:pt x="87084" y="7702"/>
                  </a:lnTo>
                  <a:lnTo>
                    <a:pt x="86954" y="8186"/>
                  </a:lnTo>
                  <a:lnTo>
                    <a:pt x="86810" y="8644"/>
                  </a:lnTo>
                  <a:lnTo>
                    <a:pt x="86666" y="9115"/>
                  </a:lnTo>
                  <a:lnTo>
                    <a:pt x="86509" y="9572"/>
                  </a:lnTo>
                  <a:lnTo>
                    <a:pt x="86352" y="10017"/>
                  </a:lnTo>
                  <a:lnTo>
                    <a:pt x="86182" y="10461"/>
                  </a:lnTo>
                  <a:lnTo>
                    <a:pt x="85999" y="10906"/>
                  </a:lnTo>
                  <a:lnTo>
                    <a:pt x="85829" y="11338"/>
                  </a:lnTo>
                  <a:lnTo>
                    <a:pt x="85633" y="11769"/>
                  </a:lnTo>
                  <a:lnTo>
                    <a:pt x="85437" y="12187"/>
                  </a:lnTo>
                  <a:lnTo>
                    <a:pt x="85241" y="12606"/>
                  </a:lnTo>
                  <a:lnTo>
                    <a:pt x="85031" y="13011"/>
                  </a:lnTo>
                  <a:lnTo>
                    <a:pt x="84809" y="13417"/>
                  </a:lnTo>
                  <a:lnTo>
                    <a:pt x="84600" y="13809"/>
                  </a:lnTo>
                  <a:lnTo>
                    <a:pt x="84365" y="14201"/>
                  </a:lnTo>
                  <a:lnTo>
                    <a:pt x="84129" y="14593"/>
                  </a:lnTo>
                  <a:lnTo>
                    <a:pt x="83894" y="14973"/>
                  </a:lnTo>
                  <a:lnTo>
                    <a:pt x="83645" y="15352"/>
                  </a:lnTo>
                  <a:lnTo>
                    <a:pt x="83397" y="15718"/>
                  </a:lnTo>
                  <a:lnTo>
                    <a:pt x="83149" y="16084"/>
                  </a:lnTo>
                  <a:lnTo>
                    <a:pt x="82874" y="16437"/>
                  </a:lnTo>
                  <a:lnTo>
                    <a:pt x="82612" y="16803"/>
                  </a:lnTo>
                  <a:lnTo>
                    <a:pt x="82063" y="17483"/>
                  </a:lnTo>
                  <a:lnTo>
                    <a:pt x="81488" y="18163"/>
                  </a:lnTo>
                  <a:lnTo>
                    <a:pt x="80886" y="18804"/>
                  </a:lnTo>
                  <a:lnTo>
                    <a:pt x="80272" y="19431"/>
                  </a:lnTo>
                  <a:lnTo>
                    <a:pt x="79631" y="20046"/>
                  </a:lnTo>
                  <a:lnTo>
                    <a:pt x="78977" y="20621"/>
                  </a:lnTo>
                  <a:lnTo>
                    <a:pt x="78297" y="21197"/>
                  </a:lnTo>
                  <a:lnTo>
                    <a:pt x="77604" y="21733"/>
                  </a:lnTo>
                  <a:lnTo>
                    <a:pt x="76898" y="22256"/>
                  </a:lnTo>
                  <a:lnTo>
                    <a:pt x="76166" y="22766"/>
                  </a:lnTo>
                  <a:lnTo>
                    <a:pt x="75421" y="23249"/>
                  </a:lnTo>
                  <a:lnTo>
                    <a:pt x="74662" y="23720"/>
                  </a:lnTo>
                  <a:lnTo>
                    <a:pt x="73891" y="24178"/>
                  </a:lnTo>
                  <a:lnTo>
                    <a:pt x="73106" y="24596"/>
                  </a:lnTo>
                  <a:lnTo>
                    <a:pt x="72309" y="25015"/>
                  </a:lnTo>
                  <a:lnTo>
                    <a:pt x="71498" y="25407"/>
                  </a:lnTo>
                  <a:lnTo>
                    <a:pt x="70661" y="25786"/>
                  </a:lnTo>
                  <a:lnTo>
                    <a:pt x="69825" y="26139"/>
                  </a:lnTo>
                  <a:lnTo>
                    <a:pt x="68975" y="26479"/>
                  </a:lnTo>
                  <a:lnTo>
                    <a:pt x="68125" y="26806"/>
                  </a:lnTo>
                  <a:lnTo>
                    <a:pt x="67249" y="27120"/>
                  </a:lnTo>
                  <a:lnTo>
                    <a:pt x="66373" y="27407"/>
                  </a:lnTo>
                  <a:lnTo>
                    <a:pt x="65483" y="27682"/>
                  </a:lnTo>
                  <a:lnTo>
                    <a:pt x="64594" y="27930"/>
                  </a:lnTo>
                  <a:lnTo>
                    <a:pt x="63692" y="28179"/>
                  </a:lnTo>
                  <a:lnTo>
                    <a:pt x="62777" y="28401"/>
                  </a:lnTo>
                  <a:lnTo>
                    <a:pt x="61861" y="28610"/>
                  </a:lnTo>
                  <a:lnTo>
                    <a:pt x="60946" y="28807"/>
                  </a:lnTo>
                  <a:lnTo>
                    <a:pt x="60018" y="28990"/>
                  </a:lnTo>
                  <a:lnTo>
                    <a:pt x="59089" y="29160"/>
                  </a:lnTo>
                  <a:lnTo>
                    <a:pt x="58161" y="29316"/>
                  </a:lnTo>
                  <a:lnTo>
                    <a:pt x="57220" y="29447"/>
                  </a:lnTo>
                  <a:lnTo>
                    <a:pt x="56291" y="29565"/>
                  </a:lnTo>
                  <a:lnTo>
                    <a:pt x="55350" y="29683"/>
                  </a:lnTo>
                  <a:lnTo>
                    <a:pt x="54408" y="29774"/>
                  </a:lnTo>
                  <a:lnTo>
                    <a:pt x="53467" y="29866"/>
                  </a:lnTo>
                  <a:lnTo>
                    <a:pt x="52526" y="29931"/>
                  </a:lnTo>
                  <a:lnTo>
                    <a:pt x="51597" y="29983"/>
                  </a:lnTo>
                  <a:lnTo>
                    <a:pt x="50656" y="30036"/>
                  </a:lnTo>
                  <a:lnTo>
                    <a:pt x="49714" y="30062"/>
                  </a:lnTo>
                  <a:lnTo>
                    <a:pt x="48786" y="30088"/>
                  </a:lnTo>
                  <a:lnTo>
                    <a:pt x="46929" y="30088"/>
                  </a:lnTo>
                  <a:lnTo>
                    <a:pt x="46014" y="30075"/>
                  </a:lnTo>
                  <a:lnTo>
                    <a:pt x="45099" y="30049"/>
                  </a:lnTo>
                  <a:lnTo>
                    <a:pt x="44196" y="30023"/>
                  </a:lnTo>
                  <a:lnTo>
                    <a:pt x="43294" y="29970"/>
                  </a:lnTo>
                  <a:lnTo>
                    <a:pt x="42405" y="29918"/>
                  </a:lnTo>
                  <a:lnTo>
                    <a:pt x="41516" y="29853"/>
                  </a:lnTo>
                  <a:lnTo>
                    <a:pt x="40640" y="29774"/>
                  </a:lnTo>
                  <a:lnTo>
                    <a:pt x="39764" y="29683"/>
                  </a:lnTo>
                  <a:lnTo>
                    <a:pt x="38914" y="29591"/>
                  </a:lnTo>
                  <a:lnTo>
                    <a:pt x="38064" y="29486"/>
                  </a:lnTo>
                  <a:lnTo>
                    <a:pt x="37292" y="29382"/>
                  </a:lnTo>
                  <a:lnTo>
                    <a:pt x="36521" y="29264"/>
                  </a:lnTo>
                  <a:lnTo>
                    <a:pt x="35750" y="29147"/>
                  </a:lnTo>
                  <a:lnTo>
                    <a:pt x="34965" y="29016"/>
                  </a:lnTo>
                  <a:lnTo>
                    <a:pt x="34167" y="28872"/>
                  </a:lnTo>
                  <a:lnTo>
                    <a:pt x="33370" y="28715"/>
                  </a:lnTo>
                  <a:lnTo>
                    <a:pt x="32572" y="28545"/>
                  </a:lnTo>
                  <a:lnTo>
                    <a:pt x="31761" y="28375"/>
                  </a:lnTo>
                  <a:lnTo>
                    <a:pt x="30951" y="28192"/>
                  </a:lnTo>
                  <a:lnTo>
                    <a:pt x="30140" y="27996"/>
                  </a:lnTo>
                  <a:lnTo>
                    <a:pt x="29329" y="27787"/>
                  </a:lnTo>
                  <a:lnTo>
                    <a:pt x="28519" y="27564"/>
                  </a:lnTo>
                  <a:lnTo>
                    <a:pt x="27695" y="27342"/>
                  </a:lnTo>
                  <a:lnTo>
                    <a:pt x="26884" y="27107"/>
                  </a:lnTo>
                  <a:lnTo>
                    <a:pt x="26074" y="26845"/>
                  </a:lnTo>
                  <a:lnTo>
                    <a:pt x="25250" y="26584"/>
                  </a:lnTo>
                  <a:lnTo>
                    <a:pt x="24439" y="26322"/>
                  </a:lnTo>
                  <a:lnTo>
                    <a:pt x="23628" y="26035"/>
                  </a:lnTo>
                  <a:lnTo>
                    <a:pt x="22831" y="25747"/>
                  </a:lnTo>
                  <a:lnTo>
                    <a:pt x="22020" y="25433"/>
                  </a:lnTo>
                  <a:lnTo>
                    <a:pt x="21223" y="25119"/>
                  </a:lnTo>
                  <a:lnTo>
                    <a:pt x="20438" y="24792"/>
                  </a:lnTo>
                  <a:lnTo>
                    <a:pt x="19640" y="24452"/>
                  </a:lnTo>
                  <a:lnTo>
                    <a:pt x="18869" y="24099"/>
                  </a:lnTo>
                  <a:lnTo>
                    <a:pt x="18097" y="23746"/>
                  </a:lnTo>
                  <a:lnTo>
                    <a:pt x="17326" y="23367"/>
                  </a:lnTo>
                  <a:lnTo>
                    <a:pt x="16568" y="22988"/>
                  </a:lnTo>
                  <a:lnTo>
                    <a:pt x="15822" y="22583"/>
                  </a:lnTo>
                  <a:lnTo>
                    <a:pt x="15077" y="22177"/>
                  </a:lnTo>
                  <a:lnTo>
                    <a:pt x="14345" y="21759"/>
                  </a:lnTo>
                  <a:lnTo>
                    <a:pt x="13626" y="21327"/>
                  </a:lnTo>
                  <a:lnTo>
                    <a:pt x="12920" y="20883"/>
                  </a:lnTo>
                  <a:lnTo>
                    <a:pt x="12227" y="20425"/>
                  </a:lnTo>
                  <a:lnTo>
                    <a:pt x="11547" y="19954"/>
                  </a:lnTo>
                  <a:lnTo>
                    <a:pt x="10880" y="19484"/>
                  </a:lnTo>
                  <a:lnTo>
                    <a:pt x="10213" y="18987"/>
                  </a:lnTo>
                  <a:lnTo>
                    <a:pt x="9572" y="18477"/>
                  </a:lnTo>
                  <a:lnTo>
                    <a:pt x="8958" y="17967"/>
                  </a:lnTo>
                  <a:lnTo>
                    <a:pt x="8343" y="17431"/>
                  </a:lnTo>
                  <a:lnTo>
                    <a:pt x="7755" y="16895"/>
                  </a:lnTo>
                  <a:lnTo>
                    <a:pt x="7179" y="16345"/>
                  </a:lnTo>
                  <a:lnTo>
                    <a:pt x="6617" y="15770"/>
                  </a:lnTo>
                  <a:lnTo>
                    <a:pt x="6081" y="15195"/>
                  </a:lnTo>
                  <a:lnTo>
                    <a:pt x="5558" y="14606"/>
                  </a:lnTo>
                  <a:lnTo>
                    <a:pt x="5061" y="13992"/>
                  </a:lnTo>
                  <a:lnTo>
                    <a:pt x="4577" y="13377"/>
                  </a:lnTo>
                  <a:lnTo>
                    <a:pt x="4120" y="12750"/>
                  </a:lnTo>
                  <a:lnTo>
                    <a:pt x="3675" y="12109"/>
                  </a:lnTo>
                  <a:lnTo>
                    <a:pt x="3270" y="11455"/>
                  </a:lnTo>
                  <a:lnTo>
                    <a:pt x="2878" y="10775"/>
                  </a:lnTo>
                  <a:lnTo>
                    <a:pt x="2498" y="10095"/>
                  </a:lnTo>
                  <a:lnTo>
                    <a:pt x="2158" y="9402"/>
                  </a:lnTo>
                  <a:lnTo>
                    <a:pt x="1831" y="8696"/>
                  </a:lnTo>
                  <a:lnTo>
                    <a:pt x="1544" y="7977"/>
                  </a:lnTo>
                  <a:lnTo>
                    <a:pt x="1269" y="7232"/>
                  </a:lnTo>
                  <a:lnTo>
                    <a:pt x="1034" y="6486"/>
                  </a:lnTo>
                  <a:lnTo>
                    <a:pt x="825" y="5728"/>
                  </a:lnTo>
                  <a:lnTo>
                    <a:pt x="629" y="4944"/>
                  </a:lnTo>
                  <a:lnTo>
                    <a:pt x="472" y="4159"/>
                  </a:lnTo>
                  <a:lnTo>
                    <a:pt x="406" y="3754"/>
                  </a:lnTo>
                  <a:lnTo>
                    <a:pt x="354" y="3361"/>
                  </a:lnTo>
                  <a:lnTo>
                    <a:pt x="302" y="2956"/>
                  </a:lnTo>
                  <a:lnTo>
                    <a:pt x="249" y="2538"/>
                  </a:lnTo>
                  <a:lnTo>
                    <a:pt x="210" y="2132"/>
                  </a:lnTo>
                  <a:lnTo>
                    <a:pt x="184" y="1714"/>
                  </a:lnTo>
                  <a:lnTo>
                    <a:pt x="158" y="1282"/>
                  </a:lnTo>
                  <a:lnTo>
                    <a:pt x="145" y="864"/>
                  </a:lnTo>
                  <a:lnTo>
                    <a:pt x="145" y="432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8"/>
            <p:cNvSpPr/>
            <p:nvPr/>
          </p:nvSpPr>
          <p:spPr>
            <a:xfrm>
              <a:off x="2347800" y="2612975"/>
              <a:ext cx="929700" cy="748600"/>
            </a:xfrm>
            <a:custGeom>
              <a:avLst/>
              <a:gdLst/>
              <a:ahLst/>
              <a:cxnLst/>
              <a:rect l="l" t="t" r="r" b="b"/>
              <a:pathLst>
                <a:path w="37188" h="29944" extrusionOk="0">
                  <a:moveTo>
                    <a:pt x="17914" y="0"/>
                  </a:moveTo>
                  <a:lnTo>
                    <a:pt x="17522" y="14"/>
                  </a:lnTo>
                  <a:lnTo>
                    <a:pt x="17143" y="40"/>
                  </a:lnTo>
                  <a:lnTo>
                    <a:pt x="16764" y="66"/>
                  </a:lnTo>
                  <a:lnTo>
                    <a:pt x="16372" y="118"/>
                  </a:lnTo>
                  <a:lnTo>
                    <a:pt x="15992" y="170"/>
                  </a:lnTo>
                  <a:lnTo>
                    <a:pt x="15600" y="236"/>
                  </a:lnTo>
                  <a:lnTo>
                    <a:pt x="15221" y="314"/>
                  </a:lnTo>
                  <a:lnTo>
                    <a:pt x="14829" y="406"/>
                  </a:lnTo>
                  <a:lnTo>
                    <a:pt x="14449" y="510"/>
                  </a:lnTo>
                  <a:lnTo>
                    <a:pt x="14057" y="615"/>
                  </a:lnTo>
                  <a:lnTo>
                    <a:pt x="13678" y="733"/>
                  </a:lnTo>
                  <a:lnTo>
                    <a:pt x="13286" y="863"/>
                  </a:lnTo>
                  <a:lnTo>
                    <a:pt x="12907" y="1007"/>
                  </a:lnTo>
                  <a:lnTo>
                    <a:pt x="12527" y="1164"/>
                  </a:lnTo>
                  <a:lnTo>
                    <a:pt x="12148" y="1321"/>
                  </a:lnTo>
                  <a:lnTo>
                    <a:pt x="11769" y="1491"/>
                  </a:lnTo>
                  <a:lnTo>
                    <a:pt x="11403" y="1661"/>
                  </a:lnTo>
                  <a:lnTo>
                    <a:pt x="11024" y="1844"/>
                  </a:lnTo>
                  <a:lnTo>
                    <a:pt x="10658" y="2040"/>
                  </a:lnTo>
                  <a:lnTo>
                    <a:pt x="10291" y="2249"/>
                  </a:lnTo>
                  <a:lnTo>
                    <a:pt x="9925" y="2459"/>
                  </a:lnTo>
                  <a:lnTo>
                    <a:pt x="9559" y="2681"/>
                  </a:lnTo>
                  <a:lnTo>
                    <a:pt x="9206" y="2903"/>
                  </a:lnTo>
                  <a:lnTo>
                    <a:pt x="8853" y="3139"/>
                  </a:lnTo>
                  <a:lnTo>
                    <a:pt x="8500" y="3387"/>
                  </a:lnTo>
                  <a:lnTo>
                    <a:pt x="8147" y="3635"/>
                  </a:lnTo>
                  <a:lnTo>
                    <a:pt x="7807" y="3884"/>
                  </a:lnTo>
                  <a:lnTo>
                    <a:pt x="7467" y="4158"/>
                  </a:lnTo>
                  <a:lnTo>
                    <a:pt x="7140" y="4420"/>
                  </a:lnTo>
                  <a:lnTo>
                    <a:pt x="6813" y="4708"/>
                  </a:lnTo>
                  <a:lnTo>
                    <a:pt x="6486" y="4982"/>
                  </a:lnTo>
                  <a:lnTo>
                    <a:pt x="6173" y="5283"/>
                  </a:lnTo>
                  <a:lnTo>
                    <a:pt x="5859" y="5571"/>
                  </a:lnTo>
                  <a:lnTo>
                    <a:pt x="5545" y="5871"/>
                  </a:lnTo>
                  <a:lnTo>
                    <a:pt x="5244" y="6185"/>
                  </a:lnTo>
                  <a:lnTo>
                    <a:pt x="4943" y="6499"/>
                  </a:lnTo>
                  <a:lnTo>
                    <a:pt x="4656" y="6813"/>
                  </a:lnTo>
                  <a:lnTo>
                    <a:pt x="4381" y="7140"/>
                  </a:lnTo>
                  <a:lnTo>
                    <a:pt x="4107" y="7467"/>
                  </a:lnTo>
                  <a:lnTo>
                    <a:pt x="3832" y="7807"/>
                  </a:lnTo>
                  <a:lnTo>
                    <a:pt x="3571" y="8147"/>
                  </a:lnTo>
                  <a:lnTo>
                    <a:pt x="3309" y="8487"/>
                  </a:lnTo>
                  <a:lnTo>
                    <a:pt x="3074" y="8840"/>
                  </a:lnTo>
                  <a:lnTo>
                    <a:pt x="2825" y="9180"/>
                  </a:lnTo>
                  <a:lnTo>
                    <a:pt x="2603" y="9546"/>
                  </a:lnTo>
                  <a:lnTo>
                    <a:pt x="2368" y="9899"/>
                  </a:lnTo>
                  <a:lnTo>
                    <a:pt x="2158" y="10265"/>
                  </a:lnTo>
                  <a:lnTo>
                    <a:pt x="1949" y="10631"/>
                  </a:lnTo>
                  <a:lnTo>
                    <a:pt x="1753" y="10997"/>
                  </a:lnTo>
                  <a:lnTo>
                    <a:pt x="1570" y="11363"/>
                  </a:lnTo>
                  <a:lnTo>
                    <a:pt x="1387" y="11742"/>
                  </a:lnTo>
                  <a:lnTo>
                    <a:pt x="1217" y="12122"/>
                  </a:lnTo>
                  <a:lnTo>
                    <a:pt x="1060" y="12501"/>
                  </a:lnTo>
                  <a:lnTo>
                    <a:pt x="903" y="12880"/>
                  </a:lnTo>
                  <a:lnTo>
                    <a:pt x="759" y="13272"/>
                  </a:lnTo>
                  <a:lnTo>
                    <a:pt x="629" y="13651"/>
                  </a:lnTo>
                  <a:lnTo>
                    <a:pt x="511" y="14044"/>
                  </a:lnTo>
                  <a:lnTo>
                    <a:pt x="406" y="14423"/>
                  </a:lnTo>
                  <a:lnTo>
                    <a:pt x="289" y="14880"/>
                  </a:lnTo>
                  <a:lnTo>
                    <a:pt x="197" y="15325"/>
                  </a:lnTo>
                  <a:lnTo>
                    <a:pt x="119" y="15757"/>
                  </a:lnTo>
                  <a:lnTo>
                    <a:pt x="66" y="16188"/>
                  </a:lnTo>
                  <a:lnTo>
                    <a:pt x="27" y="16606"/>
                  </a:lnTo>
                  <a:lnTo>
                    <a:pt x="14" y="17025"/>
                  </a:lnTo>
                  <a:lnTo>
                    <a:pt x="1" y="17430"/>
                  </a:lnTo>
                  <a:lnTo>
                    <a:pt x="14" y="17836"/>
                  </a:lnTo>
                  <a:lnTo>
                    <a:pt x="53" y="18228"/>
                  </a:lnTo>
                  <a:lnTo>
                    <a:pt x="92" y="18607"/>
                  </a:lnTo>
                  <a:lnTo>
                    <a:pt x="158" y="18986"/>
                  </a:lnTo>
                  <a:lnTo>
                    <a:pt x="236" y="19352"/>
                  </a:lnTo>
                  <a:lnTo>
                    <a:pt x="328" y="19718"/>
                  </a:lnTo>
                  <a:lnTo>
                    <a:pt x="432" y="20085"/>
                  </a:lnTo>
                  <a:lnTo>
                    <a:pt x="550" y="20425"/>
                  </a:lnTo>
                  <a:lnTo>
                    <a:pt x="681" y="20778"/>
                  </a:lnTo>
                  <a:lnTo>
                    <a:pt x="838" y="21104"/>
                  </a:lnTo>
                  <a:lnTo>
                    <a:pt x="995" y="21431"/>
                  </a:lnTo>
                  <a:lnTo>
                    <a:pt x="1165" y="21758"/>
                  </a:lnTo>
                  <a:lnTo>
                    <a:pt x="1348" y="22072"/>
                  </a:lnTo>
                  <a:lnTo>
                    <a:pt x="1557" y="22386"/>
                  </a:lnTo>
                  <a:lnTo>
                    <a:pt x="1766" y="22687"/>
                  </a:lnTo>
                  <a:lnTo>
                    <a:pt x="1975" y="22974"/>
                  </a:lnTo>
                  <a:lnTo>
                    <a:pt x="2211" y="23262"/>
                  </a:lnTo>
                  <a:lnTo>
                    <a:pt x="2459" y="23550"/>
                  </a:lnTo>
                  <a:lnTo>
                    <a:pt x="2708" y="23824"/>
                  </a:lnTo>
                  <a:lnTo>
                    <a:pt x="2969" y="24086"/>
                  </a:lnTo>
                  <a:lnTo>
                    <a:pt x="3244" y="24347"/>
                  </a:lnTo>
                  <a:lnTo>
                    <a:pt x="3518" y="24609"/>
                  </a:lnTo>
                  <a:lnTo>
                    <a:pt x="3806" y="24857"/>
                  </a:lnTo>
                  <a:lnTo>
                    <a:pt x="4107" y="25093"/>
                  </a:lnTo>
                  <a:lnTo>
                    <a:pt x="4407" y="25328"/>
                  </a:lnTo>
                  <a:lnTo>
                    <a:pt x="4721" y="25563"/>
                  </a:lnTo>
                  <a:lnTo>
                    <a:pt x="5048" y="25786"/>
                  </a:lnTo>
                  <a:lnTo>
                    <a:pt x="5375" y="25995"/>
                  </a:lnTo>
                  <a:lnTo>
                    <a:pt x="5702" y="26204"/>
                  </a:lnTo>
                  <a:lnTo>
                    <a:pt x="6042" y="26413"/>
                  </a:lnTo>
                  <a:lnTo>
                    <a:pt x="6382" y="26609"/>
                  </a:lnTo>
                  <a:lnTo>
                    <a:pt x="7088" y="26989"/>
                  </a:lnTo>
                  <a:lnTo>
                    <a:pt x="7807" y="27342"/>
                  </a:lnTo>
                  <a:lnTo>
                    <a:pt x="8552" y="27668"/>
                  </a:lnTo>
                  <a:lnTo>
                    <a:pt x="9298" y="27969"/>
                  </a:lnTo>
                  <a:lnTo>
                    <a:pt x="10056" y="28257"/>
                  </a:lnTo>
                  <a:lnTo>
                    <a:pt x="10827" y="28505"/>
                  </a:lnTo>
                  <a:lnTo>
                    <a:pt x="11586" y="28741"/>
                  </a:lnTo>
                  <a:lnTo>
                    <a:pt x="12357" y="28950"/>
                  </a:lnTo>
                  <a:lnTo>
                    <a:pt x="13129" y="29146"/>
                  </a:lnTo>
                  <a:lnTo>
                    <a:pt x="13887" y="29316"/>
                  </a:lnTo>
                  <a:lnTo>
                    <a:pt x="14632" y="29460"/>
                  </a:lnTo>
                  <a:lnTo>
                    <a:pt x="15378" y="29578"/>
                  </a:lnTo>
                  <a:lnTo>
                    <a:pt x="16097" y="29682"/>
                  </a:lnTo>
                  <a:lnTo>
                    <a:pt x="16829" y="29774"/>
                  </a:lnTo>
                  <a:lnTo>
                    <a:pt x="17574" y="29839"/>
                  </a:lnTo>
                  <a:lnTo>
                    <a:pt x="18320" y="29891"/>
                  </a:lnTo>
                  <a:lnTo>
                    <a:pt x="19091" y="29931"/>
                  </a:lnTo>
                  <a:lnTo>
                    <a:pt x="19863" y="29944"/>
                  </a:lnTo>
                  <a:lnTo>
                    <a:pt x="20660" y="29944"/>
                  </a:lnTo>
                  <a:lnTo>
                    <a:pt x="21445" y="29917"/>
                  </a:lnTo>
                  <a:lnTo>
                    <a:pt x="22242" y="29878"/>
                  </a:lnTo>
                  <a:lnTo>
                    <a:pt x="23040" y="29813"/>
                  </a:lnTo>
                  <a:lnTo>
                    <a:pt x="23838" y="29721"/>
                  </a:lnTo>
                  <a:lnTo>
                    <a:pt x="24635" y="29617"/>
                  </a:lnTo>
                  <a:lnTo>
                    <a:pt x="25420" y="29473"/>
                  </a:lnTo>
                  <a:lnTo>
                    <a:pt x="26204" y="29316"/>
                  </a:lnTo>
                  <a:lnTo>
                    <a:pt x="26976" y="29133"/>
                  </a:lnTo>
                  <a:lnTo>
                    <a:pt x="27747" y="28924"/>
                  </a:lnTo>
                  <a:lnTo>
                    <a:pt x="28493" y="28675"/>
                  </a:lnTo>
                  <a:lnTo>
                    <a:pt x="28859" y="28545"/>
                  </a:lnTo>
                  <a:lnTo>
                    <a:pt x="29225" y="28414"/>
                  </a:lnTo>
                  <a:lnTo>
                    <a:pt x="29591" y="28270"/>
                  </a:lnTo>
                  <a:lnTo>
                    <a:pt x="29944" y="28113"/>
                  </a:lnTo>
                  <a:lnTo>
                    <a:pt x="30297" y="27956"/>
                  </a:lnTo>
                  <a:lnTo>
                    <a:pt x="30637" y="27786"/>
                  </a:lnTo>
                  <a:lnTo>
                    <a:pt x="30977" y="27616"/>
                  </a:lnTo>
                  <a:lnTo>
                    <a:pt x="31317" y="27433"/>
                  </a:lnTo>
                  <a:lnTo>
                    <a:pt x="31644" y="27237"/>
                  </a:lnTo>
                  <a:lnTo>
                    <a:pt x="31958" y="27041"/>
                  </a:lnTo>
                  <a:lnTo>
                    <a:pt x="32271" y="26832"/>
                  </a:lnTo>
                  <a:lnTo>
                    <a:pt x="32585" y="26622"/>
                  </a:lnTo>
                  <a:lnTo>
                    <a:pt x="32886" y="26400"/>
                  </a:lnTo>
                  <a:lnTo>
                    <a:pt x="33187" y="26165"/>
                  </a:lnTo>
                  <a:lnTo>
                    <a:pt x="33461" y="25929"/>
                  </a:lnTo>
                  <a:lnTo>
                    <a:pt x="33749" y="25681"/>
                  </a:lnTo>
                  <a:lnTo>
                    <a:pt x="34011" y="25419"/>
                  </a:lnTo>
                  <a:lnTo>
                    <a:pt x="34285" y="25158"/>
                  </a:lnTo>
                  <a:lnTo>
                    <a:pt x="34534" y="24883"/>
                  </a:lnTo>
                  <a:lnTo>
                    <a:pt x="34782" y="24596"/>
                  </a:lnTo>
                  <a:lnTo>
                    <a:pt x="35017" y="24295"/>
                  </a:lnTo>
                  <a:lnTo>
                    <a:pt x="35240" y="23994"/>
                  </a:lnTo>
                  <a:lnTo>
                    <a:pt x="35449" y="23680"/>
                  </a:lnTo>
                  <a:lnTo>
                    <a:pt x="35658" y="23367"/>
                  </a:lnTo>
                  <a:lnTo>
                    <a:pt x="35854" y="23027"/>
                  </a:lnTo>
                  <a:lnTo>
                    <a:pt x="36037" y="22687"/>
                  </a:lnTo>
                  <a:lnTo>
                    <a:pt x="36207" y="22347"/>
                  </a:lnTo>
                  <a:lnTo>
                    <a:pt x="36377" y="21981"/>
                  </a:lnTo>
                  <a:lnTo>
                    <a:pt x="36521" y="21614"/>
                  </a:lnTo>
                  <a:lnTo>
                    <a:pt x="36665" y="21235"/>
                  </a:lnTo>
                  <a:lnTo>
                    <a:pt x="36796" y="20843"/>
                  </a:lnTo>
                  <a:lnTo>
                    <a:pt x="36913" y="20438"/>
                  </a:lnTo>
                  <a:lnTo>
                    <a:pt x="37018" y="20006"/>
                  </a:lnTo>
                  <a:lnTo>
                    <a:pt x="37096" y="19588"/>
                  </a:lnTo>
                  <a:lnTo>
                    <a:pt x="37149" y="19182"/>
                  </a:lnTo>
                  <a:lnTo>
                    <a:pt x="37175" y="18777"/>
                  </a:lnTo>
                  <a:lnTo>
                    <a:pt x="37188" y="18385"/>
                  </a:lnTo>
                  <a:lnTo>
                    <a:pt x="37175" y="17992"/>
                  </a:lnTo>
                  <a:lnTo>
                    <a:pt x="37149" y="17613"/>
                  </a:lnTo>
                  <a:lnTo>
                    <a:pt x="37096" y="17247"/>
                  </a:lnTo>
                  <a:lnTo>
                    <a:pt x="37031" y="16881"/>
                  </a:lnTo>
                  <a:lnTo>
                    <a:pt x="36939" y="16515"/>
                  </a:lnTo>
                  <a:lnTo>
                    <a:pt x="36835" y="16162"/>
                  </a:lnTo>
                  <a:lnTo>
                    <a:pt x="36730" y="15809"/>
                  </a:lnTo>
                  <a:lnTo>
                    <a:pt x="36599" y="15456"/>
                  </a:lnTo>
                  <a:lnTo>
                    <a:pt x="36456" y="15116"/>
                  </a:lnTo>
                  <a:lnTo>
                    <a:pt x="36299" y="14763"/>
                  </a:lnTo>
                  <a:lnTo>
                    <a:pt x="36129" y="14436"/>
                  </a:lnTo>
                  <a:lnTo>
                    <a:pt x="35946" y="14096"/>
                  </a:lnTo>
                  <a:lnTo>
                    <a:pt x="35763" y="13756"/>
                  </a:lnTo>
                  <a:lnTo>
                    <a:pt x="35357" y="13102"/>
                  </a:lnTo>
                  <a:lnTo>
                    <a:pt x="34939" y="12435"/>
                  </a:lnTo>
                  <a:lnTo>
                    <a:pt x="34494" y="11782"/>
                  </a:lnTo>
                  <a:lnTo>
                    <a:pt x="33579" y="10435"/>
                  </a:lnTo>
                  <a:lnTo>
                    <a:pt x="33121" y="9755"/>
                  </a:lnTo>
                  <a:lnTo>
                    <a:pt x="32690" y="9062"/>
                  </a:lnTo>
                  <a:lnTo>
                    <a:pt x="32232" y="8330"/>
                  </a:lnTo>
                  <a:lnTo>
                    <a:pt x="31788" y="7610"/>
                  </a:lnTo>
                  <a:lnTo>
                    <a:pt x="31317" y="6917"/>
                  </a:lnTo>
                  <a:lnTo>
                    <a:pt x="31082" y="6564"/>
                  </a:lnTo>
                  <a:lnTo>
                    <a:pt x="30833" y="6224"/>
                  </a:lnTo>
                  <a:lnTo>
                    <a:pt x="30572" y="5898"/>
                  </a:lnTo>
                  <a:lnTo>
                    <a:pt x="30310" y="5558"/>
                  </a:lnTo>
                  <a:lnTo>
                    <a:pt x="30049" y="5244"/>
                  </a:lnTo>
                  <a:lnTo>
                    <a:pt x="29761" y="4917"/>
                  </a:lnTo>
                  <a:lnTo>
                    <a:pt x="29460" y="4616"/>
                  </a:lnTo>
                  <a:lnTo>
                    <a:pt x="29159" y="4302"/>
                  </a:lnTo>
                  <a:lnTo>
                    <a:pt x="28833" y="4002"/>
                  </a:lnTo>
                  <a:lnTo>
                    <a:pt x="28506" y="3714"/>
                  </a:lnTo>
                  <a:lnTo>
                    <a:pt x="28153" y="3426"/>
                  </a:lnTo>
                  <a:lnTo>
                    <a:pt x="27773" y="3152"/>
                  </a:lnTo>
                  <a:lnTo>
                    <a:pt x="27394" y="2877"/>
                  </a:lnTo>
                  <a:lnTo>
                    <a:pt x="26976" y="2616"/>
                  </a:lnTo>
                  <a:lnTo>
                    <a:pt x="26557" y="2367"/>
                  </a:lnTo>
                  <a:lnTo>
                    <a:pt x="26100" y="2119"/>
                  </a:lnTo>
                  <a:lnTo>
                    <a:pt x="25629" y="1883"/>
                  </a:lnTo>
                  <a:lnTo>
                    <a:pt x="25132" y="1661"/>
                  </a:lnTo>
                  <a:lnTo>
                    <a:pt x="24609" y="1439"/>
                  </a:lnTo>
                  <a:lnTo>
                    <a:pt x="24060" y="1230"/>
                  </a:lnTo>
                  <a:lnTo>
                    <a:pt x="23498" y="1033"/>
                  </a:lnTo>
                  <a:lnTo>
                    <a:pt x="22883" y="837"/>
                  </a:lnTo>
                  <a:lnTo>
                    <a:pt x="22256" y="667"/>
                  </a:lnTo>
                  <a:lnTo>
                    <a:pt x="21602" y="497"/>
                  </a:lnTo>
                  <a:lnTo>
                    <a:pt x="20909" y="340"/>
                  </a:lnTo>
                  <a:lnTo>
                    <a:pt x="20177" y="197"/>
                  </a:lnTo>
                  <a:lnTo>
                    <a:pt x="19810" y="131"/>
                  </a:lnTo>
                  <a:lnTo>
                    <a:pt x="19431" y="79"/>
                  </a:lnTo>
                  <a:lnTo>
                    <a:pt x="19052" y="40"/>
                  </a:lnTo>
                  <a:lnTo>
                    <a:pt x="18673" y="14"/>
                  </a:lnTo>
                  <a:lnTo>
                    <a:pt x="18294" y="0"/>
                  </a:ln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8"/>
            <p:cNvSpPr/>
            <p:nvPr/>
          </p:nvSpPr>
          <p:spPr>
            <a:xfrm>
              <a:off x="2554075" y="2838200"/>
              <a:ext cx="501150" cy="300450"/>
            </a:xfrm>
            <a:custGeom>
              <a:avLst/>
              <a:gdLst/>
              <a:ahLst/>
              <a:cxnLst/>
              <a:rect l="l" t="t" r="r" b="b"/>
              <a:pathLst>
                <a:path w="20046" h="12018" extrusionOk="0">
                  <a:moveTo>
                    <a:pt x="2171" y="1"/>
                  </a:moveTo>
                  <a:lnTo>
                    <a:pt x="2080" y="14"/>
                  </a:lnTo>
                  <a:lnTo>
                    <a:pt x="1975" y="27"/>
                  </a:lnTo>
                  <a:lnTo>
                    <a:pt x="1883" y="66"/>
                  </a:lnTo>
                  <a:lnTo>
                    <a:pt x="1792" y="118"/>
                  </a:lnTo>
                  <a:lnTo>
                    <a:pt x="1700" y="171"/>
                  </a:lnTo>
                  <a:lnTo>
                    <a:pt x="1622" y="249"/>
                  </a:lnTo>
                  <a:lnTo>
                    <a:pt x="1374" y="550"/>
                  </a:lnTo>
                  <a:lnTo>
                    <a:pt x="1138" y="864"/>
                  </a:lnTo>
                  <a:lnTo>
                    <a:pt x="929" y="1190"/>
                  </a:lnTo>
                  <a:lnTo>
                    <a:pt x="733" y="1543"/>
                  </a:lnTo>
                  <a:lnTo>
                    <a:pt x="576" y="1897"/>
                  </a:lnTo>
                  <a:lnTo>
                    <a:pt x="432" y="2263"/>
                  </a:lnTo>
                  <a:lnTo>
                    <a:pt x="301" y="2642"/>
                  </a:lnTo>
                  <a:lnTo>
                    <a:pt x="197" y="3021"/>
                  </a:lnTo>
                  <a:lnTo>
                    <a:pt x="118" y="3413"/>
                  </a:lnTo>
                  <a:lnTo>
                    <a:pt x="66" y="3806"/>
                  </a:lnTo>
                  <a:lnTo>
                    <a:pt x="27" y="4198"/>
                  </a:lnTo>
                  <a:lnTo>
                    <a:pt x="1" y="4590"/>
                  </a:lnTo>
                  <a:lnTo>
                    <a:pt x="1" y="4982"/>
                  </a:lnTo>
                  <a:lnTo>
                    <a:pt x="27" y="5375"/>
                  </a:lnTo>
                  <a:lnTo>
                    <a:pt x="66" y="5767"/>
                  </a:lnTo>
                  <a:lnTo>
                    <a:pt x="118" y="6146"/>
                  </a:lnTo>
                  <a:lnTo>
                    <a:pt x="197" y="6525"/>
                  </a:lnTo>
                  <a:lnTo>
                    <a:pt x="301" y="6878"/>
                  </a:lnTo>
                  <a:lnTo>
                    <a:pt x="406" y="7244"/>
                  </a:lnTo>
                  <a:lnTo>
                    <a:pt x="537" y="7584"/>
                  </a:lnTo>
                  <a:lnTo>
                    <a:pt x="694" y="7911"/>
                  </a:lnTo>
                  <a:lnTo>
                    <a:pt x="851" y="8225"/>
                  </a:lnTo>
                  <a:lnTo>
                    <a:pt x="1034" y="8526"/>
                  </a:lnTo>
                  <a:lnTo>
                    <a:pt x="1243" y="8800"/>
                  </a:lnTo>
                  <a:lnTo>
                    <a:pt x="1452" y="9049"/>
                  </a:lnTo>
                  <a:lnTo>
                    <a:pt x="1687" y="9284"/>
                  </a:lnTo>
                  <a:lnTo>
                    <a:pt x="1936" y="9507"/>
                  </a:lnTo>
                  <a:lnTo>
                    <a:pt x="2197" y="9690"/>
                  </a:lnTo>
                  <a:lnTo>
                    <a:pt x="2328" y="9768"/>
                  </a:lnTo>
                  <a:lnTo>
                    <a:pt x="2472" y="9846"/>
                  </a:lnTo>
                  <a:lnTo>
                    <a:pt x="2616" y="9925"/>
                  </a:lnTo>
                  <a:lnTo>
                    <a:pt x="2760" y="9977"/>
                  </a:lnTo>
                  <a:lnTo>
                    <a:pt x="2916" y="10030"/>
                  </a:lnTo>
                  <a:lnTo>
                    <a:pt x="3073" y="10082"/>
                  </a:lnTo>
                  <a:lnTo>
                    <a:pt x="3230" y="10121"/>
                  </a:lnTo>
                  <a:lnTo>
                    <a:pt x="3387" y="10147"/>
                  </a:lnTo>
                  <a:lnTo>
                    <a:pt x="3688" y="10200"/>
                  </a:lnTo>
                  <a:lnTo>
                    <a:pt x="3976" y="10226"/>
                  </a:lnTo>
                  <a:lnTo>
                    <a:pt x="4263" y="10239"/>
                  </a:lnTo>
                  <a:lnTo>
                    <a:pt x="4538" y="10239"/>
                  </a:lnTo>
                  <a:lnTo>
                    <a:pt x="4812" y="10226"/>
                  </a:lnTo>
                  <a:lnTo>
                    <a:pt x="5074" y="10213"/>
                  </a:lnTo>
                  <a:lnTo>
                    <a:pt x="5335" y="10173"/>
                  </a:lnTo>
                  <a:lnTo>
                    <a:pt x="5584" y="10121"/>
                  </a:lnTo>
                  <a:lnTo>
                    <a:pt x="5832" y="10069"/>
                  </a:lnTo>
                  <a:lnTo>
                    <a:pt x="6081" y="9990"/>
                  </a:lnTo>
                  <a:lnTo>
                    <a:pt x="6316" y="9912"/>
                  </a:lnTo>
                  <a:lnTo>
                    <a:pt x="6538" y="9820"/>
                  </a:lnTo>
                  <a:lnTo>
                    <a:pt x="6761" y="9716"/>
                  </a:lnTo>
                  <a:lnTo>
                    <a:pt x="6970" y="9611"/>
                  </a:lnTo>
                  <a:lnTo>
                    <a:pt x="7179" y="9480"/>
                  </a:lnTo>
                  <a:lnTo>
                    <a:pt x="7388" y="9350"/>
                  </a:lnTo>
                  <a:lnTo>
                    <a:pt x="7584" y="9219"/>
                  </a:lnTo>
                  <a:lnTo>
                    <a:pt x="7767" y="9062"/>
                  </a:lnTo>
                  <a:lnTo>
                    <a:pt x="7951" y="8905"/>
                  </a:lnTo>
                  <a:lnTo>
                    <a:pt x="8134" y="8735"/>
                  </a:lnTo>
                  <a:lnTo>
                    <a:pt x="8304" y="8565"/>
                  </a:lnTo>
                  <a:lnTo>
                    <a:pt x="8474" y="8382"/>
                  </a:lnTo>
                  <a:lnTo>
                    <a:pt x="8630" y="8199"/>
                  </a:lnTo>
                  <a:lnTo>
                    <a:pt x="8787" y="8003"/>
                  </a:lnTo>
                  <a:lnTo>
                    <a:pt x="8931" y="7807"/>
                  </a:lnTo>
                  <a:lnTo>
                    <a:pt x="9075" y="7597"/>
                  </a:lnTo>
                  <a:lnTo>
                    <a:pt x="9219" y="7388"/>
                  </a:lnTo>
                  <a:lnTo>
                    <a:pt x="9350" y="7166"/>
                  </a:lnTo>
                  <a:lnTo>
                    <a:pt x="9585" y="6708"/>
                  </a:lnTo>
                  <a:lnTo>
                    <a:pt x="9807" y="6238"/>
                  </a:lnTo>
                  <a:lnTo>
                    <a:pt x="9860" y="6565"/>
                  </a:lnTo>
                  <a:lnTo>
                    <a:pt x="9912" y="6878"/>
                  </a:lnTo>
                  <a:lnTo>
                    <a:pt x="9977" y="7205"/>
                  </a:lnTo>
                  <a:lnTo>
                    <a:pt x="10069" y="7519"/>
                  </a:lnTo>
                  <a:lnTo>
                    <a:pt x="10160" y="7820"/>
                  </a:lnTo>
                  <a:lnTo>
                    <a:pt x="10265" y="8121"/>
                  </a:lnTo>
                  <a:lnTo>
                    <a:pt x="10383" y="8421"/>
                  </a:lnTo>
                  <a:lnTo>
                    <a:pt x="10513" y="8709"/>
                  </a:lnTo>
                  <a:lnTo>
                    <a:pt x="10657" y="8997"/>
                  </a:lnTo>
                  <a:lnTo>
                    <a:pt x="10814" y="9271"/>
                  </a:lnTo>
                  <a:lnTo>
                    <a:pt x="10984" y="9546"/>
                  </a:lnTo>
                  <a:lnTo>
                    <a:pt x="11167" y="9794"/>
                  </a:lnTo>
                  <a:lnTo>
                    <a:pt x="11350" y="10043"/>
                  </a:lnTo>
                  <a:lnTo>
                    <a:pt x="11546" y="10278"/>
                  </a:lnTo>
                  <a:lnTo>
                    <a:pt x="11769" y="10500"/>
                  </a:lnTo>
                  <a:lnTo>
                    <a:pt x="11978" y="10723"/>
                  </a:lnTo>
                  <a:lnTo>
                    <a:pt x="12213" y="10919"/>
                  </a:lnTo>
                  <a:lnTo>
                    <a:pt x="12462" y="11102"/>
                  </a:lnTo>
                  <a:lnTo>
                    <a:pt x="12710" y="11272"/>
                  </a:lnTo>
                  <a:lnTo>
                    <a:pt x="12972" y="11429"/>
                  </a:lnTo>
                  <a:lnTo>
                    <a:pt x="13233" y="11559"/>
                  </a:lnTo>
                  <a:lnTo>
                    <a:pt x="13508" y="11690"/>
                  </a:lnTo>
                  <a:lnTo>
                    <a:pt x="13795" y="11795"/>
                  </a:lnTo>
                  <a:lnTo>
                    <a:pt x="14096" y="11873"/>
                  </a:lnTo>
                  <a:lnTo>
                    <a:pt x="14397" y="11939"/>
                  </a:lnTo>
                  <a:lnTo>
                    <a:pt x="14711" y="11991"/>
                  </a:lnTo>
                  <a:lnTo>
                    <a:pt x="15038" y="12017"/>
                  </a:lnTo>
                  <a:lnTo>
                    <a:pt x="15364" y="12017"/>
                  </a:lnTo>
                  <a:lnTo>
                    <a:pt x="15691" y="12004"/>
                  </a:lnTo>
                  <a:lnTo>
                    <a:pt x="16044" y="11965"/>
                  </a:lnTo>
                  <a:lnTo>
                    <a:pt x="16384" y="11899"/>
                  </a:lnTo>
                  <a:lnTo>
                    <a:pt x="16750" y="11808"/>
                  </a:lnTo>
                  <a:lnTo>
                    <a:pt x="17077" y="11703"/>
                  </a:lnTo>
                  <a:lnTo>
                    <a:pt x="17391" y="11572"/>
                  </a:lnTo>
                  <a:lnTo>
                    <a:pt x="17692" y="11416"/>
                  </a:lnTo>
                  <a:lnTo>
                    <a:pt x="17966" y="11246"/>
                  </a:lnTo>
                  <a:lnTo>
                    <a:pt x="18228" y="11049"/>
                  </a:lnTo>
                  <a:lnTo>
                    <a:pt x="18463" y="10840"/>
                  </a:lnTo>
                  <a:lnTo>
                    <a:pt x="18686" y="10605"/>
                  </a:lnTo>
                  <a:lnTo>
                    <a:pt x="18882" y="10370"/>
                  </a:lnTo>
                  <a:lnTo>
                    <a:pt x="19065" y="10108"/>
                  </a:lnTo>
                  <a:lnTo>
                    <a:pt x="19235" y="9833"/>
                  </a:lnTo>
                  <a:lnTo>
                    <a:pt x="19392" y="9546"/>
                  </a:lnTo>
                  <a:lnTo>
                    <a:pt x="19522" y="9258"/>
                  </a:lnTo>
                  <a:lnTo>
                    <a:pt x="19640" y="8944"/>
                  </a:lnTo>
                  <a:lnTo>
                    <a:pt x="19745" y="8630"/>
                  </a:lnTo>
                  <a:lnTo>
                    <a:pt x="19836" y="8304"/>
                  </a:lnTo>
                  <a:lnTo>
                    <a:pt x="19902" y="7977"/>
                  </a:lnTo>
                  <a:lnTo>
                    <a:pt x="19967" y="7650"/>
                  </a:lnTo>
                  <a:lnTo>
                    <a:pt x="20006" y="7310"/>
                  </a:lnTo>
                  <a:lnTo>
                    <a:pt x="20032" y="6970"/>
                  </a:lnTo>
                  <a:lnTo>
                    <a:pt x="20045" y="6630"/>
                  </a:lnTo>
                  <a:lnTo>
                    <a:pt x="20045" y="6277"/>
                  </a:lnTo>
                  <a:lnTo>
                    <a:pt x="20045" y="5937"/>
                  </a:lnTo>
                  <a:lnTo>
                    <a:pt x="20019" y="5597"/>
                  </a:lnTo>
                  <a:lnTo>
                    <a:pt x="19980" y="5270"/>
                  </a:lnTo>
                  <a:lnTo>
                    <a:pt x="19928" y="4930"/>
                  </a:lnTo>
                  <a:lnTo>
                    <a:pt x="19875" y="4603"/>
                  </a:lnTo>
                  <a:lnTo>
                    <a:pt x="19797" y="4289"/>
                  </a:lnTo>
                  <a:lnTo>
                    <a:pt x="19719" y="3976"/>
                  </a:lnTo>
                  <a:lnTo>
                    <a:pt x="19627" y="3662"/>
                  </a:lnTo>
                  <a:lnTo>
                    <a:pt x="19522" y="3374"/>
                  </a:lnTo>
                  <a:lnTo>
                    <a:pt x="19405" y="3086"/>
                  </a:lnTo>
                  <a:lnTo>
                    <a:pt x="19287" y="2825"/>
                  </a:lnTo>
                  <a:lnTo>
                    <a:pt x="19235" y="2733"/>
                  </a:lnTo>
                  <a:lnTo>
                    <a:pt x="19169" y="2668"/>
                  </a:lnTo>
                  <a:lnTo>
                    <a:pt x="19091" y="2616"/>
                  </a:lnTo>
                  <a:lnTo>
                    <a:pt x="19013" y="2590"/>
                  </a:lnTo>
                  <a:lnTo>
                    <a:pt x="18856" y="2590"/>
                  </a:lnTo>
                  <a:lnTo>
                    <a:pt x="18764" y="2616"/>
                  </a:lnTo>
                  <a:lnTo>
                    <a:pt x="18699" y="2655"/>
                  </a:lnTo>
                  <a:lnTo>
                    <a:pt x="18620" y="2707"/>
                  </a:lnTo>
                  <a:lnTo>
                    <a:pt x="18555" y="2773"/>
                  </a:lnTo>
                  <a:lnTo>
                    <a:pt x="18503" y="2838"/>
                  </a:lnTo>
                  <a:lnTo>
                    <a:pt x="18463" y="2916"/>
                  </a:lnTo>
                  <a:lnTo>
                    <a:pt x="18450" y="3008"/>
                  </a:lnTo>
                  <a:lnTo>
                    <a:pt x="18437" y="3099"/>
                  </a:lnTo>
                  <a:lnTo>
                    <a:pt x="18450" y="3191"/>
                  </a:lnTo>
                  <a:lnTo>
                    <a:pt x="18489" y="3296"/>
                  </a:lnTo>
                  <a:lnTo>
                    <a:pt x="18594" y="3505"/>
                  </a:lnTo>
                  <a:lnTo>
                    <a:pt x="18686" y="3727"/>
                  </a:lnTo>
                  <a:lnTo>
                    <a:pt x="18764" y="3962"/>
                  </a:lnTo>
                  <a:lnTo>
                    <a:pt x="18843" y="4198"/>
                  </a:lnTo>
                  <a:lnTo>
                    <a:pt x="18921" y="4433"/>
                  </a:lnTo>
                  <a:lnTo>
                    <a:pt x="18973" y="4669"/>
                  </a:lnTo>
                  <a:lnTo>
                    <a:pt x="19026" y="4917"/>
                  </a:lnTo>
                  <a:lnTo>
                    <a:pt x="19078" y="5152"/>
                  </a:lnTo>
                  <a:lnTo>
                    <a:pt x="19117" y="5401"/>
                  </a:lnTo>
                  <a:lnTo>
                    <a:pt x="19143" y="5649"/>
                  </a:lnTo>
                  <a:lnTo>
                    <a:pt x="19156" y="5898"/>
                  </a:lnTo>
                  <a:lnTo>
                    <a:pt x="19169" y="6159"/>
                  </a:lnTo>
                  <a:lnTo>
                    <a:pt x="19169" y="6408"/>
                  </a:lnTo>
                  <a:lnTo>
                    <a:pt x="19169" y="6656"/>
                  </a:lnTo>
                  <a:lnTo>
                    <a:pt x="19143" y="6904"/>
                  </a:lnTo>
                  <a:lnTo>
                    <a:pt x="19117" y="7153"/>
                  </a:lnTo>
                  <a:lnTo>
                    <a:pt x="19091" y="7401"/>
                  </a:lnTo>
                  <a:lnTo>
                    <a:pt x="19039" y="7650"/>
                  </a:lnTo>
                  <a:lnTo>
                    <a:pt x="18986" y="7885"/>
                  </a:lnTo>
                  <a:lnTo>
                    <a:pt x="18921" y="8121"/>
                  </a:lnTo>
                  <a:lnTo>
                    <a:pt x="18843" y="8356"/>
                  </a:lnTo>
                  <a:lnTo>
                    <a:pt x="18751" y="8591"/>
                  </a:lnTo>
                  <a:lnTo>
                    <a:pt x="18659" y="8814"/>
                  </a:lnTo>
                  <a:lnTo>
                    <a:pt x="18555" y="9023"/>
                  </a:lnTo>
                  <a:lnTo>
                    <a:pt x="18437" y="9245"/>
                  </a:lnTo>
                  <a:lnTo>
                    <a:pt x="18306" y="9441"/>
                  </a:lnTo>
                  <a:lnTo>
                    <a:pt x="18163" y="9650"/>
                  </a:lnTo>
                  <a:lnTo>
                    <a:pt x="18006" y="9833"/>
                  </a:lnTo>
                  <a:lnTo>
                    <a:pt x="17849" y="10016"/>
                  </a:lnTo>
                  <a:lnTo>
                    <a:pt x="17666" y="10200"/>
                  </a:lnTo>
                  <a:lnTo>
                    <a:pt x="17483" y="10370"/>
                  </a:lnTo>
                  <a:lnTo>
                    <a:pt x="17287" y="10526"/>
                  </a:lnTo>
                  <a:lnTo>
                    <a:pt x="17156" y="10618"/>
                  </a:lnTo>
                  <a:lnTo>
                    <a:pt x="17012" y="10696"/>
                  </a:lnTo>
                  <a:lnTo>
                    <a:pt x="16868" y="10775"/>
                  </a:lnTo>
                  <a:lnTo>
                    <a:pt x="16724" y="10840"/>
                  </a:lnTo>
                  <a:lnTo>
                    <a:pt x="16580" y="10906"/>
                  </a:lnTo>
                  <a:lnTo>
                    <a:pt x="16437" y="10958"/>
                  </a:lnTo>
                  <a:lnTo>
                    <a:pt x="16280" y="10997"/>
                  </a:lnTo>
                  <a:lnTo>
                    <a:pt x="16136" y="11036"/>
                  </a:lnTo>
                  <a:lnTo>
                    <a:pt x="15822" y="11089"/>
                  </a:lnTo>
                  <a:lnTo>
                    <a:pt x="15508" y="11102"/>
                  </a:lnTo>
                  <a:lnTo>
                    <a:pt x="15194" y="11102"/>
                  </a:lnTo>
                  <a:lnTo>
                    <a:pt x="14881" y="11063"/>
                  </a:lnTo>
                  <a:lnTo>
                    <a:pt x="14567" y="11010"/>
                  </a:lnTo>
                  <a:lnTo>
                    <a:pt x="14253" y="10932"/>
                  </a:lnTo>
                  <a:lnTo>
                    <a:pt x="13952" y="10827"/>
                  </a:lnTo>
                  <a:lnTo>
                    <a:pt x="13652" y="10709"/>
                  </a:lnTo>
                  <a:lnTo>
                    <a:pt x="13364" y="10579"/>
                  </a:lnTo>
                  <a:lnTo>
                    <a:pt x="13089" y="10422"/>
                  </a:lnTo>
                  <a:lnTo>
                    <a:pt x="12828" y="10252"/>
                  </a:lnTo>
                  <a:lnTo>
                    <a:pt x="12579" y="10069"/>
                  </a:lnTo>
                  <a:lnTo>
                    <a:pt x="12422" y="9938"/>
                  </a:lnTo>
                  <a:lnTo>
                    <a:pt x="12279" y="9794"/>
                  </a:lnTo>
                  <a:lnTo>
                    <a:pt x="12135" y="9663"/>
                  </a:lnTo>
                  <a:lnTo>
                    <a:pt x="11991" y="9507"/>
                  </a:lnTo>
                  <a:lnTo>
                    <a:pt x="11873" y="9350"/>
                  </a:lnTo>
                  <a:lnTo>
                    <a:pt x="11742" y="9193"/>
                  </a:lnTo>
                  <a:lnTo>
                    <a:pt x="11625" y="9036"/>
                  </a:lnTo>
                  <a:lnTo>
                    <a:pt x="11520" y="8866"/>
                  </a:lnTo>
                  <a:lnTo>
                    <a:pt x="11324" y="8513"/>
                  </a:lnTo>
                  <a:lnTo>
                    <a:pt x="11154" y="8147"/>
                  </a:lnTo>
                  <a:lnTo>
                    <a:pt x="11010" y="7767"/>
                  </a:lnTo>
                  <a:lnTo>
                    <a:pt x="10893" y="7375"/>
                  </a:lnTo>
                  <a:lnTo>
                    <a:pt x="10801" y="6970"/>
                  </a:lnTo>
                  <a:lnTo>
                    <a:pt x="10736" y="6578"/>
                  </a:lnTo>
                  <a:lnTo>
                    <a:pt x="10683" y="6172"/>
                  </a:lnTo>
                  <a:lnTo>
                    <a:pt x="10657" y="5767"/>
                  </a:lnTo>
                  <a:lnTo>
                    <a:pt x="10670" y="5362"/>
                  </a:lnTo>
                  <a:lnTo>
                    <a:pt x="10683" y="4956"/>
                  </a:lnTo>
                  <a:lnTo>
                    <a:pt x="10736" y="4564"/>
                  </a:lnTo>
                  <a:lnTo>
                    <a:pt x="10801" y="4185"/>
                  </a:lnTo>
                  <a:lnTo>
                    <a:pt x="10814" y="4119"/>
                  </a:lnTo>
                  <a:lnTo>
                    <a:pt x="10814" y="4054"/>
                  </a:lnTo>
                  <a:lnTo>
                    <a:pt x="10801" y="3936"/>
                  </a:lnTo>
                  <a:lnTo>
                    <a:pt x="10749" y="3845"/>
                  </a:lnTo>
                  <a:lnTo>
                    <a:pt x="10683" y="3753"/>
                  </a:lnTo>
                  <a:lnTo>
                    <a:pt x="10592" y="3688"/>
                  </a:lnTo>
                  <a:lnTo>
                    <a:pt x="10500" y="3649"/>
                  </a:lnTo>
                  <a:lnTo>
                    <a:pt x="10396" y="3622"/>
                  </a:lnTo>
                  <a:lnTo>
                    <a:pt x="10291" y="3609"/>
                  </a:lnTo>
                  <a:lnTo>
                    <a:pt x="10200" y="3570"/>
                  </a:lnTo>
                  <a:lnTo>
                    <a:pt x="10095" y="3544"/>
                  </a:lnTo>
                  <a:lnTo>
                    <a:pt x="9990" y="3544"/>
                  </a:lnTo>
                  <a:lnTo>
                    <a:pt x="9886" y="3557"/>
                  </a:lnTo>
                  <a:lnTo>
                    <a:pt x="9794" y="3596"/>
                  </a:lnTo>
                  <a:lnTo>
                    <a:pt x="9716" y="3662"/>
                  </a:lnTo>
                  <a:lnTo>
                    <a:pt x="9677" y="3701"/>
                  </a:lnTo>
                  <a:lnTo>
                    <a:pt x="9650" y="3753"/>
                  </a:lnTo>
                  <a:lnTo>
                    <a:pt x="9624" y="3819"/>
                  </a:lnTo>
                  <a:lnTo>
                    <a:pt x="9611" y="3871"/>
                  </a:lnTo>
                  <a:lnTo>
                    <a:pt x="9480" y="4394"/>
                  </a:lnTo>
                  <a:lnTo>
                    <a:pt x="9337" y="4904"/>
                  </a:lnTo>
                  <a:lnTo>
                    <a:pt x="9180" y="5401"/>
                  </a:lnTo>
                  <a:lnTo>
                    <a:pt x="8997" y="5871"/>
                  </a:lnTo>
                  <a:lnTo>
                    <a:pt x="8800" y="6316"/>
                  </a:lnTo>
                  <a:lnTo>
                    <a:pt x="8683" y="6538"/>
                  </a:lnTo>
                  <a:lnTo>
                    <a:pt x="8565" y="6748"/>
                  </a:lnTo>
                  <a:lnTo>
                    <a:pt x="8447" y="6944"/>
                  </a:lnTo>
                  <a:lnTo>
                    <a:pt x="8317" y="7140"/>
                  </a:lnTo>
                  <a:lnTo>
                    <a:pt x="8186" y="7336"/>
                  </a:lnTo>
                  <a:lnTo>
                    <a:pt x="8042" y="7519"/>
                  </a:lnTo>
                  <a:lnTo>
                    <a:pt x="7885" y="7702"/>
                  </a:lnTo>
                  <a:lnTo>
                    <a:pt x="7728" y="7859"/>
                  </a:lnTo>
                  <a:lnTo>
                    <a:pt x="7558" y="8029"/>
                  </a:lnTo>
                  <a:lnTo>
                    <a:pt x="7388" y="8173"/>
                  </a:lnTo>
                  <a:lnTo>
                    <a:pt x="7205" y="8330"/>
                  </a:lnTo>
                  <a:lnTo>
                    <a:pt x="7009" y="8460"/>
                  </a:lnTo>
                  <a:lnTo>
                    <a:pt x="6813" y="8591"/>
                  </a:lnTo>
                  <a:lnTo>
                    <a:pt x="6604" y="8709"/>
                  </a:lnTo>
                  <a:lnTo>
                    <a:pt x="6395" y="8814"/>
                  </a:lnTo>
                  <a:lnTo>
                    <a:pt x="6159" y="8918"/>
                  </a:lnTo>
                  <a:lnTo>
                    <a:pt x="5924" y="9010"/>
                  </a:lnTo>
                  <a:lnTo>
                    <a:pt x="5688" y="9088"/>
                  </a:lnTo>
                  <a:lnTo>
                    <a:pt x="5427" y="9153"/>
                  </a:lnTo>
                  <a:lnTo>
                    <a:pt x="5165" y="9219"/>
                  </a:lnTo>
                  <a:lnTo>
                    <a:pt x="4891" y="9258"/>
                  </a:lnTo>
                  <a:lnTo>
                    <a:pt x="4603" y="9297"/>
                  </a:lnTo>
                  <a:lnTo>
                    <a:pt x="4433" y="9310"/>
                  </a:lnTo>
                  <a:lnTo>
                    <a:pt x="4276" y="9323"/>
                  </a:lnTo>
                  <a:lnTo>
                    <a:pt x="4119" y="9310"/>
                  </a:lnTo>
                  <a:lnTo>
                    <a:pt x="3976" y="9297"/>
                  </a:lnTo>
                  <a:lnTo>
                    <a:pt x="3819" y="9284"/>
                  </a:lnTo>
                  <a:lnTo>
                    <a:pt x="3675" y="9258"/>
                  </a:lnTo>
                  <a:lnTo>
                    <a:pt x="3544" y="9219"/>
                  </a:lnTo>
                  <a:lnTo>
                    <a:pt x="3400" y="9167"/>
                  </a:lnTo>
                  <a:lnTo>
                    <a:pt x="3269" y="9114"/>
                  </a:lnTo>
                  <a:lnTo>
                    <a:pt x="3139" y="9062"/>
                  </a:lnTo>
                  <a:lnTo>
                    <a:pt x="3021" y="8997"/>
                  </a:lnTo>
                  <a:lnTo>
                    <a:pt x="2903" y="8918"/>
                  </a:lnTo>
                  <a:lnTo>
                    <a:pt x="2681" y="8748"/>
                  </a:lnTo>
                  <a:lnTo>
                    <a:pt x="2459" y="8565"/>
                  </a:lnTo>
                  <a:lnTo>
                    <a:pt x="2276" y="8343"/>
                  </a:lnTo>
                  <a:lnTo>
                    <a:pt x="2093" y="8107"/>
                  </a:lnTo>
                  <a:lnTo>
                    <a:pt x="1936" y="7846"/>
                  </a:lnTo>
                  <a:lnTo>
                    <a:pt x="1792" y="7571"/>
                  </a:lnTo>
                  <a:lnTo>
                    <a:pt x="1661" y="7284"/>
                  </a:lnTo>
                  <a:lnTo>
                    <a:pt x="1544" y="6970"/>
                  </a:lnTo>
                  <a:lnTo>
                    <a:pt x="1452" y="6643"/>
                  </a:lnTo>
                  <a:lnTo>
                    <a:pt x="1374" y="6303"/>
                  </a:lnTo>
                  <a:lnTo>
                    <a:pt x="1321" y="5963"/>
                  </a:lnTo>
                  <a:lnTo>
                    <a:pt x="1269" y="5597"/>
                  </a:lnTo>
                  <a:lnTo>
                    <a:pt x="1243" y="5231"/>
                  </a:lnTo>
                  <a:lnTo>
                    <a:pt x="1243" y="4865"/>
                  </a:lnTo>
                  <a:lnTo>
                    <a:pt x="1243" y="4485"/>
                  </a:lnTo>
                  <a:lnTo>
                    <a:pt x="1269" y="4106"/>
                  </a:lnTo>
                  <a:lnTo>
                    <a:pt x="1321" y="3727"/>
                  </a:lnTo>
                  <a:lnTo>
                    <a:pt x="1374" y="3348"/>
                  </a:lnTo>
                  <a:lnTo>
                    <a:pt x="1465" y="2956"/>
                  </a:lnTo>
                  <a:lnTo>
                    <a:pt x="1557" y="2590"/>
                  </a:lnTo>
                  <a:lnTo>
                    <a:pt x="1674" y="2210"/>
                  </a:lnTo>
                  <a:lnTo>
                    <a:pt x="1805" y="1844"/>
                  </a:lnTo>
                  <a:lnTo>
                    <a:pt x="1962" y="1491"/>
                  </a:lnTo>
                  <a:lnTo>
                    <a:pt x="2132" y="1138"/>
                  </a:lnTo>
                  <a:lnTo>
                    <a:pt x="2315" y="798"/>
                  </a:lnTo>
                  <a:lnTo>
                    <a:pt x="2524" y="471"/>
                  </a:lnTo>
                  <a:lnTo>
                    <a:pt x="2563" y="393"/>
                  </a:lnTo>
                  <a:lnTo>
                    <a:pt x="2590" y="314"/>
                  </a:lnTo>
                  <a:lnTo>
                    <a:pt x="2590" y="236"/>
                  </a:lnTo>
                  <a:lnTo>
                    <a:pt x="2576" y="171"/>
                  </a:lnTo>
                  <a:lnTo>
                    <a:pt x="2537" y="118"/>
                  </a:lnTo>
                  <a:lnTo>
                    <a:pt x="2485" y="79"/>
                  </a:lnTo>
                  <a:lnTo>
                    <a:pt x="2420" y="40"/>
                  </a:lnTo>
                  <a:lnTo>
                    <a:pt x="2341" y="14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8"/>
            <p:cNvSpPr/>
            <p:nvPr/>
          </p:nvSpPr>
          <p:spPr>
            <a:xfrm>
              <a:off x="2750550" y="2839175"/>
              <a:ext cx="134700" cy="98750"/>
            </a:xfrm>
            <a:custGeom>
              <a:avLst/>
              <a:gdLst/>
              <a:ahLst/>
              <a:cxnLst/>
              <a:rect l="l" t="t" r="r" b="b"/>
              <a:pathLst>
                <a:path w="5388" h="3950" extrusionOk="0">
                  <a:moveTo>
                    <a:pt x="2066" y="1"/>
                  </a:moveTo>
                  <a:lnTo>
                    <a:pt x="1818" y="14"/>
                  </a:lnTo>
                  <a:lnTo>
                    <a:pt x="1569" y="40"/>
                  </a:lnTo>
                  <a:lnTo>
                    <a:pt x="1347" y="79"/>
                  </a:lnTo>
                  <a:lnTo>
                    <a:pt x="1125" y="132"/>
                  </a:lnTo>
                  <a:lnTo>
                    <a:pt x="928" y="197"/>
                  </a:lnTo>
                  <a:lnTo>
                    <a:pt x="732" y="275"/>
                  </a:lnTo>
                  <a:lnTo>
                    <a:pt x="562" y="367"/>
                  </a:lnTo>
                  <a:lnTo>
                    <a:pt x="418" y="458"/>
                  </a:lnTo>
                  <a:lnTo>
                    <a:pt x="288" y="563"/>
                  </a:lnTo>
                  <a:lnTo>
                    <a:pt x="183" y="681"/>
                  </a:lnTo>
                  <a:lnTo>
                    <a:pt x="92" y="811"/>
                  </a:lnTo>
                  <a:lnTo>
                    <a:pt x="39" y="942"/>
                  </a:lnTo>
                  <a:lnTo>
                    <a:pt x="0" y="1086"/>
                  </a:lnTo>
                  <a:lnTo>
                    <a:pt x="0" y="1164"/>
                  </a:lnTo>
                  <a:lnTo>
                    <a:pt x="0" y="1243"/>
                  </a:lnTo>
                  <a:lnTo>
                    <a:pt x="26" y="1426"/>
                  </a:lnTo>
                  <a:lnTo>
                    <a:pt x="92" y="1622"/>
                  </a:lnTo>
                  <a:lnTo>
                    <a:pt x="170" y="1831"/>
                  </a:lnTo>
                  <a:lnTo>
                    <a:pt x="288" y="2054"/>
                  </a:lnTo>
                  <a:lnTo>
                    <a:pt x="418" y="2276"/>
                  </a:lnTo>
                  <a:lnTo>
                    <a:pt x="575" y="2498"/>
                  </a:lnTo>
                  <a:lnTo>
                    <a:pt x="745" y="2720"/>
                  </a:lnTo>
                  <a:lnTo>
                    <a:pt x="915" y="2930"/>
                  </a:lnTo>
                  <a:lnTo>
                    <a:pt x="1111" y="3139"/>
                  </a:lnTo>
                  <a:lnTo>
                    <a:pt x="1321" y="3335"/>
                  </a:lnTo>
                  <a:lnTo>
                    <a:pt x="1530" y="3505"/>
                  </a:lnTo>
                  <a:lnTo>
                    <a:pt x="1739" y="3649"/>
                  </a:lnTo>
                  <a:lnTo>
                    <a:pt x="1948" y="3780"/>
                  </a:lnTo>
                  <a:lnTo>
                    <a:pt x="2157" y="3871"/>
                  </a:lnTo>
                  <a:lnTo>
                    <a:pt x="2262" y="3910"/>
                  </a:lnTo>
                  <a:lnTo>
                    <a:pt x="2354" y="3937"/>
                  </a:lnTo>
                  <a:lnTo>
                    <a:pt x="2432" y="3950"/>
                  </a:lnTo>
                  <a:lnTo>
                    <a:pt x="2511" y="3950"/>
                  </a:lnTo>
                  <a:lnTo>
                    <a:pt x="2681" y="3923"/>
                  </a:lnTo>
                  <a:lnTo>
                    <a:pt x="2890" y="3871"/>
                  </a:lnTo>
                  <a:lnTo>
                    <a:pt x="3112" y="3780"/>
                  </a:lnTo>
                  <a:lnTo>
                    <a:pt x="3347" y="3675"/>
                  </a:lnTo>
                  <a:lnTo>
                    <a:pt x="3596" y="3544"/>
                  </a:lnTo>
                  <a:lnTo>
                    <a:pt x="3844" y="3387"/>
                  </a:lnTo>
                  <a:lnTo>
                    <a:pt x="4093" y="3230"/>
                  </a:lnTo>
                  <a:lnTo>
                    <a:pt x="4328" y="3047"/>
                  </a:lnTo>
                  <a:lnTo>
                    <a:pt x="4563" y="2864"/>
                  </a:lnTo>
                  <a:lnTo>
                    <a:pt x="4773" y="2681"/>
                  </a:lnTo>
                  <a:lnTo>
                    <a:pt x="4956" y="2498"/>
                  </a:lnTo>
                  <a:lnTo>
                    <a:pt x="5126" y="2315"/>
                  </a:lnTo>
                  <a:lnTo>
                    <a:pt x="5243" y="2132"/>
                  </a:lnTo>
                  <a:lnTo>
                    <a:pt x="5296" y="2041"/>
                  </a:lnTo>
                  <a:lnTo>
                    <a:pt x="5335" y="1962"/>
                  </a:lnTo>
                  <a:lnTo>
                    <a:pt x="5361" y="1884"/>
                  </a:lnTo>
                  <a:lnTo>
                    <a:pt x="5374" y="1805"/>
                  </a:lnTo>
                  <a:lnTo>
                    <a:pt x="5387" y="1661"/>
                  </a:lnTo>
                  <a:lnTo>
                    <a:pt x="5361" y="1518"/>
                  </a:lnTo>
                  <a:lnTo>
                    <a:pt x="5309" y="1374"/>
                  </a:lnTo>
                  <a:lnTo>
                    <a:pt x="5243" y="1230"/>
                  </a:lnTo>
                  <a:lnTo>
                    <a:pt x="5139" y="1099"/>
                  </a:lnTo>
                  <a:lnTo>
                    <a:pt x="5021" y="955"/>
                  </a:lnTo>
                  <a:lnTo>
                    <a:pt x="4877" y="825"/>
                  </a:lnTo>
                  <a:lnTo>
                    <a:pt x="4720" y="707"/>
                  </a:lnTo>
                  <a:lnTo>
                    <a:pt x="4550" y="589"/>
                  </a:lnTo>
                  <a:lnTo>
                    <a:pt x="4354" y="485"/>
                  </a:lnTo>
                  <a:lnTo>
                    <a:pt x="4132" y="380"/>
                  </a:lnTo>
                  <a:lnTo>
                    <a:pt x="3910" y="288"/>
                  </a:lnTo>
                  <a:lnTo>
                    <a:pt x="3674" y="210"/>
                  </a:lnTo>
                  <a:lnTo>
                    <a:pt x="3413" y="145"/>
                  </a:lnTo>
                  <a:lnTo>
                    <a:pt x="3151" y="79"/>
                  </a:lnTo>
                  <a:lnTo>
                    <a:pt x="2877" y="40"/>
                  </a:lnTo>
                  <a:lnTo>
                    <a:pt x="2602" y="14"/>
                  </a:lnTo>
                  <a:lnTo>
                    <a:pt x="2327" y="1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8"/>
            <p:cNvSpPr/>
            <p:nvPr/>
          </p:nvSpPr>
          <p:spPr>
            <a:xfrm>
              <a:off x="3084950" y="2543675"/>
              <a:ext cx="166075" cy="120975"/>
            </a:xfrm>
            <a:custGeom>
              <a:avLst/>
              <a:gdLst/>
              <a:ahLst/>
              <a:cxnLst/>
              <a:rect l="l" t="t" r="r" b="b"/>
              <a:pathLst>
                <a:path w="6643" h="4839" extrusionOk="0">
                  <a:moveTo>
                    <a:pt x="3322" y="0"/>
                  </a:moveTo>
                  <a:lnTo>
                    <a:pt x="3099" y="27"/>
                  </a:lnTo>
                  <a:lnTo>
                    <a:pt x="2877" y="53"/>
                  </a:lnTo>
                  <a:lnTo>
                    <a:pt x="2694" y="92"/>
                  </a:lnTo>
                  <a:lnTo>
                    <a:pt x="2498" y="131"/>
                  </a:lnTo>
                  <a:lnTo>
                    <a:pt x="2315" y="197"/>
                  </a:lnTo>
                  <a:lnTo>
                    <a:pt x="2145" y="249"/>
                  </a:lnTo>
                  <a:lnTo>
                    <a:pt x="1975" y="327"/>
                  </a:lnTo>
                  <a:lnTo>
                    <a:pt x="1805" y="406"/>
                  </a:lnTo>
                  <a:lnTo>
                    <a:pt x="1648" y="497"/>
                  </a:lnTo>
                  <a:lnTo>
                    <a:pt x="1491" y="589"/>
                  </a:lnTo>
                  <a:lnTo>
                    <a:pt x="1334" y="693"/>
                  </a:lnTo>
                  <a:lnTo>
                    <a:pt x="1203" y="798"/>
                  </a:lnTo>
                  <a:lnTo>
                    <a:pt x="1059" y="916"/>
                  </a:lnTo>
                  <a:lnTo>
                    <a:pt x="929" y="1046"/>
                  </a:lnTo>
                  <a:lnTo>
                    <a:pt x="811" y="1177"/>
                  </a:lnTo>
                  <a:lnTo>
                    <a:pt x="693" y="1308"/>
                  </a:lnTo>
                  <a:lnTo>
                    <a:pt x="589" y="1452"/>
                  </a:lnTo>
                  <a:lnTo>
                    <a:pt x="484" y="1596"/>
                  </a:lnTo>
                  <a:lnTo>
                    <a:pt x="406" y="1739"/>
                  </a:lnTo>
                  <a:lnTo>
                    <a:pt x="314" y="1896"/>
                  </a:lnTo>
                  <a:lnTo>
                    <a:pt x="249" y="2053"/>
                  </a:lnTo>
                  <a:lnTo>
                    <a:pt x="183" y="2223"/>
                  </a:lnTo>
                  <a:lnTo>
                    <a:pt x="131" y="2380"/>
                  </a:lnTo>
                  <a:lnTo>
                    <a:pt x="79" y="2550"/>
                  </a:lnTo>
                  <a:lnTo>
                    <a:pt x="53" y="2733"/>
                  </a:lnTo>
                  <a:lnTo>
                    <a:pt x="27" y="2903"/>
                  </a:lnTo>
                  <a:lnTo>
                    <a:pt x="13" y="3086"/>
                  </a:lnTo>
                  <a:lnTo>
                    <a:pt x="0" y="3269"/>
                  </a:lnTo>
                  <a:lnTo>
                    <a:pt x="13" y="3452"/>
                  </a:lnTo>
                  <a:lnTo>
                    <a:pt x="40" y="3635"/>
                  </a:lnTo>
                  <a:lnTo>
                    <a:pt x="66" y="3818"/>
                  </a:lnTo>
                  <a:lnTo>
                    <a:pt x="105" y="4002"/>
                  </a:lnTo>
                  <a:lnTo>
                    <a:pt x="170" y="4198"/>
                  </a:lnTo>
                  <a:lnTo>
                    <a:pt x="236" y="4381"/>
                  </a:lnTo>
                  <a:lnTo>
                    <a:pt x="262" y="4459"/>
                  </a:lnTo>
                  <a:lnTo>
                    <a:pt x="301" y="4525"/>
                  </a:lnTo>
                  <a:lnTo>
                    <a:pt x="393" y="4629"/>
                  </a:lnTo>
                  <a:lnTo>
                    <a:pt x="497" y="4721"/>
                  </a:lnTo>
                  <a:lnTo>
                    <a:pt x="615" y="4786"/>
                  </a:lnTo>
                  <a:lnTo>
                    <a:pt x="746" y="4825"/>
                  </a:lnTo>
                  <a:lnTo>
                    <a:pt x="876" y="4838"/>
                  </a:lnTo>
                  <a:lnTo>
                    <a:pt x="1007" y="4838"/>
                  </a:lnTo>
                  <a:lnTo>
                    <a:pt x="1138" y="4812"/>
                  </a:lnTo>
                  <a:lnTo>
                    <a:pt x="1256" y="4760"/>
                  </a:lnTo>
                  <a:lnTo>
                    <a:pt x="1373" y="4708"/>
                  </a:lnTo>
                  <a:lnTo>
                    <a:pt x="1465" y="4629"/>
                  </a:lnTo>
                  <a:lnTo>
                    <a:pt x="1530" y="4525"/>
                  </a:lnTo>
                  <a:lnTo>
                    <a:pt x="1582" y="4420"/>
                  </a:lnTo>
                  <a:lnTo>
                    <a:pt x="1609" y="4355"/>
                  </a:lnTo>
                  <a:lnTo>
                    <a:pt x="1609" y="4289"/>
                  </a:lnTo>
                  <a:lnTo>
                    <a:pt x="1609" y="4224"/>
                  </a:lnTo>
                  <a:lnTo>
                    <a:pt x="1609" y="4158"/>
                  </a:lnTo>
                  <a:lnTo>
                    <a:pt x="1582" y="4080"/>
                  </a:lnTo>
                  <a:lnTo>
                    <a:pt x="1556" y="4002"/>
                  </a:lnTo>
                  <a:lnTo>
                    <a:pt x="1478" y="3779"/>
                  </a:lnTo>
                  <a:lnTo>
                    <a:pt x="1426" y="3557"/>
                  </a:lnTo>
                  <a:lnTo>
                    <a:pt x="1399" y="3335"/>
                  </a:lnTo>
                  <a:lnTo>
                    <a:pt x="1399" y="3125"/>
                  </a:lnTo>
                  <a:lnTo>
                    <a:pt x="1426" y="2929"/>
                  </a:lnTo>
                  <a:lnTo>
                    <a:pt x="1465" y="2733"/>
                  </a:lnTo>
                  <a:lnTo>
                    <a:pt x="1530" y="2550"/>
                  </a:lnTo>
                  <a:lnTo>
                    <a:pt x="1622" y="2380"/>
                  </a:lnTo>
                  <a:lnTo>
                    <a:pt x="1726" y="2223"/>
                  </a:lnTo>
                  <a:lnTo>
                    <a:pt x="1857" y="2066"/>
                  </a:lnTo>
                  <a:lnTo>
                    <a:pt x="2001" y="1923"/>
                  </a:lnTo>
                  <a:lnTo>
                    <a:pt x="2171" y="1805"/>
                  </a:lnTo>
                  <a:lnTo>
                    <a:pt x="2341" y="1687"/>
                  </a:lnTo>
                  <a:lnTo>
                    <a:pt x="2537" y="1596"/>
                  </a:lnTo>
                  <a:lnTo>
                    <a:pt x="2759" y="1504"/>
                  </a:lnTo>
                  <a:lnTo>
                    <a:pt x="2982" y="1439"/>
                  </a:lnTo>
                  <a:lnTo>
                    <a:pt x="3125" y="1399"/>
                  </a:lnTo>
                  <a:lnTo>
                    <a:pt x="3282" y="1373"/>
                  </a:lnTo>
                  <a:lnTo>
                    <a:pt x="3413" y="1360"/>
                  </a:lnTo>
                  <a:lnTo>
                    <a:pt x="3557" y="1360"/>
                  </a:lnTo>
                  <a:lnTo>
                    <a:pt x="3675" y="1373"/>
                  </a:lnTo>
                  <a:lnTo>
                    <a:pt x="3805" y="1386"/>
                  </a:lnTo>
                  <a:lnTo>
                    <a:pt x="3923" y="1413"/>
                  </a:lnTo>
                  <a:lnTo>
                    <a:pt x="4041" y="1452"/>
                  </a:lnTo>
                  <a:lnTo>
                    <a:pt x="4145" y="1491"/>
                  </a:lnTo>
                  <a:lnTo>
                    <a:pt x="4250" y="1543"/>
                  </a:lnTo>
                  <a:lnTo>
                    <a:pt x="4341" y="1609"/>
                  </a:lnTo>
                  <a:lnTo>
                    <a:pt x="4433" y="1674"/>
                  </a:lnTo>
                  <a:lnTo>
                    <a:pt x="4525" y="1739"/>
                  </a:lnTo>
                  <a:lnTo>
                    <a:pt x="4603" y="1831"/>
                  </a:lnTo>
                  <a:lnTo>
                    <a:pt x="4747" y="2001"/>
                  </a:lnTo>
                  <a:lnTo>
                    <a:pt x="4878" y="2210"/>
                  </a:lnTo>
                  <a:lnTo>
                    <a:pt x="4982" y="2419"/>
                  </a:lnTo>
                  <a:lnTo>
                    <a:pt x="5074" y="2655"/>
                  </a:lnTo>
                  <a:lnTo>
                    <a:pt x="5152" y="2903"/>
                  </a:lnTo>
                  <a:lnTo>
                    <a:pt x="5204" y="3152"/>
                  </a:lnTo>
                  <a:lnTo>
                    <a:pt x="5244" y="3413"/>
                  </a:lnTo>
                  <a:lnTo>
                    <a:pt x="5270" y="3675"/>
                  </a:lnTo>
                  <a:lnTo>
                    <a:pt x="5270" y="3923"/>
                  </a:lnTo>
                  <a:lnTo>
                    <a:pt x="5270" y="4015"/>
                  </a:lnTo>
                  <a:lnTo>
                    <a:pt x="5283" y="4080"/>
                  </a:lnTo>
                  <a:lnTo>
                    <a:pt x="5296" y="4158"/>
                  </a:lnTo>
                  <a:lnTo>
                    <a:pt x="5322" y="4224"/>
                  </a:lnTo>
                  <a:lnTo>
                    <a:pt x="5387" y="4328"/>
                  </a:lnTo>
                  <a:lnTo>
                    <a:pt x="5479" y="4433"/>
                  </a:lnTo>
                  <a:lnTo>
                    <a:pt x="5584" y="4498"/>
                  </a:lnTo>
                  <a:lnTo>
                    <a:pt x="5688" y="4551"/>
                  </a:lnTo>
                  <a:lnTo>
                    <a:pt x="5819" y="4577"/>
                  </a:lnTo>
                  <a:lnTo>
                    <a:pt x="5950" y="4590"/>
                  </a:lnTo>
                  <a:lnTo>
                    <a:pt x="6081" y="4577"/>
                  </a:lnTo>
                  <a:lnTo>
                    <a:pt x="6198" y="4551"/>
                  </a:lnTo>
                  <a:lnTo>
                    <a:pt x="6316" y="4498"/>
                  </a:lnTo>
                  <a:lnTo>
                    <a:pt x="6420" y="4420"/>
                  </a:lnTo>
                  <a:lnTo>
                    <a:pt x="6512" y="4328"/>
                  </a:lnTo>
                  <a:lnTo>
                    <a:pt x="6577" y="4211"/>
                  </a:lnTo>
                  <a:lnTo>
                    <a:pt x="6604" y="4145"/>
                  </a:lnTo>
                  <a:lnTo>
                    <a:pt x="6630" y="4080"/>
                  </a:lnTo>
                  <a:lnTo>
                    <a:pt x="6643" y="4002"/>
                  </a:lnTo>
                  <a:lnTo>
                    <a:pt x="6643" y="3923"/>
                  </a:lnTo>
                  <a:lnTo>
                    <a:pt x="6643" y="3714"/>
                  </a:lnTo>
                  <a:lnTo>
                    <a:pt x="6643" y="3505"/>
                  </a:lnTo>
                  <a:lnTo>
                    <a:pt x="6617" y="3295"/>
                  </a:lnTo>
                  <a:lnTo>
                    <a:pt x="6590" y="3099"/>
                  </a:lnTo>
                  <a:lnTo>
                    <a:pt x="6564" y="2903"/>
                  </a:lnTo>
                  <a:lnTo>
                    <a:pt x="6525" y="2707"/>
                  </a:lnTo>
                  <a:lnTo>
                    <a:pt x="6473" y="2511"/>
                  </a:lnTo>
                  <a:lnTo>
                    <a:pt x="6420" y="2315"/>
                  </a:lnTo>
                  <a:lnTo>
                    <a:pt x="6355" y="2132"/>
                  </a:lnTo>
                  <a:lnTo>
                    <a:pt x="6277" y="1949"/>
                  </a:lnTo>
                  <a:lnTo>
                    <a:pt x="6198" y="1779"/>
                  </a:lnTo>
                  <a:lnTo>
                    <a:pt x="6120" y="1609"/>
                  </a:lnTo>
                  <a:lnTo>
                    <a:pt x="6015" y="1452"/>
                  </a:lnTo>
                  <a:lnTo>
                    <a:pt x="5924" y="1295"/>
                  </a:lnTo>
                  <a:lnTo>
                    <a:pt x="5806" y="1138"/>
                  </a:lnTo>
                  <a:lnTo>
                    <a:pt x="5688" y="994"/>
                  </a:lnTo>
                  <a:lnTo>
                    <a:pt x="5571" y="863"/>
                  </a:lnTo>
                  <a:lnTo>
                    <a:pt x="5440" y="733"/>
                  </a:lnTo>
                  <a:lnTo>
                    <a:pt x="5296" y="615"/>
                  </a:lnTo>
                  <a:lnTo>
                    <a:pt x="5152" y="510"/>
                  </a:lnTo>
                  <a:lnTo>
                    <a:pt x="5008" y="406"/>
                  </a:lnTo>
                  <a:lnTo>
                    <a:pt x="4838" y="314"/>
                  </a:lnTo>
                  <a:lnTo>
                    <a:pt x="4681" y="236"/>
                  </a:lnTo>
                  <a:lnTo>
                    <a:pt x="4498" y="170"/>
                  </a:lnTo>
                  <a:lnTo>
                    <a:pt x="4328" y="118"/>
                  </a:lnTo>
                  <a:lnTo>
                    <a:pt x="4132" y="66"/>
                  </a:lnTo>
                  <a:lnTo>
                    <a:pt x="3949" y="27"/>
                  </a:lnTo>
                  <a:lnTo>
                    <a:pt x="3740" y="13"/>
                  </a:lnTo>
                  <a:lnTo>
                    <a:pt x="3531" y="0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8"/>
            <p:cNvSpPr/>
            <p:nvPr/>
          </p:nvSpPr>
          <p:spPr>
            <a:xfrm>
              <a:off x="2491650" y="2463575"/>
              <a:ext cx="168050" cy="137000"/>
            </a:xfrm>
            <a:custGeom>
              <a:avLst/>
              <a:gdLst/>
              <a:ahLst/>
              <a:cxnLst/>
              <a:rect l="l" t="t" r="r" b="b"/>
              <a:pathLst>
                <a:path w="6722" h="5480" extrusionOk="0">
                  <a:moveTo>
                    <a:pt x="3269" y="1"/>
                  </a:moveTo>
                  <a:lnTo>
                    <a:pt x="3086" y="14"/>
                  </a:lnTo>
                  <a:lnTo>
                    <a:pt x="2890" y="27"/>
                  </a:lnTo>
                  <a:lnTo>
                    <a:pt x="2720" y="66"/>
                  </a:lnTo>
                  <a:lnTo>
                    <a:pt x="2537" y="105"/>
                  </a:lnTo>
                  <a:lnTo>
                    <a:pt x="2367" y="171"/>
                  </a:lnTo>
                  <a:lnTo>
                    <a:pt x="2197" y="236"/>
                  </a:lnTo>
                  <a:lnTo>
                    <a:pt x="2027" y="315"/>
                  </a:lnTo>
                  <a:lnTo>
                    <a:pt x="1870" y="393"/>
                  </a:lnTo>
                  <a:lnTo>
                    <a:pt x="1713" y="498"/>
                  </a:lnTo>
                  <a:lnTo>
                    <a:pt x="1569" y="602"/>
                  </a:lnTo>
                  <a:lnTo>
                    <a:pt x="1425" y="720"/>
                  </a:lnTo>
                  <a:lnTo>
                    <a:pt x="1282" y="838"/>
                  </a:lnTo>
                  <a:lnTo>
                    <a:pt x="1151" y="982"/>
                  </a:lnTo>
                  <a:lnTo>
                    <a:pt x="1020" y="1112"/>
                  </a:lnTo>
                  <a:lnTo>
                    <a:pt x="902" y="1269"/>
                  </a:lnTo>
                  <a:lnTo>
                    <a:pt x="785" y="1413"/>
                  </a:lnTo>
                  <a:lnTo>
                    <a:pt x="667" y="1583"/>
                  </a:lnTo>
                  <a:lnTo>
                    <a:pt x="562" y="1753"/>
                  </a:lnTo>
                  <a:lnTo>
                    <a:pt x="471" y="1923"/>
                  </a:lnTo>
                  <a:lnTo>
                    <a:pt x="379" y="2106"/>
                  </a:lnTo>
                  <a:lnTo>
                    <a:pt x="288" y="2289"/>
                  </a:lnTo>
                  <a:lnTo>
                    <a:pt x="222" y="2472"/>
                  </a:lnTo>
                  <a:lnTo>
                    <a:pt x="144" y="2668"/>
                  </a:lnTo>
                  <a:lnTo>
                    <a:pt x="79" y="2864"/>
                  </a:lnTo>
                  <a:lnTo>
                    <a:pt x="26" y="3061"/>
                  </a:lnTo>
                  <a:lnTo>
                    <a:pt x="13" y="3139"/>
                  </a:lnTo>
                  <a:lnTo>
                    <a:pt x="0" y="3217"/>
                  </a:lnTo>
                  <a:lnTo>
                    <a:pt x="0" y="3296"/>
                  </a:lnTo>
                  <a:lnTo>
                    <a:pt x="13" y="3361"/>
                  </a:lnTo>
                  <a:lnTo>
                    <a:pt x="52" y="3492"/>
                  </a:lnTo>
                  <a:lnTo>
                    <a:pt x="118" y="3610"/>
                  </a:lnTo>
                  <a:lnTo>
                    <a:pt x="196" y="3701"/>
                  </a:lnTo>
                  <a:lnTo>
                    <a:pt x="301" y="3793"/>
                  </a:lnTo>
                  <a:lnTo>
                    <a:pt x="406" y="3858"/>
                  </a:lnTo>
                  <a:lnTo>
                    <a:pt x="523" y="3897"/>
                  </a:lnTo>
                  <a:lnTo>
                    <a:pt x="654" y="3924"/>
                  </a:lnTo>
                  <a:lnTo>
                    <a:pt x="785" y="3924"/>
                  </a:lnTo>
                  <a:lnTo>
                    <a:pt x="902" y="3910"/>
                  </a:lnTo>
                  <a:lnTo>
                    <a:pt x="1020" y="3858"/>
                  </a:lnTo>
                  <a:lnTo>
                    <a:pt x="1138" y="3793"/>
                  </a:lnTo>
                  <a:lnTo>
                    <a:pt x="1229" y="3701"/>
                  </a:lnTo>
                  <a:lnTo>
                    <a:pt x="1268" y="3649"/>
                  </a:lnTo>
                  <a:lnTo>
                    <a:pt x="1308" y="3584"/>
                  </a:lnTo>
                  <a:lnTo>
                    <a:pt x="1334" y="3518"/>
                  </a:lnTo>
                  <a:lnTo>
                    <a:pt x="1360" y="3440"/>
                  </a:lnTo>
                  <a:lnTo>
                    <a:pt x="1425" y="3191"/>
                  </a:lnTo>
                  <a:lnTo>
                    <a:pt x="1517" y="2943"/>
                  </a:lnTo>
                  <a:lnTo>
                    <a:pt x="1622" y="2708"/>
                  </a:lnTo>
                  <a:lnTo>
                    <a:pt x="1739" y="2472"/>
                  </a:lnTo>
                  <a:lnTo>
                    <a:pt x="1870" y="2263"/>
                  </a:lnTo>
                  <a:lnTo>
                    <a:pt x="2027" y="2054"/>
                  </a:lnTo>
                  <a:lnTo>
                    <a:pt x="2184" y="1871"/>
                  </a:lnTo>
                  <a:lnTo>
                    <a:pt x="2367" y="1714"/>
                  </a:lnTo>
                  <a:lnTo>
                    <a:pt x="2550" y="1583"/>
                  </a:lnTo>
                  <a:lnTo>
                    <a:pt x="2655" y="1531"/>
                  </a:lnTo>
                  <a:lnTo>
                    <a:pt x="2759" y="1478"/>
                  </a:lnTo>
                  <a:lnTo>
                    <a:pt x="2864" y="1439"/>
                  </a:lnTo>
                  <a:lnTo>
                    <a:pt x="2968" y="1400"/>
                  </a:lnTo>
                  <a:lnTo>
                    <a:pt x="3086" y="1374"/>
                  </a:lnTo>
                  <a:lnTo>
                    <a:pt x="3204" y="1361"/>
                  </a:lnTo>
                  <a:lnTo>
                    <a:pt x="3439" y="1361"/>
                  </a:lnTo>
                  <a:lnTo>
                    <a:pt x="3557" y="1387"/>
                  </a:lnTo>
                  <a:lnTo>
                    <a:pt x="3687" y="1413"/>
                  </a:lnTo>
                  <a:lnTo>
                    <a:pt x="3818" y="1452"/>
                  </a:lnTo>
                  <a:lnTo>
                    <a:pt x="3949" y="1491"/>
                  </a:lnTo>
                  <a:lnTo>
                    <a:pt x="4080" y="1557"/>
                  </a:lnTo>
                  <a:lnTo>
                    <a:pt x="4224" y="1635"/>
                  </a:lnTo>
                  <a:lnTo>
                    <a:pt x="4420" y="1753"/>
                  </a:lnTo>
                  <a:lnTo>
                    <a:pt x="4603" y="1897"/>
                  </a:lnTo>
                  <a:lnTo>
                    <a:pt x="4760" y="2041"/>
                  </a:lnTo>
                  <a:lnTo>
                    <a:pt x="4904" y="2198"/>
                  </a:lnTo>
                  <a:lnTo>
                    <a:pt x="5034" y="2368"/>
                  </a:lnTo>
                  <a:lnTo>
                    <a:pt x="5139" y="2538"/>
                  </a:lnTo>
                  <a:lnTo>
                    <a:pt x="5217" y="2721"/>
                  </a:lnTo>
                  <a:lnTo>
                    <a:pt x="5283" y="2904"/>
                  </a:lnTo>
                  <a:lnTo>
                    <a:pt x="5322" y="3087"/>
                  </a:lnTo>
                  <a:lnTo>
                    <a:pt x="5335" y="3283"/>
                  </a:lnTo>
                  <a:lnTo>
                    <a:pt x="5322" y="3479"/>
                  </a:lnTo>
                  <a:lnTo>
                    <a:pt x="5296" y="3675"/>
                  </a:lnTo>
                  <a:lnTo>
                    <a:pt x="5243" y="3884"/>
                  </a:lnTo>
                  <a:lnTo>
                    <a:pt x="5152" y="4080"/>
                  </a:lnTo>
                  <a:lnTo>
                    <a:pt x="5047" y="4277"/>
                  </a:lnTo>
                  <a:lnTo>
                    <a:pt x="4917" y="4486"/>
                  </a:lnTo>
                  <a:lnTo>
                    <a:pt x="4864" y="4551"/>
                  </a:lnTo>
                  <a:lnTo>
                    <a:pt x="4838" y="4617"/>
                  </a:lnTo>
                  <a:lnTo>
                    <a:pt x="4812" y="4682"/>
                  </a:lnTo>
                  <a:lnTo>
                    <a:pt x="4786" y="4747"/>
                  </a:lnTo>
                  <a:lnTo>
                    <a:pt x="4786" y="4813"/>
                  </a:lnTo>
                  <a:lnTo>
                    <a:pt x="4773" y="4878"/>
                  </a:lnTo>
                  <a:lnTo>
                    <a:pt x="4799" y="4996"/>
                  </a:lnTo>
                  <a:lnTo>
                    <a:pt x="4851" y="5100"/>
                  </a:lnTo>
                  <a:lnTo>
                    <a:pt x="4917" y="5205"/>
                  </a:lnTo>
                  <a:lnTo>
                    <a:pt x="5008" y="5297"/>
                  </a:lnTo>
                  <a:lnTo>
                    <a:pt x="5113" y="5375"/>
                  </a:lnTo>
                  <a:lnTo>
                    <a:pt x="5230" y="5427"/>
                  </a:lnTo>
                  <a:lnTo>
                    <a:pt x="5348" y="5466"/>
                  </a:lnTo>
                  <a:lnTo>
                    <a:pt x="5479" y="5480"/>
                  </a:lnTo>
                  <a:lnTo>
                    <a:pt x="5610" y="5480"/>
                  </a:lnTo>
                  <a:lnTo>
                    <a:pt x="5740" y="5453"/>
                  </a:lnTo>
                  <a:lnTo>
                    <a:pt x="5871" y="5401"/>
                  </a:lnTo>
                  <a:lnTo>
                    <a:pt x="5989" y="5310"/>
                  </a:lnTo>
                  <a:lnTo>
                    <a:pt x="6041" y="5257"/>
                  </a:lnTo>
                  <a:lnTo>
                    <a:pt x="6093" y="5192"/>
                  </a:lnTo>
                  <a:lnTo>
                    <a:pt x="6211" y="5035"/>
                  </a:lnTo>
                  <a:lnTo>
                    <a:pt x="6316" y="4865"/>
                  </a:lnTo>
                  <a:lnTo>
                    <a:pt x="6407" y="4695"/>
                  </a:lnTo>
                  <a:lnTo>
                    <a:pt x="6486" y="4525"/>
                  </a:lnTo>
                  <a:lnTo>
                    <a:pt x="6551" y="4355"/>
                  </a:lnTo>
                  <a:lnTo>
                    <a:pt x="6603" y="4172"/>
                  </a:lnTo>
                  <a:lnTo>
                    <a:pt x="6656" y="4002"/>
                  </a:lnTo>
                  <a:lnTo>
                    <a:pt x="6682" y="3832"/>
                  </a:lnTo>
                  <a:lnTo>
                    <a:pt x="6708" y="3649"/>
                  </a:lnTo>
                  <a:lnTo>
                    <a:pt x="6721" y="3479"/>
                  </a:lnTo>
                  <a:lnTo>
                    <a:pt x="6721" y="3296"/>
                  </a:lnTo>
                  <a:lnTo>
                    <a:pt x="6708" y="3126"/>
                  </a:lnTo>
                  <a:lnTo>
                    <a:pt x="6695" y="2956"/>
                  </a:lnTo>
                  <a:lnTo>
                    <a:pt x="6669" y="2773"/>
                  </a:lnTo>
                  <a:lnTo>
                    <a:pt x="6629" y="2603"/>
                  </a:lnTo>
                  <a:lnTo>
                    <a:pt x="6577" y="2433"/>
                  </a:lnTo>
                  <a:lnTo>
                    <a:pt x="6525" y="2276"/>
                  </a:lnTo>
                  <a:lnTo>
                    <a:pt x="6460" y="2106"/>
                  </a:lnTo>
                  <a:lnTo>
                    <a:pt x="6381" y="1949"/>
                  </a:lnTo>
                  <a:lnTo>
                    <a:pt x="6303" y="1792"/>
                  </a:lnTo>
                  <a:lnTo>
                    <a:pt x="6198" y="1635"/>
                  </a:lnTo>
                  <a:lnTo>
                    <a:pt x="6106" y="1491"/>
                  </a:lnTo>
                  <a:lnTo>
                    <a:pt x="5989" y="1348"/>
                  </a:lnTo>
                  <a:lnTo>
                    <a:pt x="5884" y="1217"/>
                  </a:lnTo>
                  <a:lnTo>
                    <a:pt x="5753" y="1073"/>
                  </a:lnTo>
                  <a:lnTo>
                    <a:pt x="5623" y="955"/>
                  </a:lnTo>
                  <a:lnTo>
                    <a:pt x="5479" y="825"/>
                  </a:lnTo>
                  <a:lnTo>
                    <a:pt x="5335" y="720"/>
                  </a:lnTo>
                  <a:lnTo>
                    <a:pt x="5178" y="602"/>
                  </a:lnTo>
                  <a:lnTo>
                    <a:pt x="5021" y="511"/>
                  </a:lnTo>
                  <a:lnTo>
                    <a:pt x="4851" y="406"/>
                  </a:lnTo>
                  <a:lnTo>
                    <a:pt x="4681" y="328"/>
                  </a:lnTo>
                  <a:lnTo>
                    <a:pt x="4472" y="236"/>
                  </a:lnTo>
                  <a:lnTo>
                    <a:pt x="4263" y="158"/>
                  </a:lnTo>
                  <a:lnTo>
                    <a:pt x="4054" y="105"/>
                  </a:lnTo>
                  <a:lnTo>
                    <a:pt x="3857" y="53"/>
                  </a:lnTo>
                  <a:lnTo>
                    <a:pt x="3661" y="27"/>
                  </a:lnTo>
                  <a:lnTo>
                    <a:pt x="3465" y="1"/>
                  </a:lnTo>
                  <a:close/>
                </a:path>
              </a:pathLst>
            </a:custGeom>
            <a:solidFill>
              <a:srgbClr val="4C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8"/>
            <p:cNvSpPr/>
            <p:nvPr/>
          </p:nvSpPr>
          <p:spPr>
            <a:xfrm>
              <a:off x="2446850" y="3662300"/>
              <a:ext cx="393600" cy="1423625"/>
            </a:xfrm>
            <a:custGeom>
              <a:avLst/>
              <a:gdLst/>
              <a:ahLst/>
              <a:cxnLst/>
              <a:rect l="l" t="t" r="r" b="b"/>
              <a:pathLst>
                <a:path w="15744" h="56945" extrusionOk="0">
                  <a:moveTo>
                    <a:pt x="6539" y="0"/>
                  </a:moveTo>
                  <a:lnTo>
                    <a:pt x="6342" y="26"/>
                  </a:lnTo>
                  <a:lnTo>
                    <a:pt x="6133" y="53"/>
                  </a:lnTo>
                  <a:lnTo>
                    <a:pt x="5937" y="105"/>
                  </a:lnTo>
                  <a:lnTo>
                    <a:pt x="5754" y="157"/>
                  </a:lnTo>
                  <a:lnTo>
                    <a:pt x="5571" y="236"/>
                  </a:lnTo>
                  <a:lnTo>
                    <a:pt x="5388" y="327"/>
                  </a:lnTo>
                  <a:lnTo>
                    <a:pt x="5218" y="432"/>
                  </a:lnTo>
                  <a:lnTo>
                    <a:pt x="5048" y="536"/>
                  </a:lnTo>
                  <a:lnTo>
                    <a:pt x="4878" y="667"/>
                  </a:lnTo>
                  <a:lnTo>
                    <a:pt x="4721" y="811"/>
                  </a:lnTo>
                  <a:lnTo>
                    <a:pt x="4564" y="955"/>
                  </a:lnTo>
                  <a:lnTo>
                    <a:pt x="4420" y="1112"/>
                  </a:lnTo>
                  <a:lnTo>
                    <a:pt x="4277" y="1282"/>
                  </a:lnTo>
                  <a:lnTo>
                    <a:pt x="4133" y="1465"/>
                  </a:lnTo>
                  <a:lnTo>
                    <a:pt x="4002" y="1648"/>
                  </a:lnTo>
                  <a:lnTo>
                    <a:pt x="3871" y="1844"/>
                  </a:lnTo>
                  <a:lnTo>
                    <a:pt x="3754" y="2053"/>
                  </a:lnTo>
                  <a:lnTo>
                    <a:pt x="3623" y="2262"/>
                  </a:lnTo>
                  <a:lnTo>
                    <a:pt x="3400" y="2707"/>
                  </a:lnTo>
                  <a:lnTo>
                    <a:pt x="3191" y="3191"/>
                  </a:lnTo>
                  <a:lnTo>
                    <a:pt x="2995" y="3674"/>
                  </a:lnTo>
                  <a:lnTo>
                    <a:pt x="2812" y="4184"/>
                  </a:lnTo>
                  <a:lnTo>
                    <a:pt x="2642" y="4721"/>
                  </a:lnTo>
                  <a:lnTo>
                    <a:pt x="2498" y="5257"/>
                  </a:lnTo>
                  <a:lnTo>
                    <a:pt x="2367" y="5793"/>
                  </a:lnTo>
                  <a:lnTo>
                    <a:pt x="2237" y="6342"/>
                  </a:lnTo>
                  <a:lnTo>
                    <a:pt x="2132" y="6878"/>
                  </a:lnTo>
                  <a:lnTo>
                    <a:pt x="2028" y="7414"/>
                  </a:lnTo>
                  <a:lnTo>
                    <a:pt x="1949" y="7950"/>
                  </a:lnTo>
                  <a:lnTo>
                    <a:pt x="1871" y="8460"/>
                  </a:lnTo>
                  <a:lnTo>
                    <a:pt x="1805" y="8970"/>
                  </a:lnTo>
                  <a:lnTo>
                    <a:pt x="1701" y="9898"/>
                  </a:lnTo>
                  <a:lnTo>
                    <a:pt x="1635" y="10735"/>
                  </a:lnTo>
                  <a:lnTo>
                    <a:pt x="1478" y="12867"/>
                  </a:lnTo>
                  <a:lnTo>
                    <a:pt x="1295" y="15024"/>
                  </a:lnTo>
                  <a:lnTo>
                    <a:pt x="916" y="19404"/>
                  </a:lnTo>
                  <a:lnTo>
                    <a:pt x="720" y="21601"/>
                  </a:lnTo>
                  <a:lnTo>
                    <a:pt x="537" y="23811"/>
                  </a:lnTo>
                  <a:lnTo>
                    <a:pt x="367" y="26034"/>
                  </a:lnTo>
                  <a:lnTo>
                    <a:pt x="223" y="28244"/>
                  </a:lnTo>
                  <a:lnTo>
                    <a:pt x="171" y="29355"/>
                  </a:lnTo>
                  <a:lnTo>
                    <a:pt x="118" y="30466"/>
                  </a:lnTo>
                  <a:lnTo>
                    <a:pt x="66" y="31565"/>
                  </a:lnTo>
                  <a:lnTo>
                    <a:pt x="40" y="32676"/>
                  </a:lnTo>
                  <a:lnTo>
                    <a:pt x="14" y="33775"/>
                  </a:lnTo>
                  <a:lnTo>
                    <a:pt x="1" y="34886"/>
                  </a:lnTo>
                  <a:lnTo>
                    <a:pt x="1" y="35984"/>
                  </a:lnTo>
                  <a:lnTo>
                    <a:pt x="14" y="37070"/>
                  </a:lnTo>
                  <a:lnTo>
                    <a:pt x="40" y="38168"/>
                  </a:lnTo>
                  <a:lnTo>
                    <a:pt x="79" y="39253"/>
                  </a:lnTo>
                  <a:lnTo>
                    <a:pt x="132" y="40339"/>
                  </a:lnTo>
                  <a:lnTo>
                    <a:pt x="210" y="41424"/>
                  </a:lnTo>
                  <a:lnTo>
                    <a:pt x="302" y="42496"/>
                  </a:lnTo>
                  <a:lnTo>
                    <a:pt x="406" y="43568"/>
                  </a:lnTo>
                  <a:lnTo>
                    <a:pt x="537" y="44627"/>
                  </a:lnTo>
                  <a:lnTo>
                    <a:pt x="681" y="45686"/>
                  </a:lnTo>
                  <a:lnTo>
                    <a:pt x="720" y="45935"/>
                  </a:lnTo>
                  <a:lnTo>
                    <a:pt x="772" y="46196"/>
                  </a:lnTo>
                  <a:lnTo>
                    <a:pt x="838" y="46471"/>
                  </a:lnTo>
                  <a:lnTo>
                    <a:pt x="916" y="46746"/>
                  </a:lnTo>
                  <a:lnTo>
                    <a:pt x="1086" y="47321"/>
                  </a:lnTo>
                  <a:lnTo>
                    <a:pt x="1308" y="47922"/>
                  </a:lnTo>
                  <a:lnTo>
                    <a:pt x="1557" y="48537"/>
                  </a:lnTo>
                  <a:lnTo>
                    <a:pt x="1831" y="49165"/>
                  </a:lnTo>
                  <a:lnTo>
                    <a:pt x="2145" y="49805"/>
                  </a:lnTo>
                  <a:lnTo>
                    <a:pt x="2498" y="50446"/>
                  </a:lnTo>
                  <a:lnTo>
                    <a:pt x="2864" y="51087"/>
                  </a:lnTo>
                  <a:lnTo>
                    <a:pt x="3270" y="51727"/>
                  </a:lnTo>
                  <a:lnTo>
                    <a:pt x="3688" y="52342"/>
                  </a:lnTo>
                  <a:lnTo>
                    <a:pt x="4120" y="52956"/>
                  </a:lnTo>
                  <a:lnTo>
                    <a:pt x="4577" y="53532"/>
                  </a:lnTo>
                  <a:lnTo>
                    <a:pt x="4826" y="53806"/>
                  </a:lnTo>
                  <a:lnTo>
                    <a:pt x="5061" y="54081"/>
                  </a:lnTo>
                  <a:lnTo>
                    <a:pt x="5309" y="54356"/>
                  </a:lnTo>
                  <a:lnTo>
                    <a:pt x="5545" y="54604"/>
                  </a:lnTo>
                  <a:lnTo>
                    <a:pt x="5806" y="54852"/>
                  </a:lnTo>
                  <a:lnTo>
                    <a:pt x="6055" y="55088"/>
                  </a:lnTo>
                  <a:lnTo>
                    <a:pt x="6316" y="55310"/>
                  </a:lnTo>
                  <a:lnTo>
                    <a:pt x="6565" y="55519"/>
                  </a:lnTo>
                  <a:lnTo>
                    <a:pt x="6826" y="55729"/>
                  </a:lnTo>
                  <a:lnTo>
                    <a:pt x="7088" y="55912"/>
                  </a:lnTo>
                  <a:lnTo>
                    <a:pt x="7362" y="56082"/>
                  </a:lnTo>
                  <a:lnTo>
                    <a:pt x="7624" y="56252"/>
                  </a:lnTo>
                  <a:lnTo>
                    <a:pt x="7885" y="56395"/>
                  </a:lnTo>
                  <a:lnTo>
                    <a:pt x="8160" y="56526"/>
                  </a:lnTo>
                  <a:lnTo>
                    <a:pt x="8421" y="56631"/>
                  </a:lnTo>
                  <a:lnTo>
                    <a:pt x="8696" y="56735"/>
                  </a:lnTo>
                  <a:lnTo>
                    <a:pt x="8958" y="56814"/>
                  </a:lnTo>
                  <a:lnTo>
                    <a:pt x="9232" y="56879"/>
                  </a:lnTo>
                  <a:lnTo>
                    <a:pt x="9494" y="56918"/>
                  </a:lnTo>
                  <a:lnTo>
                    <a:pt x="9768" y="56945"/>
                  </a:lnTo>
                  <a:lnTo>
                    <a:pt x="10030" y="56945"/>
                  </a:lnTo>
                  <a:lnTo>
                    <a:pt x="10291" y="56931"/>
                  </a:lnTo>
                  <a:lnTo>
                    <a:pt x="10553" y="56892"/>
                  </a:lnTo>
                  <a:lnTo>
                    <a:pt x="10814" y="56827"/>
                  </a:lnTo>
                  <a:lnTo>
                    <a:pt x="11076" y="56748"/>
                  </a:lnTo>
                  <a:lnTo>
                    <a:pt x="11337" y="56644"/>
                  </a:lnTo>
                  <a:lnTo>
                    <a:pt x="11586" y="56513"/>
                  </a:lnTo>
                  <a:lnTo>
                    <a:pt x="11847" y="56356"/>
                  </a:lnTo>
                  <a:lnTo>
                    <a:pt x="12096" y="56186"/>
                  </a:lnTo>
                  <a:lnTo>
                    <a:pt x="12331" y="55977"/>
                  </a:lnTo>
                  <a:lnTo>
                    <a:pt x="12580" y="55742"/>
                  </a:lnTo>
                  <a:lnTo>
                    <a:pt x="12815" y="55480"/>
                  </a:lnTo>
                  <a:lnTo>
                    <a:pt x="13050" y="55192"/>
                  </a:lnTo>
                  <a:lnTo>
                    <a:pt x="13273" y="54879"/>
                  </a:lnTo>
                  <a:lnTo>
                    <a:pt x="13508" y="54539"/>
                  </a:lnTo>
                  <a:lnTo>
                    <a:pt x="13730" y="54159"/>
                  </a:lnTo>
                  <a:lnTo>
                    <a:pt x="13939" y="53754"/>
                  </a:lnTo>
                  <a:lnTo>
                    <a:pt x="14149" y="53323"/>
                  </a:lnTo>
                  <a:lnTo>
                    <a:pt x="14397" y="52747"/>
                  </a:lnTo>
                  <a:lnTo>
                    <a:pt x="14619" y="52159"/>
                  </a:lnTo>
                  <a:lnTo>
                    <a:pt x="14829" y="51570"/>
                  </a:lnTo>
                  <a:lnTo>
                    <a:pt x="15012" y="50969"/>
                  </a:lnTo>
                  <a:lnTo>
                    <a:pt x="15168" y="50354"/>
                  </a:lnTo>
                  <a:lnTo>
                    <a:pt x="15299" y="49740"/>
                  </a:lnTo>
                  <a:lnTo>
                    <a:pt x="15417" y="49125"/>
                  </a:lnTo>
                  <a:lnTo>
                    <a:pt x="15508" y="48498"/>
                  </a:lnTo>
                  <a:lnTo>
                    <a:pt x="15587" y="47870"/>
                  </a:lnTo>
                  <a:lnTo>
                    <a:pt x="15652" y="47229"/>
                  </a:lnTo>
                  <a:lnTo>
                    <a:pt x="15705" y="46589"/>
                  </a:lnTo>
                  <a:lnTo>
                    <a:pt x="15731" y="45948"/>
                  </a:lnTo>
                  <a:lnTo>
                    <a:pt x="15744" y="45307"/>
                  </a:lnTo>
                  <a:lnTo>
                    <a:pt x="15744" y="44653"/>
                  </a:lnTo>
                  <a:lnTo>
                    <a:pt x="15744" y="44013"/>
                  </a:lnTo>
                  <a:lnTo>
                    <a:pt x="15718" y="43359"/>
                  </a:lnTo>
                  <a:lnTo>
                    <a:pt x="15678" y="42705"/>
                  </a:lnTo>
                  <a:lnTo>
                    <a:pt x="15639" y="42051"/>
                  </a:lnTo>
                  <a:lnTo>
                    <a:pt x="15600" y="41398"/>
                  </a:lnTo>
                  <a:lnTo>
                    <a:pt x="15535" y="40757"/>
                  </a:lnTo>
                  <a:lnTo>
                    <a:pt x="15404" y="39449"/>
                  </a:lnTo>
                  <a:lnTo>
                    <a:pt x="15247" y="38155"/>
                  </a:lnTo>
                  <a:lnTo>
                    <a:pt x="14920" y="35618"/>
                  </a:lnTo>
                  <a:lnTo>
                    <a:pt x="14763" y="34363"/>
                  </a:lnTo>
                  <a:lnTo>
                    <a:pt x="14606" y="33147"/>
                  </a:lnTo>
                  <a:lnTo>
                    <a:pt x="14109" y="28923"/>
                  </a:lnTo>
                  <a:lnTo>
                    <a:pt x="13495" y="23968"/>
                  </a:lnTo>
                  <a:lnTo>
                    <a:pt x="13155" y="21327"/>
                  </a:lnTo>
                  <a:lnTo>
                    <a:pt x="12802" y="18672"/>
                  </a:lnTo>
                  <a:lnTo>
                    <a:pt x="12436" y="16018"/>
                  </a:lnTo>
                  <a:lnTo>
                    <a:pt x="12070" y="13429"/>
                  </a:lnTo>
                  <a:lnTo>
                    <a:pt x="11703" y="10971"/>
                  </a:lnTo>
                  <a:lnTo>
                    <a:pt x="11337" y="8669"/>
                  </a:lnTo>
                  <a:lnTo>
                    <a:pt x="10984" y="6577"/>
                  </a:lnTo>
                  <a:lnTo>
                    <a:pt x="10801" y="5636"/>
                  </a:lnTo>
                  <a:lnTo>
                    <a:pt x="10644" y="4760"/>
                  </a:lnTo>
                  <a:lnTo>
                    <a:pt x="10474" y="3975"/>
                  </a:lnTo>
                  <a:lnTo>
                    <a:pt x="10317" y="3269"/>
                  </a:lnTo>
                  <a:lnTo>
                    <a:pt x="10161" y="2641"/>
                  </a:lnTo>
                  <a:lnTo>
                    <a:pt x="10017" y="2132"/>
                  </a:lnTo>
                  <a:lnTo>
                    <a:pt x="9873" y="1713"/>
                  </a:lnTo>
                  <a:lnTo>
                    <a:pt x="9807" y="1556"/>
                  </a:lnTo>
                  <a:lnTo>
                    <a:pt x="9742" y="1412"/>
                  </a:lnTo>
                  <a:lnTo>
                    <a:pt x="9677" y="1308"/>
                  </a:lnTo>
                  <a:lnTo>
                    <a:pt x="9611" y="1229"/>
                  </a:lnTo>
                  <a:lnTo>
                    <a:pt x="9559" y="1177"/>
                  </a:lnTo>
                  <a:lnTo>
                    <a:pt x="9494" y="1164"/>
                  </a:lnTo>
                  <a:lnTo>
                    <a:pt x="9219" y="968"/>
                  </a:lnTo>
                  <a:lnTo>
                    <a:pt x="8945" y="785"/>
                  </a:lnTo>
                  <a:lnTo>
                    <a:pt x="8670" y="615"/>
                  </a:lnTo>
                  <a:lnTo>
                    <a:pt x="8408" y="471"/>
                  </a:lnTo>
                  <a:lnTo>
                    <a:pt x="8160" y="353"/>
                  </a:lnTo>
                  <a:lnTo>
                    <a:pt x="7912" y="249"/>
                  </a:lnTo>
                  <a:lnTo>
                    <a:pt x="7663" y="170"/>
                  </a:lnTo>
                  <a:lnTo>
                    <a:pt x="7428" y="105"/>
                  </a:lnTo>
                  <a:lnTo>
                    <a:pt x="7192" y="53"/>
                  </a:lnTo>
                  <a:lnTo>
                    <a:pt x="6970" y="13"/>
                  </a:lnTo>
                  <a:lnTo>
                    <a:pt x="6761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8"/>
            <p:cNvSpPr/>
            <p:nvPr/>
          </p:nvSpPr>
          <p:spPr>
            <a:xfrm>
              <a:off x="2373300" y="4816550"/>
              <a:ext cx="606425" cy="295200"/>
            </a:xfrm>
            <a:custGeom>
              <a:avLst/>
              <a:gdLst/>
              <a:ahLst/>
              <a:cxnLst/>
              <a:rect l="l" t="t" r="r" b="b"/>
              <a:pathLst>
                <a:path w="24257" h="11808" extrusionOk="0">
                  <a:moveTo>
                    <a:pt x="14541" y="0"/>
                  </a:moveTo>
                  <a:lnTo>
                    <a:pt x="14057" y="13"/>
                  </a:lnTo>
                  <a:lnTo>
                    <a:pt x="13586" y="39"/>
                  </a:lnTo>
                  <a:lnTo>
                    <a:pt x="13116" y="66"/>
                  </a:lnTo>
                  <a:lnTo>
                    <a:pt x="12671" y="118"/>
                  </a:lnTo>
                  <a:lnTo>
                    <a:pt x="12240" y="157"/>
                  </a:lnTo>
                  <a:lnTo>
                    <a:pt x="11363" y="157"/>
                  </a:lnTo>
                  <a:lnTo>
                    <a:pt x="10448" y="183"/>
                  </a:lnTo>
                  <a:lnTo>
                    <a:pt x="9494" y="223"/>
                  </a:lnTo>
                  <a:lnTo>
                    <a:pt x="9010" y="262"/>
                  </a:lnTo>
                  <a:lnTo>
                    <a:pt x="8526" y="301"/>
                  </a:lnTo>
                  <a:lnTo>
                    <a:pt x="8042" y="353"/>
                  </a:lnTo>
                  <a:lnTo>
                    <a:pt x="7545" y="419"/>
                  </a:lnTo>
                  <a:lnTo>
                    <a:pt x="7062" y="497"/>
                  </a:lnTo>
                  <a:lnTo>
                    <a:pt x="6591" y="576"/>
                  </a:lnTo>
                  <a:lnTo>
                    <a:pt x="6107" y="667"/>
                  </a:lnTo>
                  <a:lnTo>
                    <a:pt x="5636" y="772"/>
                  </a:lnTo>
                  <a:lnTo>
                    <a:pt x="5179" y="889"/>
                  </a:lnTo>
                  <a:lnTo>
                    <a:pt x="4721" y="1020"/>
                  </a:lnTo>
                  <a:lnTo>
                    <a:pt x="4277" y="1164"/>
                  </a:lnTo>
                  <a:lnTo>
                    <a:pt x="3858" y="1334"/>
                  </a:lnTo>
                  <a:lnTo>
                    <a:pt x="3440" y="1504"/>
                  </a:lnTo>
                  <a:lnTo>
                    <a:pt x="3034" y="1687"/>
                  </a:lnTo>
                  <a:lnTo>
                    <a:pt x="2655" y="1896"/>
                  </a:lnTo>
                  <a:lnTo>
                    <a:pt x="2289" y="2118"/>
                  </a:lnTo>
                  <a:lnTo>
                    <a:pt x="1949" y="2354"/>
                  </a:lnTo>
                  <a:lnTo>
                    <a:pt x="1635" y="2615"/>
                  </a:lnTo>
                  <a:lnTo>
                    <a:pt x="1335" y="2890"/>
                  </a:lnTo>
                  <a:lnTo>
                    <a:pt x="1191" y="3034"/>
                  </a:lnTo>
                  <a:lnTo>
                    <a:pt x="1060" y="3191"/>
                  </a:lnTo>
                  <a:lnTo>
                    <a:pt x="929" y="3335"/>
                  </a:lnTo>
                  <a:lnTo>
                    <a:pt x="811" y="3505"/>
                  </a:lnTo>
                  <a:lnTo>
                    <a:pt x="707" y="3661"/>
                  </a:lnTo>
                  <a:lnTo>
                    <a:pt x="602" y="3831"/>
                  </a:lnTo>
                  <a:lnTo>
                    <a:pt x="498" y="4001"/>
                  </a:lnTo>
                  <a:lnTo>
                    <a:pt x="406" y="4184"/>
                  </a:lnTo>
                  <a:lnTo>
                    <a:pt x="328" y="4368"/>
                  </a:lnTo>
                  <a:lnTo>
                    <a:pt x="249" y="4564"/>
                  </a:lnTo>
                  <a:lnTo>
                    <a:pt x="184" y="4760"/>
                  </a:lnTo>
                  <a:lnTo>
                    <a:pt x="132" y="4956"/>
                  </a:lnTo>
                  <a:lnTo>
                    <a:pt x="79" y="5165"/>
                  </a:lnTo>
                  <a:lnTo>
                    <a:pt x="40" y="5374"/>
                  </a:lnTo>
                  <a:lnTo>
                    <a:pt x="14" y="5570"/>
                  </a:lnTo>
                  <a:lnTo>
                    <a:pt x="1" y="5767"/>
                  </a:lnTo>
                  <a:lnTo>
                    <a:pt x="1" y="5950"/>
                  </a:lnTo>
                  <a:lnTo>
                    <a:pt x="1" y="6133"/>
                  </a:lnTo>
                  <a:lnTo>
                    <a:pt x="27" y="6316"/>
                  </a:lnTo>
                  <a:lnTo>
                    <a:pt x="53" y="6499"/>
                  </a:lnTo>
                  <a:lnTo>
                    <a:pt x="105" y="6669"/>
                  </a:lnTo>
                  <a:lnTo>
                    <a:pt x="158" y="6852"/>
                  </a:lnTo>
                  <a:lnTo>
                    <a:pt x="210" y="7022"/>
                  </a:lnTo>
                  <a:lnTo>
                    <a:pt x="288" y="7192"/>
                  </a:lnTo>
                  <a:lnTo>
                    <a:pt x="367" y="7362"/>
                  </a:lnTo>
                  <a:lnTo>
                    <a:pt x="458" y="7519"/>
                  </a:lnTo>
                  <a:lnTo>
                    <a:pt x="550" y="7676"/>
                  </a:lnTo>
                  <a:lnTo>
                    <a:pt x="655" y="7833"/>
                  </a:lnTo>
                  <a:lnTo>
                    <a:pt x="890" y="8146"/>
                  </a:lnTo>
                  <a:lnTo>
                    <a:pt x="1151" y="8434"/>
                  </a:lnTo>
                  <a:lnTo>
                    <a:pt x="1426" y="8722"/>
                  </a:lnTo>
                  <a:lnTo>
                    <a:pt x="1727" y="8983"/>
                  </a:lnTo>
                  <a:lnTo>
                    <a:pt x="2054" y="9245"/>
                  </a:lnTo>
                  <a:lnTo>
                    <a:pt x="2381" y="9480"/>
                  </a:lnTo>
                  <a:lnTo>
                    <a:pt x="2734" y="9702"/>
                  </a:lnTo>
                  <a:lnTo>
                    <a:pt x="3087" y="9912"/>
                  </a:lnTo>
                  <a:lnTo>
                    <a:pt x="3453" y="10095"/>
                  </a:lnTo>
                  <a:lnTo>
                    <a:pt x="3976" y="10343"/>
                  </a:lnTo>
                  <a:lnTo>
                    <a:pt x="4512" y="10565"/>
                  </a:lnTo>
                  <a:lnTo>
                    <a:pt x="5061" y="10761"/>
                  </a:lnTo>
                  <a:lnTo>
                    <a:pt x="5623" y="10945"/>
                  </a:lnTo>
                  <a:lnTo>
                    <a:pt x="6199" y="11101"/>
                  </a:lnTo>
                  <a:lnTo>
                    <a:pt x="6774" y="11232"/>
                  </a:lnTo>
                  <a:lnTo>
                    <a:pt x="7362" y="11350"/>
                  </a:lnTo>
                  <a:lnTo>
                    <a:pt x="7964" y="11454"/>
                  </a:lnTo>
                  <a:lnTo>
                    <a:pt x="8565" y="11533"/>
                  </a:lnTo>
                  <a:lnTo>
                    <a:pt x="9167" y="11611"/>
                  </a:lnTo>
                  <a:lnTo>
                    <a:pt x="9768" y="11664"/>
                  </a:lnTo>
                  <a:lnTo>
                    <a:pt x="10370" y="11716"/>
                  </a:lnTo>
                  <a:lnTo>
                    <a:pt x="10958" y="11742"/>
                  </a:lnTo>
                  <a:lnTo>
                    <a:pt x="11547" y="11768"/>
                  </a:lnTo>
                  <a:lnTo>
                    <a:pt x="12710" y="11808"/>
                  </a:lnTo>
                  <a:lnTo>
                    <a:pt x="13142" y="11808"/>
                  </a:lnTo>
                  <a:lnTo>
                    <a:pt x="13573" y="11794"/>
                  </a:lnTo>
                  <a:lnTo>
                    <a:pt x="14018" y="11781"/>
                  </a:lnTo>
                  <a:lnTo>
                    <a:pt x="14462" y="11742"/>
                  </a:lnTo>
                  <a:lnTo>
                    <a:pt x="14920" y="11716"/>
                  </a:lnTo>
                  <a:lnTo>
                    <a:pt x="15391" y="11664"/>
                  </a:lnTo>
                  <a:lnTo>
                    <a:pt x="15861" y="11598"/>
                  </a:lnTo>
                  <a:lnTo>
                    <a:pt x="16345" y="11533"/>
                  </a:lnTo>
                  <a:lnTo>
                    <a:pt x="16816" y="11454"/>
                  </a:lnTo>
                  <a:lnTo>
                    <a:pt x="17300" y="11363"/>
                  </a:lnTo>
                  <a:lnTo>
                    <a:pt x="17771" y="11258"/>
                  </a:lnTo>
                  <a:lnTo>
                    <a:pt x="18241" y="11141"/>
                  </a:lnTo>
                  <a:lnTo>
                    <a:pt x="18699" y="11010"/>
                  </a:lnTo>
                  <a:lnTo>
                    <a:pt x="19157" y="10866"/>
                  </a:lnTo>
                  <a:lnTo>
                    <a:pt x="19614" y="10709"/>
                  </a:lnTo>
                  <a:lnTo>
                    <a:pt x="20046" y="10539"/>
                  </a:lnTo>
                  <a:lnTo>
                    <a:pt x="20477" y="10356"/>
                  </a:lnTo>
                  <a:lnTo>
                    <a:pt x="20883" y="10160"/>
                  </a:lnTo>
                  <a:lnTo>
                    <a:pt x="21275" y="9951"/>
                  </a:lnTo>
                  <a:lnTo>
                    <a:pt x="21654" y="9729"/>
                  </a:lnTo>
                  <a:lnTo>
                    <a:pt x="22020" y="9480"/>
                  </a:lnTo>
                  <a:lnTo>
                    <a:pt x="22360" y="9232"/>
                  </a:lnTo>
                  <a:lnTo>
                    <a:pt x="22674" y="8957"/>
                  </a:lnTo>
                  <a:lnTo>
                    <a:pt x="22975" y="8669"/>
                  </a:lnTo>
                  <a:lnTo>
                    <a:pt x="23236" y="8356"/>
                  </a:lnTo>
                  <a:lnTo>
                    <a:pt x="23354" y="8199"/>
                  </a:lnTo>
                  <a:lnTo>
                    <a:pt x="23471" y="8042"/>
                  </a:lnTo>
                  <a:lnTo>
                    <a:pt x="23589" y="7872"/>
                  </a:lnTo>
                  <a:lnTo>
                    <a:pt x="23681" y="7702"/>
                  </a:lnTo>
                  <a:lnTo>
                    <a:pt x="23785" y="7519"/>
                  </a:lnTo>
                  <a:lnTo>
                    <a:pt x="23864" y="7336"/>
                  </a:lnTo>
                  <a:lnTo>
                    <a:pt x="23942" y="7153"/>
                  </a:lnTo>
                  <a:lnTo>
                    <a:pt x="24008" y="6970"/>
                  </a:lnTo>
                  <a:lnTo>
                    <a:pt x="24073" y="6773"/>
                  </a:lnTo>
                  <a:lnTo>
                    <a:pt x="24125" y="6577"/>
                  </a:lnTo>
                  <a:lnTo>
                    <a:pt x="24164" y="6368"/>
                  </a:lnTo>
                  <a:lnTo>
                    <a:pt x="24204" y="6159"/>
                  </a:lnTo>
                  <a:lnTo>
                    <a:pt x="24230" y="5950"/>
                  </a:lnTo>
                  <a:lnTo>
                    <a:pt x="24243" y="5727"/>
                  </a:lnTo>
                  <a:lnTo>
                    <a:pt x="24256" y="5479"/>
                  </a:lnTo>
                  <a:lnTo>
                    <a:pt x="24243" y="5244"/>
                  </a:lnTo>
                  <a:lnTo>
                    <a:pt x="24230" y="5008"/>
                  </a:lnTo>
                  <a:lnTo>
                    <a:pt x="24204" y="4773"/>
                  </a:lnTo>
                  <a:lnTo>
                    <a:pt x="24164" y="4551"/>
                  </a:lnTo>
                  <a:lnTo>
                    <a:pt x="24112" y="4341"/>
                  </a:lnTo>
                  <a:lnTo>
                    <a:pt x="24060" y="4132"/>
                  </a:lnTo>
                  <a:lnTo>
                    <a:pt x="23981" y="3923"/>
                  </a:lnTo>
                  <a:lnTo>
                    <a:pt x="23903" y="3727"/>
                  </a:lnTo>
                  <a:lnTo>
                    <a:pt x="23811" y="3531"/>
                  </a:lnTo>
                  <a:lnTo>
                    <a:pt x="23720" y="3348"/>
                  </a:lnTo>
                  <a:lnTo>
                    <a:pt x="23615" y="3165"/>
                  </a:lnTo>
                  <a:lnTo>
                    <a:pt x="23498" y="2995"/>
                  </a:lnTo>
                  <a:lnTo>
                    <a:pt x="23380" y="2825"/>
                  </a:lnTo>
                  <a:lnTo>
                    <a:pt x="23249" y="2668"/>
                  </a:lnTo>
                  <a:lnTo>
                    <a:pt x="23105" y="2511"/>
                  </a:lnTo>
                  <a:lnTo>
                    <a:pt x="22962" y="2354"/>
                  </a:lnTo>
                  <a:lnTo>
                    <a:pt x="22805" y="2210"/>
                  </a:lnTo>
                  <a:lnTo>
                    <a:pt x="22648" y="2079"/>
                  </a:lnTo>
                  <a:lnTo>
                    <a:pt x="22478" y="1935"/>
                  </a:lnTo>
                  <a:lnTo>
                    <a:pt x="22295" y="1805"/>
                  </a:lnTo>
                  <a:lnTo>
                    <a:pt x="22125" y="1687"/>
                  </a:lnTo>
                  <a:lnTo>
                    <a:pt x="21746" y="1452"/>
                  </a:lnTo>
                  <a:lnTo>
                    <a:pt x="21340" y="1242"/>
                  </a:lnTo>
                  <a:lnTo>
                    <a:pt x="20922" y="1046"/>
                  </a:lnTo>
                  <a:lnTo>
                    <a:pt x="20477" y="876"/>
                  </a:lnTo>
                  <a:lnTo>
                    <a:pt x="20020" y="719"/>
                  </a:lnTo>
                  <a:lnTo>
                    <a:pt x="19549" y="576"/>
                  </a:lnTo>
                  <a:lnTo>
                    <a:pt x="19065" y="445"/>
                  </a:lnTo>
                  <a:lnTo>
                    <a:pt x="18581" y="340"/>
                  </a:lnTo>
                  <a:lnTo>
                    <a:pt x="18084" y="249"/>
                  </a:lnTo>
                  <a:lnTo>
                    <a:pt x="17574" y="183"/>
                  </a:lnTo>
                  <a:lnTo>
                    <a:pt x="17064" y="118"/>
                  </a:lnTo>
                  <a:lnTo>
                    <a:pt x="16554" y="66"/>
                  </a:lnTo>
                  <a:lnTo>
                    <a:pt x="16045" y="39"/>
                  </a:lnTo>
                  <a:lnTo>
                    <a:pt x="15535" y="13"/>
                  </a:lnTo>
                  <a:lnTo>
                    <a:pt x="15038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8"/>
            <p:cNvSpPr/>
            <p:nvPr/>
          </p:nvSpPr>
          <p:spPr>
            <a:xfrm>
              <a:off x="3029375" y="3644650"/>
              <a:ext cx="393600" cy="1423625"/>
            </a:xfrm>
            <a:custGeom>
              <a:avLst/>
              <a:gdLst/>
              <a:ahLst/>
              <a:cxnLst/>
              <a:rect l="l" t="t" r="r" b="b"/>
              <a:pathLst>
                <a:path w="15744" h="56945" extrusionOk="0">
                  <a:moveTo>
                    <a:pt x="6538" y="0"/>
                  </a:moveTo>
                  <a:lnTo>
                    <a:pt x="6342" y="13"/>
                  </a:lnTo>
                  <a:lnTo>
                    <a:pt x="6133" y="52"/>
                  </a:lnTo>
                  <a:lnTo>
                    <a:pt x="5937" y="92"/>
                  </a:lnTo>
                  <a:lnTo>
                    <a:pt x="5754" y="157"/>
                  </a:lnTo>
                  <a:lnTo>
                    <a:pt x="5571" y="235"/>
                  </a:lnTo>
                  <a:lnTo>
                    <a:pt x="5388" y="327"/>
                  </a:lnTo>
                  <a:lnTo>
                    <a:pt x="5218" y="419"/>
                  </a:lnTo>
                  <a:lnTo>
                    <a:pt x="5048" y="536"/>
                  </a:lnTo>
                  <a:lnTo>
                    <a:pt x="4878" y="667"/>
                  </a:lnTo>
                  <a:lnTo>
                    <a:pt x="4721" y="798"/>
                  </a:lnTo>
                  <a:lnTo>
                    <a:pt x="4564" y="955"/>
                  </a:lnTo>
                  <a:lnTo>
                    <a:pt x="4420" y="1112"/>
                  </a:lnTo>
                  <a:lnTo>
                    <a:pt x="4276" y="1282"/>
                  </a:lnTo>
                  <a:lnTo>
                    <a:pt x="4132" y="1452"/>
                  </a:lnTo>
                  <a:lnTo>
                    <a:pt x="4002" y="1648"/>
                  </a:lnTo>
                  <a:lnTo>
                    <a:pt x="3871" y="1844"/>
                  </a:lnTo>
                  <a:lnTo>
                    <a:pt x="3753" y="2053"/>
                  </a:lnTo>
                  <a:lnTo>
                    <a:pt x="3622" y="2262"/>
                  </a:lnTo>
                  <a:lnTo>
                    <a:pt x="3400" y="2707"/>
                  </a:lnTo>
                  <a:lnTo>
                    <a:pt x="3191" y="3177"/>
                  </a:lnTo>
                  <a:lnTo>
                    <a:pt x="2995" y="3674"/>
                  </a:lnTo>
                  <a:lnTo>
                    <a:pt x="2812" y="4184"/>
                  </a:lnTo>
                  <a:lnTo>
                    <a:pt x="2655" y="4707"/>
                  </a:lnTo>
                  <a:lnTo>
                    <a:pt x="2498" y="5243"/>
                  </a:lnTo>
                  <a:lnTo>
                    <a:pt x="2367" y="5793"/>
                  </a:lnTo>
                  <a:lnTo>
                    <a:pt x="2236" y="6329"/>
                  </a:lnTo>
                  <a:lnTo>
                    <a:pt x="2132" y="6878"/>
                  </a:lnTo>
                  <a:lnTo>
                    <a:pt x="2027" y="7414"/>
                  </a:lnTo>
                  <a:lnTo>
                    <a:pt x="1949" y="7937"/>
                  </a:lnTo>
                  <a:lnTo>
                    <a:pt x="1870" y="8460"/>
                  </a:lnTo>
                  <a:lnTo>
                    <a:pt x="1805" y="8957"/>
                  </a:lnTo>
                  <a:lnTo>
                    <a:pt x="1700" y="9898"/>
                  </a:lnTo>
                  <a:lnTo>
                    <a:pt x="1635" y="10722"/>
                  </a:lnTo>
                  <a:lnTo>
                    <a:pt x="1478" y="12867"/>
                  </a:lnTo>
                  <a:lnTo>
                    <a:pt x="1295" y="15024"/>
                  </a:lnTo>
                  <a:lnTo>
                    <a:pt x="916" y="19391"/>
                  </a:lnTo>
                  <a:lnTo>
                    <a:pt x="720" y="21601"/>
                  </a:lnTo>
                  <a:lnTo>
                    <a:pt x="537" y="23811"/>
                  </a:lnTo>
                  <a:lnTo>
                    <a:pt x="367" y="26021"/>
                  </a:lnTo>
                  <a:lnTo>
                    <a:pt x="223" y="28243"/>
                  </a:lnTo>
                  <a:lnTo>
                    <a:pt x="170" y="29355"/>
                  </a:lnTo>
                  <a:lnTo>
                    <a:pt x="118" y="30453"/>
                  </a:lnTo>
                  <a:lnTo>
                    <a:pt x="66" y="31565"/>
                  </a:lnTo>
                  <a:lnTo>
                    <a:pt x="27" y="32676"/>
                  </a:lnTo>
                  <a:lnTo>
                    <a:pt x="14" y="33774"/>
                  </a:lnTo>
                  <a:lnTo>
                    <a:pt x="1" y="34873"/>
                  </a:lnTo>
                  <a:lnTo>
                    <a:pt x="1" y="35971"/>
                  </a:lnTo>
                  <a:lnTo>
                    <a:pt x="14" y="37070"/>
                  </a:lnTo>
                  <a:lnTo>
                    <a:pt x="40" y="38155"/>
                  </a:lnTo>
                  <a:lnTo>
                    <a:pt x="79" y="39253"/>
                  </a:lnTo>
                  <a:lnTo>
                    <a:pt x="131" y="40338"/>
                  </a:lnTo>
                  <a:lnTo>
                    <a:pt x="210" y="41411"/>
                  </a:lnTo>
                  <a:lnTo>
                    <a:pt x="301" y="42483"/>
                  </a:lnTo>
                  <a:lnTo>
                    <a:pt x="406" y="43555"/>
                  </a:lnTo>
                  <a:lnTo>
                    <a:pt x="537" y="44614"/>
                  </a:lnTo>
                  <a:lnTo>
                    <a:pt x="680" y="45673"/>
                  </a:lnTo>
                  <a:lnTo>
                    <a:pt x="720" y="45935"/>
                  </a:lnTo>
                  <a:lnTo>
                    <a:pt x="772" y="46183"/>
                  </a:lnTo>
                  <a:lnTo>
                    <a:pt x="837" y="46458"/>
                  </a:lnTo>
                  <a:lnTo>
                    <a:pt x="916" y="46732"/>
                  </a:lnTo>
                  <a:lnTo>
                    <a:pt x="1086" y="47308"/>
                  </a:lnTo>
                  <a:lnTo>
                    <a:pt x="1308" y="47909"/>
                  </a:lnTo>
                  <a:lnTo>
                    <a:pt x="1556" y="48537"/>
                  </a:lnTo>
                  <a:lnTo>
                    <a:pt x="1831" y="49164"/>
                  </a:lnTo>
                  <a:lnTo>
                    <a:pt x="2145" y="49805"/>
                  </a:lnTo>
                  <a:lnTo>
                    <a:pt x="2498" y="50446"/>
                  </a:lnTo>
                  <a:lnTo>
                    <a:pt x="2864" y="51087"/>
                  </a:lnTo>
                  <a:lnTo>
                    <a:pt x="3256" y="51727"/>
                  </a:lnTo>
                  <a:lnTo>
                    <a:pt x="3688" y="52342"/>
                  </a:lnTo>
                  <a:lnTo>
                    <a:pt x="4119" y="52943"/>
                  </a:lnTo>
                  <a:lnTo>
                    <a:pt x="4577" y="53532"/>
                  </a:lnTo>
                  <a:lnTo>
                    <a:pt x="4825" y="53806"/>
                  </a:lnTo>
                  <a:lnTo>
                    <a:pt x="5061" y="54081"/>
                  </a:lnTo>
                  <a:lnTo>
                    <a:pt x="5309" y="54342"/>
                  </a:lnTo>
                  <a:lnTo>
                    <a:pt x="5545" y="54604"/>
                  </a:lnTo>
                  <a:lnTo>
                    <a:pt x="5806" y="54839"/>
                  </a:lnTo>
                  <a:lnTo>
                    <a:pt x="6054" y="55075"/>
                  </a:lnTo>
                  <a:lnTo>
                    <a:pt x="6316" y="55310"/>
                  </a:lnTo>
                  <a:lnTo>
                    <a:pt x="6564" y="55519"/>
                  </a:lnTo>
                  <a:lnTo>
                    <a:pt x="6826" y="55715"/>
                  </a:lnTo>
                  <a:lnTo>
                    <a:pt x="7087" y="55911"/>
                  </a:lnTo>
                  <a:lnTo>
                    <a:pt x="7362" y="56081"/>
                  </a:lnTo>
                  <a:lnTo>
                    <a:pt x="7624" y="56238"/>
                  </a:lnTo>
                  <a:lnTo>
                    <a:pt x="7885" y="56382"/>
                  </a:lnTo>
                  <a:lnTo>
                    <a:pt x="8160" y="56513"/>
                  </a:lnTo>
                  <a:lnTo>
                    <a:pt x="8421" y="56631"/>
                  </a:lnTo>
                  <a:lnTo>
                    <a:pt x="8696" y="56722"/>
                  </a:lnTo>
                  <a:lnTo>
                    <a:pt x="8957" y="56814"/>
                  </a:lnTo>
                  <a:lnTo>
                    <a:pt x="9232" y="56866"/>
                  </a:lnTo>
                  <a:lnTo>
                    <a:pt x="9493" y="56918"/>
                  </a:lnTo>
                  <a:lnTo>
                    <a:pt x="9768" y="56931"/>
                  </a:lnTo>
                  <a:lnTo>
                    <a:pt x="10029" y="56944"/>
                  </a:lnTo>
                  <a:lnTo>
                    <a:pt x="10291" y="56918"/>
                  </a:lnTo>
                  <a:lnTo>
                    <a:pt x="10553" y="56892"/>
                  </a:lnTo>
                  <a:lnTo>
                    <a:pt x="10814" y="56827"/>
                  </a:lnTo>
                  <a:lnTo>
                    <a:pt x="11076" y="56748"/>
                  </a:lnTo>
                  <a:lnTo>
                    <a:pt x="11337" y="56644"/>
                  </a:lnTo>
                  <a:lnTo>
                    <a:pt x="11585" y="56513"/>
                  </a:lnTo>
                  <a:lnTo>
                    <a:pt x="11847" y="56356"/>
                  </a:lnTo>
                  <a:lnTo>
                    <a:pt x="12095" y="56173"/>
                  </a:lnTo>
                  <a:lnTo>
                    <a:pt x="12331" y="55964"/>
                  </a:lnTo>
                  <a:lnTo>
                    <a:pt x="12579" y="55742"/>
                  </a:lnTo>
                  <a:lnTo>
                    <a:pt x="12815" y="55480"/>
                  </a:lnTo>
                  <a:lnTo>
                    <a:pt x="13050" y="55192"/>
                  </a:lnTo>
                  <a:lnTo>
                    <a:pt x="13285" y="54879"/>
                  </a:lnTo>
                  <a:lnTo>
                    <a:pt x="13508" y="54539"/>
                  </a:lnTo>
                  <a:lnTo>
                    <a:pt x="13730" y="54159"/>
                  </a:lnTo>
                  <a:lnTo>
                    <a:pt x="13939" y="53754"/>
                  </a:lnTo>
                  <a:lnTo>
                    <a:pt x="14148" y="53323"/>
                  </a:lnTo>
                  <a:lnTo>
                    <a:pt x="14397" y="52747"/>
                  </a:lnTo>
                  <a:lnTo>
                    <a:pt x="14632" y="52159"/>
                  </a:lnTo>
                  <a:lnTo>
                    <a:pt x="14828" y="51557"/>
                  </a:lnTo>
                  <a:lnTo>
                    <a:pt x="15011" y="50956"/>
                  </a:lnTo>
                  <a:lnTo>
                    <a:pt x="15168" y="50354"/>
                  </a:lnTo>
                  <a:lnTo>
                    <a:pt x="15299" y="49740"/>
                  </a:lnTo>
                  <a:lnTo>
                    <a:pt x="15417" y="49112"/>
                  </a:lnTo>
                  <a:lnTo>
                    <a:pt x="15508" y="48485"/>
                  </a:lnTo>
                  <a:lnTo>
                    <a:pt x="15587" y="47857"/>
                  </a:lnTo>
                  <a:lnTo>
                    <a:pt x="15652" y="47229"/>
                  </a:lnTo>
                  <a:lnTo>
                    <a:pt x="15704" y="46589"/>
                  </a:lnTo>
                  <a:lnTo>
                    <a:pt x="15730" y="45948"/>
                  </a:lnTo>
                  <a:lnTo>
                    <a:pt x="15744" y="45294"/>
                  </a:lnTo>
                  <a:lnTo>
                    <a:pt x="15744" y="44653"/>
                  </a:lnTo>
                  <a:lnTo>
                    <a:pt x="15744" y="44000"/>
                  </a:lnTo>
                  <a:lnTo>
                    <a:pt x="15717" y="43359"/>
                  </a:lnTo>
                  <a:lnTo>
                    <a:pt x="15678" y="42705"/>
                  </a:lnTo>
                  <a:lnTo>
                    <a:pt x="15639" y="42051"/>
                  </a:lnTo>
                  <a:lnTo>
                    <a:pt x="15600" y="41398"/>
                  </a:lnTo>
                  <a:lnTo>
                    <a:pt x="15534" y="40744"/>
                  </a:lnTo>
                  <a:lnTo>
                    <a:pt x="15404" y="39449"/>
                  </a:lnTo>
                  <a:lnTo>
                    <a:pt x="15247" y="38155"/>
                  </a:lnTo>
                  <a:lnTo>
                    <a:pt x="14920" y="35605"/>
                  </a:lnTo>
                  <a:lnTo>
                    <a:pt x="14763" y="34363"/>
                  </a:lnTo>
                  <a:lnTo>
                    <a:pt x="14606" y="33134"/>
                  </a:lnTo>
                  <a:lnTo>
                    <a:pt x="14109" y="28923"/>
                  </a:lnTo>
                  <a:lnTo>
                    <a:pt x="13495" y="23955"/>
                  </a:lnTo>
                  <a:lnTo>
                    <a:pt x="13155" y="21326"/>
                  </a:lnTo>
                  <a:lnTo>
                    <a:pt x="12802" y="18659"/>
                  </a:lnTo>
                  <a:lnTo>
                    <a:pt x="12435" y="16018"/>
                  </a:lnTo>
                  <a:lnTo>
                    <a:pt x="12069" y="13429"/>
                  </a:lnTo>
                  <a:lnTo>
                    <a:pt x="11703" y="10957"/>
                  </a:lnTo>
                  <a:lnTo>
                    <a:pt x="11337" y="8656"/>
                  </a:lnTo>
                  <a:lnTo>
                    <a:pt x="10984" y="6577"/>
                  </a:lnTo>
                  <a:lnTo>
                    <a:pt x="10814" y="5636"/>
                  </a:lnTo>
                  <a:lnTo>
                    <a:pt x="10644" y="4760"/>
                  </a:lnTo>
                  <a:lnTo>
                    <a:pt x="10474" y="3962"/>
                  </a:lnTo>
                  <a:lnTo>
                    <a:pt x="10317" y="3256"/>
                  </a:lnTo>
                  <a:lnTo>
                    <a:pt x="10160" y="2641"/>
                  </a:lnTo>
                  <a:lnTo>
                    <a:pt x="10016" y="2118"/>
                  </a:lnTo>
                  <a:lnTo>
                    <a:pt x="9873" y="1713"/>
                  </a:lnTo>
                  <a:lnTo>
                    <a:pt x="9807" y="1543"/>
                  </a:lnTo>
                  <a:lnTo>
                    <a:pt x="9742" y="1412"/>
                  </a:lnTo>
                  <a:lnTo>
                    <a:pt x="9676" y="1295"/>
                  </a:lnTo>
                  <a:lnTo>
                    <a:pt x="9611" y="1216"/>
                  </a:lnTo>
                  <a:lnTo>
                    <a:pt x="9559" y="1177"/>
                  </a:lnTo>
                  <a:lnTo>
                    <a:pt x="9493" y="1164"/>
                  </a:lnTo>
                  <a:lnTo>
                    <a:pt x="9219" y="955"/>
                  </a:lnTo>
                  <a:lnTo>
                    <a:pt x="8944" y="772"/>
                  </a:lnTo>
                  <a:lnTo>
                    <a:pt x="8670" y="615"/>
                  </a:lnTo>
                  <a:lnTo>
                    <a:pt x="8408" y="471"/>
                  </a:lnTo>
                  <a:lnTo>
                    <a:pt x="8160" y="353"/>
                  </a:lnTo>
                  <a:lnTo>
                    <a:pt x="7911" y="249"/>
                  </a:lnTo>
                  <a:lnTo>
                    <a:pt x="7663" y="157"/>
                  </a:lnTo>
                  <a:lnTo>
                    <a:pt x="7427" y="92"/>
                  </a:lnTo>
                  <a:lnTo>
                    <a:pt x="7205" y="39"/>
                  </a:lnTo>
                  <a:lnTo>
                    <a:pt x="6970" y="13"/>
                  </a:lnTo>
                  <a:lnTo>
                    <a:pt x="6761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8"/>
            <p:cNvSpPr/>
            <p:nvPr/>
          </p:nvSpPr>
          <p:spPr>
            <a:xfrm>
              <a:off x="3023825" y="4803800"/>
              <a:ext cx="519125" cy="295525"/>
            </a:xfrm>
            <a:custGeom>
              <a:avLst/>
              <a:gdLst/>
              <a:ahLst/>
              <a:cxnLst/>
              <a:rect l="l" t="t" r="r" b="b"/>
              <a:pathLst>
                <a:path w="20765" h="11821" extrusionOk="0">
                  <a:moveTo>
                    <a:pt x="12984" y="0"/>
                  </a:moveTo>
                  <a:lnTo>
                    <a:pt x="12566" y="13"/>
                  </a:lnTo>
                  <a:lnTo>
                    <a:pt x="12147" y="40"/>
                  </a:lnTo>
                  <a:lnTo>
                    <a:pt x="11742" y="66"/>
                  </a:lnTo>
                  <a:lnTo>
                    <a:pt x="11337" y="105"/>
                  </a:lnTo>
                  <a:lnTo>
                    <a:pt x="10958" y="157"/>
                  </a:lnTo>
                  <a:lnTo>
                    <a:pt x="10591" y="223"/>
                  </a:lnTo>
                  <a:lnTo>
                    <a:pt x="9833" y="236"/>
                  </a:lnTo>
                  <a:lnTo>
                    <a:pt x="9049" y="275"/>
                  </a:lnTo>
                  <a:lnTo>
                    <a:pt x="8238" y="327"/>
                  </a:lnTo>
                  <a:lnTo>
                    <a:pt x="7819" y="379"/>
                  </a:lnTo>
                  <a:lnTo>
                    <a:pt x="7414" y="432"/>
                  </a:lnTo>
                  <a:lnTo>
                    <a:pt x="6996" y="484"/>
                  </a:lnTo>
                  <a:lnTo>
                    <a:pt x="6577" y="563"/>
                  </a:lnTo>
                  <a:lnTo>
                    <a:pt x="6159" y="641"/>
                  </a:lnTo>
                  <a:lnTo>
                    <a:pt x="5740" y="733"/>
                  </a:lnTo>
                  <a:lnTo>
                    <a:pt x="5335" y="837"/>
                  </a:lnTo>
                  <a:lnTo>
                    <a:pt x="4930" y="955"/>
                  </a:lnTo>
                  <a:lnTo>
                    <a:pt x="4537" y="1072"/>
                  </a:lnTo>
                  <a:lnTo>
                    <a:pt x="4145" y="1216"/>
                  </a:lnTo>
                  <a:lnTo>
                    <a:pt x="3766" y="1373"/>
                  </a:lnTo>
                  <a:lnTo>
                    <a:pt x="3387" y="1530"/>
                  </a:lnTo>
                  <a:lnTo>
                    <a:pt x="3034" y="1713"/>
                  </a:lnTo>
                  <a:lnTo>
                    <a:pt x="2694" y="1909"/>
                  </a:lnTo>
                  <a:lnTo>
                    <a:pt x="2354" y="2119"/>
                  </a:lnTo>
                  <a:lnTo>
                    <a:pt x="2040" y="2354"/>
                  </a:lnTo>
                  <a:lnTo>
                    <a:pt x="1739" y="2602"/>
                  </a:lnTo>
                  <a:lnTo>
                    <a:pt x="1465" y="2864"/>
                  </a:lnTo>
                  <a:lnTo>
                    <a:pt x="1203" y="3138"/>
                  </a:lnTo>
                  <a:lnTo>
                    <a:pt x="968" y="3439"/>
                  </a:lnTo>
                  <a:lnTo>
                    <a:pt x="759" y="3753"/>
                  </a:lnTo>
                  <a:lnTo>
                    <a:pt x="562" y="4093"/>
                  </a:lnTo>
                  <a:lnTo>
                    <a:pt x="471" y="4263"/>
                  </a:lnTo>
                  <a:lnTo>
                    <a:pt x="392" y="4446"/>
                  </a:lnTo>
                  <a:lnTo>
                    <a:pt x="314" y="4629"/>
                  </a:lnTo>
                  <a:lnTo>
                    <a:pt x="249" y="4825"/>
                  </a:lnTo>
                  <a:lnTo>
                    <a:pt x="196" y="5021"/>
                  </a:lnTo>
                  <a:lnTo>
                    <a:pt x="131" y="5231"/>
                  </a:lnTo>
                  <a:lnTo>
                    <a:pt x="92" y="5427"/>
                  </a:lnTo>
                  <a:lnTo>
                    <a:pt x="53" y="5649"/>
                  </a:lnTo>
                  <a:lnTo>
                    <a:pt x="26" y="5832"/>
                  </a:lnTo>
                  <a:lnTo>
                    <a:pt x="13" y="6028"/>
                  </a:lnTo>
                  <a:lnTo>
                    <a:pt x="0" y="6211"/>
                  </a:lnTo>
                  <a:lnTo>
                    <a:pt x="13" y="6394"/>
                  </a:lnTo>
                  <a:lnTo>
                    <a:pt x="26" y="6577"/>
                  </a:lnTo>
                  <a:lnTo>
                    <a:pt x="53" y="6760"/>
                  </a:lnTo>
                  <a:lnTo>
                    <a:pt x="79" y="6930"/>
                  </a:lnTo>
                  <a:lnTo>
                    <a:pt x="118" y="7113"/>
                  </a:lnTo>
                  <a:lnTo>
                    <a:pt x="170" y="7283"/>
                  </a:lnTo>
                  <a:lnTo>
                    <a:pt x="236" y="7440"/>
                  </a:lnTo>
                  <a:lnTo>
                    <a:pt x="301" y="7610"/>
                  </a:lnTo>
                  <a:lnTo>
                    <a:pt x="366" y="7767"/>
                  </a:lnTo>
                  <a:lnTo>
                    <a:pt x="536" y="8081"/>
                  </a:lnTo>
                  <a:lnTo>
                    <a:pt x="732" y="8382"/>
                  </a:lnTo>
                  <a:lnTo>
                    <a:pt x="942" y="8669"/>
                  </a:lnTo>
                  <a:lnTo>
                    <a:pt x="1177" y="8944"/>
                  </a:lnTo>
                  <a:lnTo>
                    <a:pt x="1439" y="9206"/>
                  </a:lnTo>
                  <a:lnTo>
                    <a:pt x="1700" y="9454"/>
                  </a:lnTo>
                  <a:lnTo>
                    <a:pt x="1988" y="9689"/>
                  </a:lnTo>
                  <a:lnTo>
                    <a:pt x="2275" y="9912"/>
                  </a:lnTo>
                  <a:lnTo>
                    <a:pt x="2576" y="10108"/>
                  </a:lnTo>
                  <a:lnTo>
                    <a:pt x="2890" y="10291"/>
                  </a:lnTo>
                  <a:lnTo>
                    <a:pt x="3334" y="10526"/>
                  </a:lnTo>
                  <a:lnTo>
                    <a:pt x="3779" y="10735"/>
                  </a:lnTo>
                  <a:lnTo>
                    <a:pt x="4250" y="10932"/>
                  </a:lnTo>
                  <a:lnTo>
                    <a:pt x="4734" y="11088"/>
                  </a:lnTo>
                  <a:lnTo>
                    <a:pt x="5217" y="11232"/>
                  </a:lnTo>
                  <a:lnTo>
                    <a:pt x="5714" y="11363"/>
                  </a:lnTo>
                  <a:lnTo>
                    <a:pt x="6224" y="11468"/>
                  </a:lnTo>
                  <a:lnTo>
                    <a:pt x="6721" y="11559"/>
                  </a:lnTo>
                  <a:lnTo>
                    <a:pt x="7231" y="11638"/>
                  </a:lnTo>
                  <a:lnTo>
                    <a:pt x="7754" y="11690"/>
                  </a:lnTo>
                  <a:lnTo>
                    <a:pt x="8264" y="11742"/>
                  </a:lnTo>
                  <a:lnTo>
                    <a:pt x="8774" y="11781"/>
                  </a:lnTo>
                  <a:lnTo>
                    <a:pt x="9284" y="11795"/>
                  </a:lnTo>
                  <a:lnTo>
                    <a:pt x="9794" y="11808"/>
                  </a:lnTo>
                  <a:lnTo>
                    <a:pt x="10788" y="11821"/>
                  </a:lnTo>
                  <a:lnTo>
                    <a:pt x="11141" y="11808"/>
                  </a:lnTo>
                  <a:lnTo>
                    <a:pt x="11507" y="11795"/>
                  </a:lnTo>
                  <a:lnTo>
                    <a:pt x="11899" y="11768"/>
                  </a:lnTo>
                  <a:lnTo>
                    <a:pt x="12278" y="11729"/>
                  </a:lnTo>
                  <a:lnTo>
                    <a:pt x="12684" y="11690"/>
                  </a:lnTo>
                  <a:lnTo>
                    <a:pt x="13076" y="11638"/>
                  </a:lnTo>
                  <a:lnTo>
                    <a:pt x="13481" y="11559"/>
                  </a:lnTo>
                  <a:lnTo>
                    <a:pt x="13886" y="11481"/>
                  </a:lnTo>
                  <a:lnTo>
                    <a:pt x="14305" y="11402"/>
                  </a:lnTo>
                  <a:lnTo>
                    <a:pt x="14710" y="11298"/>
                  </a:lnTo>
                  <a:lnTo>
                    <a:pt x="15116" y="11180"/>
                  </a:lnTo>
                  <a:lnTo>
                    <a:pt x="15521" y="11062"/>
                  </a:lnTo>
                  <a:lnTo>
                    <a:pt x="15926" y="10918"/>
                  </a:lnTo>
                  <a:lnTo>
                    <a:pt x="16319" y="10775"/>
                  </a:lnTo>
                  <a:lnTo>
                    <a:pt x="16698" y="10605"/>
                  </a:lnTo>
                  <a:lnTo>
                    <a:pt x="17077" y="10435"/>
                  </a:lnTo>
                  <a:lnTo>
                    <a:pt x="17443" y="10239"/>
                  </a:lnTo>
                  <a:lnTo>
                    <a:pt x="17809" y="10042"/>
                  </a:lnTo>
                  <a:lnTo>
                    <a:pt x="18149" y="9820"/>
                  </a:lnTo>
                  <a:lnTo>
                    <a:pt x="18476" y="9585"/>
                  </a:lnTo>
                  <a:lnTo>
                    <a:pt x="18790" y="9336"/>
                  </a:lnTo>
                  <a:lnTo>
                    <a:pt x="19078" y="9075"/>
                  </a:lnTo>
                  <a:lnTo>
                    <a:pt x="19365" y="8800"/>
                  </a:lnTo>
                  <a:lnTo>
                    <a:pt x="19614" y="8499"/>
                  </a:lnTo>
                  <a:lnTo>
                    <a:pt x="19849" y="8199"/>
                  </a:lnTo>
                  <a:lnTo>
                    <a:pt x="20058" y="7872"/>
                  </a:lnTo>
                  <a:lnTo>
                    <a:pt x="20241" y="7532"/>
                  </a:lnTo>
                  <a:lnTo>
                    <a:pt x="20333" y="7349"/>
                  </a:lnTo>
                  <a:lnTo>
                    <a:pt x="20411" y="7166"/>
                  </a:lnTo>
                  <a:lnTo>
                    <a:pt x="20477" y="6983"/>
                  </a:lnTo>
                  <a:lnTo>
                    <a:pt x="20542" y="6787"/>
                  </a:lnTo>
                  <a:lnTo>
                    <a:pt x="20594" y="6590"/>
                  </a:lnTo>
                  <a:lnTo>
                    <a:pt x="20647" y="6394"/>
                  </a:lnTo>
                  <a:lnTo>
                    <a:pt x="20686" y="6198"/>
                  </a:lnTo>
                  <a:lnTo>
                    <a:pt x="20712" y="5989"/>
                  </a:lnTo>
                  <a:lnTo>
                    <a:pt x="20738" y="5767"/>
                  </a:lnTo>
                  <a:lnTo>
                    <a:pt x="20764" y="5557"/>
                  </a:lnTo>
                  <a:lnTo>
                    <a:pt x="20764" y="5309"/>
                  </a:lnTo>
                  <a:lnTo>
                    <a:pt x="20764" y="5061"/>
                  </a:lnTo>
                  <a:lnTo>
                    <a:pt x="20764" y="4825"/>
                  </a:lnTo>
                  <a:lnTo>
                    <a:pt x="20738" y="4603"/>
                  </a:lnTo>
                  <a:lnTo>
                    <a:pt x="20712" y="4381"/>
                  </a:lnTo>
                  <a:lnTo>
                    <a:pt x="20673" y="4171"/>
                  </a:lnTo>
                  <a:lnTo>
                    <a:pt x="20620" y="3962"/>
                  </a:lnTo>
                  <a:lnTo>
                    <a:pt x="20568" y="3753"/>
                  </a:lnTo>
                  <a:lnTo>
                    <a:pt x="20503" y="3557"/>
                  </a:lnTo>
                  <a:lnTo>
                    <a:pt x="20437" y="3374"/>
                  </a:lnTo>
                  <a:lnTo>
                    <a:pt x="20359" y="3191"/>
                  </a:lnTo>
                  <a:lnTo>
                    <a:pt x="20267" y="3008"/>
                  </a:lnTo>
                  <a:lnTo>
                    <a:pt x="20176" y="2838"/>
                  </a:lnTo>
                  <a:lnTo>
                    <a:pt x="20071" y="2668"/>
                  </a:lnTo>
                  <a:lnTo>
                    <a:pt x="19967" y="2511"/>
                  </a:lnTo>
                  <a:lnTo>
                    <a:pt x="19849" y="2367"/>
                  </a:lnTo>
                  <a:lnTo>
                    <a:pt x="19718" y="2210"/>
                  </a:lnTo>
                  <a:lnTo>
                    <a:pt x="19587" y="2066"/>
                  </a:lnTo>
                  <a:lnTo>
                    <a:pt x="19457" y="1935"/>
                  </a:lnTo>
                  <a:lnTo>
                    <a:pt x="19313" y="1805"/>
                  </a:lnTo>
                  <a:lnTo>
                    <a:pt x="19012" y="1556"/>
                  </a:lnTo>
                  <a:lnTo>
                    <a:pt x="18698" y="1334"/>
                  </a:lnTo>
                  <a:lnTo>
                    <a:pt x="18358" y="1125"/>
                  </a:lnTo>
                  <a:lnTo>
                    <a:pt x="18005" y="942"/>
                  </a:lnTo>
                  <a:lnTo>
                    <a:pt x="17626" y="772"/>
                  </a:lnTo>
                  <a:lnTo>
                    <a:pt x="17234" y="628"/>
                  </a:lnTo>
                  <a:lnTo>
                    <a:pt x="16842" y="497"/>
                  </a:lnTo>
                  <a:lnTo>
                    <a:pt x="16423" y="379"/>
                  </a:lnTo>
                  <a:lnTo>
                    <a:pt x="16005" y="288"/>
                  </a:lnTo>
                  <a:lnTo>
                    <a:pt x="15586" y="196"/>
                  </a:lnTo>
                  <a:lnTo>
                    <a:pt x="15155" y="131"/>
                  </a:lnTo>
                  <a:lnTo>
                    <a:pt x="14723" y="79"/>
                  </a:lnTo>
                  <a:lnTo>
                    <a:pt x="14292" y="40"/>
                  </a:lnTo>
                  <a:lnTo>
                    <a:pt x="13847" y="13"/>
                  </a:lnTo>
                  <a:lnTo>
                    <a:pt x="1341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8"/>
            <p:cNvSpPr/>
            <p:nvPr/>
          </p:nvSpPr>
          <p:spPr>
            <a:xfrm>
              <a:off x="3381750" y="4928350"/>
              <a:ext cx="80125" cy="148100"/>
            </a:xfrm>
            <a:custGeom>
              <a:avLst/>
              <a:gdLst/>
              <a:ahLst/>
              <a:cxnLst/>
              <a:rect l="l" t="t" r="r" b="b"/>
              <a:pathLst>
                <a:path w="3205" h="5924" extrusionOk="0">
                  <a:moveTo>
                    <a:pt x="1936" y="0"/>
                  </a:moveTo>
                  <a:lnTo>
                    <a:pt x="1845" y="26"/>
                  </a:lnTo>
                  <a:lnTo>
                    <a:pt x="1753" y="65"/>
                  </a:lnTo>
                  <a:lnTo>
                    <a:pt x="1688" y="118"/>
                  </a:lnTo>
                  <a:lnTo>
                    <a:pt x="1635" y="170"/>
                  </a:lnTo>
                  <a:lnTo>
                    <a:pt x="1622" y="209"/>
                  </a:lnTo>
                  <a:lnTo>
                    <a:pt x="1609" y="235"/>
                  </a:lnTo>
                  <a:lnTo>
                    <a:pt x="1596" y="549"/>
                  </a:lnTo>
                  <a:lnTo>
                    <a:pt x="1570" y="876"/>
                  </a:lnTo>
                  <a:lnTo>
                    <a:pt x="1544" y="1203"/>
                  </a:lnTo>
                  <a:lnTo>
                    <a:pt x="1492" y="1517"/>
                  </a:lnTo>
                  <a:lnTo>
                    <a:pt x="1426" y="1844"/>
                  </a:lnTo>
                  <a:lnTo>
                    <a:pt x="1348" y="2171"/>
                  </a:lnTo>
                  <a:lnTo>
                    <a:pt x="1269" y="2511"/>
                  </a:lnTo>
                  <a:lnTo>
                    <a:pt x="1178" y="2838"/>
                  </a:lnTo>
                  <a:lnTo>
                    <a:pt x="1073" y="3177"/>
                  </a:lnTo>
                  <a:lnTo>
                    <a:pt x="956" y="3504"/>
                  </a:lnTo>
                  <a:lnTo>
                    <a:pt x="707" y="4184"/>
                  </a:lnTo>
                  <a:lnTo>
                    <a:pt x="432" y="4864"/>
                  </a:lnTo>
                  <a:lnTo>
                    <a:pt x="132" y="5557"/>
                  </a:lnTo>
                  <a:lnTo>
                    <a:pt x="53" y="5610"/>
                  </a:lnTo>
                  <a:lnTo>
                    <a:pt x="14" y="5675"/>
                  </a:lnTo>
                  <a:lnTo>
                    <a:pt x="1" y="5701"/>
                  </a:lnTo>
                  <a:lnTo>
                    <a:pt x="1" y="5740"/>
                  </a:lnTo>
                  <a:lnTo>
                    <a:pt x="14" y="5766"/>
                  </a:lnTo>
                  <a:lnTo>
                    <a:pt x="27" y="5793"/>
                  </a:lnTo>
                  <a:lnTo>
                    <a:pt x="27" y="5819"/>
                  </a:lnTo>
                  <a:lnTo>
                    <a:pt x="27" y="5845"/>
                  </a:lnTo>
                  <a:lnTo>
                    <a:pt x="40" y="5871"/>
                  </a:lnTo>
                  <a:lnTo>
                    <a:pt x="53" y="5884"/>
                  </a:lnTo>
                  <a:lnTo>
                    <a:pt x="106" y="5910"/>
                  </a:lnTo>
                  <a:lnTo>
                    <a:pt x="171" y="5923"/>
                  </a:lnTo>
                  <a:lnTo>
                    <a:pt x="263" y="5910"/>
                  </a:lnTo>
                  <a:lnTo>
                    <a:pt x="341" y="5897"/>
                  </a:lnTo>
                  <a:lnTo>
                    <a:pt x="419" y="5871"/>
                  </a:lnTo>
                  <a:lnTo>
                    <a:pt x="498" y="5819"/>
                  </a:lnTo>
                  <a:lnTo>
                    <a:pt x="877" y="5793"/>
                  </a:lnTo>
                  <a:lnTo>
                    <a:pt x="1230" y="5740"/>
                  </a:lnTo>
                  <a:lnTo>
                    <a:pt x="1544" y="5649"/>
                  </a:lnTo>
                  <a:lnTo>
                    <a:pt x="1832" y="5544"/>
                  </a:lnTo>
                  <a:lnTo>
                    <a:pt x="2080" y="5426"/>
                  </a:lnTo>
                  <a:lnTo>
                    <a:pt x="2302" y="5283"/>
                  </a:lnTo>
                  <a:lnTo>
                    <a:pt x="2498" y="5126"/>
                  </a:lnTo>
                  <a:lnTo>
                    <a:pt x="2668" y="4943"/>
                  </a:lnTo>
                  <a:lnTo>
                    <a:pt x="2812" y="4760"/>
                  </a:lnTo>
                  <a:lnTo>
                    <a:pt x="2930" y="4550"/>
                  </a:lnTo>
                  <a:lnTo>
                    <a:pt x="3021" y="4341"/>
                  </a:lnTo>
                  <a:lnTo>
                    <a:pt x="3100" y="4119"/>
                  </a:lnTo>
                  <a:lnTo>
                    <a:pt x="3152" y="3884"/>
                  </a:lnTo>
                  <a:lnTo>
                    <a:pt x="3191" y="3648"/>
                  </a:lnTo>
                  <a:lnTo>
                    <a:pt x="3205" y="3400"/>
                  </a:lnTo>
                  <a:lnTo>
                    <a:pt x="3205" y="3164"/>
                  </a:lnTo>
                  <a:lnTo>
                    <a:pt x="3205" y="2916"/>
                  </a:lnTo>
                  <a:lnTo>
                    <a:pt x="3178" y="2668"/>
                  </a:lnTo>
                  <a:lnTo>
                    <a:pt x="3139" y="2419"/>
                  </a:lnTo>
                  <a:lnTo>
                    <a:pt x="3087" y="2171"/>
                  </a:lnTo>
                  <a:lnTo>
                    <a:pt x="3021" y="1935"/>
                  </a:lnTo>
                  <a:lnTo>
                    <a:pt x="2956" y="1700"/>
                  </a:lnTo>
                  <a:lnTo>
                    <a:pt x="2891" y="1478"/>
                  </a:lnTo>
                  <a:lnTo>
                    <a:pt x="2812" y="1255"/>
                  </a:lnTo>
                  <a:lnTo>
                    <a:pt x="2642" y="850"/>
                  </a:lnTo>
                  <a:lnTo>
                    <a:pt x="2472" y="510"/>
                  </a:lnTo>
                  <a:lnTo>
                    <a:pt x="2302" y="235"/>
                  </a:lnTo>
                  <a:lnTo>
                    <a:pt x="2224" y="118"/>
                  </a:lnTo>
                  <a:lnTo>
                    <a:pt x="2158" y="39"/>
                  </a:lnTo>
                  <a:lnTo>
                    <a:pt x="2132" y="1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8"/>
            <p:cNvSpPr/>
            <p:nvPr/>
          </p:nvSpPr>
          <p:spPr>
            <a:xfrm>
              <a:off x="3171575" y="4939775"/>
              <a:ext cx="76175" cy="152025"/>
            </a:xfrm>
            <a:custGeom>
              <a:avLst/>
              <a:gdLst/>
              <a:ahLst/>
              <a:cxnLst/>
              <a:rect l="l" t="t" r="r" b="b"/>
              <a:pathLst>
                <a:path w="3047" h="6081" extrusionOk="0">
                  <a:moveTo>
                    <a:pt x="1936" y="1"/>
                  </a:moveTo>
                  <a:lnTo>
                    <a:pt x="1844" y="27"/>
                  </a:lnTo>
                  <a:lnTo>
                    <a:pt x="1753" y="66"/>
                  </a:lnTo>
                  <a:lnTo>
                    <a:pt x="1674" y="118"/>
                  </a:lnTo>
                  <a:lnTo>
                    <a:pt x="1622" y="171"/>
                  </a:lnTo>
                  <a:lnTo>
                    <a:pt x="1609" y="210"/>
                  </a:lnTo>
                  <a:lnTo>
                    <a:pt x="1609" y="236"/>
                  </a:lnTo>
                  <a:lnTo>
                    <a:pt x="1596" y="550"/>
                  </a:lnTo>
                  <a:lnTo>
                    <a:pt x="1569" y="877"/>
                  </a:lnTo>
                  <a:lnTo>
                    <a:pt x="1530" y="1204"/>
                  </a:lnTo>
                  <a:lnTo>
                    <a:pt x="1478" y="1518"/>
                  </a:lnTo>
                  <a:lnTo>
                    <a:pt x="1413" y="1844"/>
                  </a:lnTo>
                  <a:lnTo>
                    <a:pt x="1347" y="2171"/>
                  </a:lnTo>
                  <a:lnTo>
                    <a:pt x="1256" y="2511"/>
                  </a:lnTo>
                  <a:lnTo>
                    <a:pt x="1164" y="2838"/>
                  </a:lnTo>
                  <a:lnTo>
                    <a:pt x="1060" y="3178"/>
                  </a:lnTo>
                  <a:lnTo>
                    <a:pt x="955" y="3505"/>
                  </a:lnTo>
                  <a:lnTo>
                    <a:pt x="706" y="4185"/>
                  </a:lnTo>
                  <a:lnTo>
                    <a:pt x="419" y="4865"/>
                  </a:lnTo>
                  <a:lnTo>
                    <a:pt x="118" y="5558"/>
                  </a:lnTo>
                  <a:lnTo>
                    <a:pt x="53" y="5610"/>
                  </a:lnTo>
                  <a:lnTo>
                    <a:pt x="0" y="5676"/>
                  </a:lnTo>
                  <a:lnTo>
                    <a:pt x="0" y="5702"/>
                  </a:lnTo>
                  <a:lnTo>
                    <a:pt x="0" y="5741"/>
                  </a:lnTo>
                  <a:lnTo>
                    <a:pt x="0" y="5767"/>
                  </a:lnTo>
                  <a:lnTo>
                    <a:pt x="27" y="5793"/>
                  </a:lnTo>
                  <a:lnTo>
                    <a:pt x="13" y="5819"/>
                  </a:lnTo>
                  <a:lnTo>
                    <a:pt x="13" y="5846"/>
                  </a:lnTo>
                  <a:lnTo>
                    <a:pt x="27" y="5872"/>
                  </a:lnTo>
                  <a:lnTo>
                    <a:pt x="53" y="5885"/>
                  </a:lnTo>
                  <a:lnTo>
                    <a:pt x="105" y="5911"/>
                  </a:lnTo>
                  <a:lnTo>
                    <a:pt x="170" y="5924"/>
                  </a:lnTo>
                  <a:lnTo>
                    <a:pt x="249" y="5911"/>
                  </a:lnTo>
                  <a:lnTo>
                    <a:pt x="327" y="5898"/>
                  </a:lnTo>
                  <a:lnTo>
                    <a:pt x="419" y="5872"/>
                  </a:lnTo>
                  <a:lnTo>
                    <a:pt x="484" y="5819"/>
                  </a:lnTo>
                  <a:lnTo>
                    <a:pt x="667" y="5898"/>
                  </a:lnTo>
                  <a:lnTo>
                    <a:pt x="837" y="5950"/>
                  </a:lnTo>
                  <a:lnTo>
                    <a:pt x="994" y="6002"/>
                  </a:lnTo>
                  <a:lnTo>
                    <a:pt x="1151" y="6042"/>
                  </a:lnTo>
                  <a:lnTo>
                    <a:pt x="1295" y="6068"/>
                  </a:lnTo>
                  <a:lnTo>
                    <a:pt x="1439" y="6081"/>
                  </a:lnTo>
                  <a:lnTo>
                    <a:pt x="1700" y="6081"/>
                  </a:lnTo>
                  <a:lnTo>
                    <a:pt x="1818" y="6055"/>
                  </a:lnTo>
                  <a:lnTo>
                    <a:pt x="1936" y="6042"/>
                  </a:lnTo>
                  <a:lnTo>
                    <a:pt x="2040" y="6002"/>
                  </a:lnTo>
                  <a:lnTo>
                    <a:pt x="2145" y="5963"/>
                  </a:lnTo>
                  <a:lnTo>
                    <a:pt x="2236" y="5911"/>
                  </a:lnTo>
                  <a:lnTo>
                    <a:pt x="2328" y="5859"/>
                  </a:lnTo>
                  <a:lnTo>
                    <a:pt x="2406" y="5793"/>
                  </a:lnTo>
                  <a:lnTo>
                    <a:pt x="2485" y="5715"/>
                  </a:lnTo>
                  <a:lnTo>
                    <a:pt x="2550" y="5636"/>
                  </a:lnTo>
                  <a:lnTo>
                    <a:pt x="2616" y="5558"/>
                  </a:lnTo>
                  <a:lnTo>
                    <a:pt x="2733" y="5362"/>
                  </a:lnTo>
                  <a:lnTo>
                    <a:pt x="2838" y="5153"/>
                  </a:lnTo>
                  <a:lnTo>
                    <a:pt x="2903" y="4917"/>
                  </a:lnTo>
                  <a:lnTo>
                    <a:pt x="2969" y="4669"/>
                  </a:lnTo>
                  <a:lnTo>
                    <a:pt x="3008" y="4407"/>
                  </a:lnTo>
                  <a:lnTo>
                    <a:pt x="3034" y="4133"/>
                  </a:lnTo>
                  <a:lnTo>
                    <a:pt x="3047" y="3845"/>
                  </a:lnTo>
                  <a:lnTo>
                    <a:pt x="3047" y="3557"/>
                  </a:lnTo>
                  <a:lnTo>
                    <a:pt x="3034" y="3257"/>
                  </a:lnTo>
                  <a:lnTo>
                    <a:pt x="3008" y="2956"/>
                  </a:lnTo>
                  <a:lnTo>
                    <a:pt x="2969" y="2655"/>
                  </a:lnTo>
                  <a:lnTo>
                    <a:pt x="2916" y="2354"/>
                  </a:lnTo>
                  <a:lnTo>
                    <a:pt x="2864" y="2067"/>
                  </a:lnTo>
                  <a:lnTo>
                    <a:pt x="2812" y="1779"/>
                  </a:lnTo>
                  <a:lnTo>
                    <a:pt x="2746" y="1518"/>
                  </a:lnTo>
                  <a:lnTo>
                    <a:pt x="2602" y="1008"/>
                  </a:lnTo>
                  <a:lnTo>
                    <a:pt x="2524" y="785"/>
                  </a:lnTo>
                  <a:lnTo>
                    <a:pt x="2446" y="589"/>
                  </a:lnTo>
                  <a:lnTo>
                    <a:pt x="2367" y="406"/>
                  </a:lnTo>
                  <a:lnTo>
                    <a:pt x="2289" y="249"/>
                  </a:lnTo>
                  <a:lnTo>
                    <a:pt x="2223" y="132"/>
                  </a:lnTo>
                  <a:lnTo>
                    <a:pt x="2145" y="40"/>
                  </a:lnTo>
                  <a:lnTo>
                    <a:pt x="2132" y="14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8"/>
            <p:cNvSpPr/>
            <p:nvPr/>
          </p:nvSpPr>
          <p:spPr>
            <a:xfrm>
              <a:off x="2758375" y="4965600"/>
              <a:ext cx="86975" cy="142550"/>
            </a:xfrm>
            <a:custGeom>
              <a:avLst/>
              <a:gdLst/>
              <a:ahLst/>
              <a:cxnLst/>
              <a:rect l="l" t="t" r="r" b="b"/>
              <a:pathLst>
                <a:path w="3479" h="5702" extrusionOk="0">
                  <a:moveTo>
                    <a:pt x="2524" y="1"/>
                  </a:moveTo>
                  <a:lnTo>
                    <a:pt x="2433" y="14"/>
                  </a:lnTo>
                  <a:lnTo>
                    <a:pt x="2341" y="40"/>
                  </a:lnTo>
                  <a:lnTo>
                    <a:pt x="2263" y="79"/>
                  </a:lnTo>
                  <a:lnTo>
                    <a:pt x="2198" y="131"/>
                  </a:lnTo>
                  <a:lnTo>
                    <a:pt x="2184" y="158"/>
                  </a:lnTo>
                  <a:lnTo>
                    <a:pt x="2171" y="184"/>
                  </a:lnTo>
                  <a:lnTo>
                    <a:pt x="2132" y="511"/>
                  </a:lnTo>
                  <a:lnTo>
                    <a:pt x="2067" y="824"/>
                  </a:lnTo>
                  <a:lnTo>
                    <a:pt x="2001" y="1138"/>
                  </a:lnTo>
                  <a:lnTo>
                    <a:pt x="1923" y="1452"/>
                  </a:lnTo>
                  <a:lnTo>
                    <a:pt x="1818" y="1779"/>
                  </a:lnTo>
                  <a:lnTo>
                    <a:pt x="1714" y="2093"/>
                  </a:lnTo>
                  <a:lnTo>
                    <a:pt x="1596" y="2420"/>
                  </a:lnTo>
                  <a:lnTo>
                    <a:pt x="1465" y="2734"/>
                  </a:lnTo>
                  <a:lnTo>
                    <a:pt x="1335" y="3060"/>
                  </a:lnTo>
                  <a:lnTo>
                    <a:pt x="1191" y="3374"/>
                  </a:lnTo>
                  <a:lnTo>
                    <a:pt x="864" y="4028"/>
                  </a:lnTo>
                  <a:lnTo>
                    <a:pt x="524" y="4669"/>
                  </a:lnTo>
                  <a:lnTo>
                    <a:pt x="145" y="5323"/>
                  </a:lnTo>
                  <a:lnTo>
                    <a:pt x="79" y="5375"/>
                  </a:lnTo>
                  <a:lnTo>
                    <a:pt x="27" y="5440"/>
                  </a:lnTo>
                  <a:lnTo>
                    <a:pt x="14" y="5466"/>
                  </a:lnTo>
                  <a:lnTo>
                    <a:pt x="1" y="5492"/>
                  </a:lnTo>
                  <a:lnTo>
                    <a:pt x="14" y="5519"/>
                  </a:lnTo>
                  <a:lnTo>
                    <a:pt x="27" y="5545"/>
                  </a:lnTo>
                  <a:lnTo>
                    <a:pt x="14" y="5584"/>
                  </a:lnTo>
                  <a:lnTo>
                    <a:pt x="14" y="5610"/>
                  </a:lnTo>
                  <a:lnTo>
                    <a:pt x="27" y="5623"/>
                  </a:lnTo>
                  <a:lnTo>
                    <a:pt x="40" y="5649"/>
                  </a:lnTo>
                  <a:lnTo>
                    <a:pt x="92" y="5676"/>
                  </a:lnTo>
                  <a:lnTo>
                    <a:pt x="158" y="5689"/>
                  </a:lnTo>
                  <a:lnTo>
                    <a:pt x="236" y="5702"/>
                  </a:lnTo>
                  <a:lnTo>
                    <a:pt x="328" y="5689"/>
                  </a:lnTo>
                  <a:lnTo>
                    <a:pt x="406" y="5676"/>
                  </a:lnTo>
                  <a:lnTo>
                    <a:pt x="485" y="5636"/>
                  </a:lnTo>
                  <a:lnTo>
                    <a:pt x="864" y="5636"/>
                  </a:lnTo>
                  <a:lnTo>
                    <a:pt x="1230" y="5623"/>
                  </a:lnTo>
                  <a:lnTo>
                    <a:pt x="1544" y="5571"/>
                  </a:lnTo>
                  <a:lnTo>
                    <a:pt x="1844" y="5506"/>
                  </a:lnTo>
                  <a:lnTo>
                    <a:pt x="2106" y="5401"/>
                  </a:lnTo>
                  <a:lnTo>
                    <a:pt x="2341" y="5283"/>
                  </a:lnTo>
                  <a:lnTo>
                    <a:pt x="2551" y="5139"/>
                  </a:lnTo>
                  <a:lnTo>
                    <a:pt x="2734" y="4983"/>
                  </a:lnTo>
                  <a:lnTo>
                    <a:pt x="2904" y="4813"/>
                  </a:lnTo>
                  <a:lnTo>
                    <a:pt x="3034" y="4629"/>
                  </a:lnTo>
                  <a:lnTo>
                    <a:pt x="3152" y="4420"/>
                  </a:lnTo>
                  <a:lnTo>
                    <a:pt x="3257" y="4211"/>
                  </a:lnTo>
                  <a:lnTo>
                    <a:pt x="3335" y="3989"/>
                  </a:lnTo>
                  <a:lnTo>
                    <a:pt x="3387" y="3753"/>
                  </a:lnTo>
                  <a:lnTo>
                    <a:pt x="3440" y="3505"/>
                  </a:lnTo>
                  <a:lnTo>
                    <a:pt x="3466" y="3270"/>
                  </a:lnTo>
                  <a:lnTo>
                    <a:pt x="3479" y="3021"/>
                  </a:lnTo>
                  <a:lnTo>
                    <a:pt x="3479" y="2773"/>
                  </a:lnTo>
                  <a:lnTo>
                    <a:pt x="3466" y="2524"/>
                  </a:lnTo>
                  <a:lnTo>
                    <a:pt x="3440" y="2276"/>
                  </a:lnTo>
                  <a:lnTo>
                    <a:pt x="3414" y="2027"/>
                  </a:lnTo>
                  <a:lnTo>
                    <a:pt x="3361" y="1792"/>
                  </a:lnTo>
                  <a:lnTo>
                    <a:pt x="3322" y="1557"/>
                  </a:lnTo>
                  <a:lnTo>
                    <a:pt x="3257" y="1334"/>
                  </a:lnTo>
                  <a:lnTo>
                    <a:pt x="3139" y="916"/>
                  </a:lnTo>
                  <a:lnTo>
                    <a:pt x="3008" y="550"/>
                  </a:lnTo>
                  <a:lnTo>
                    <a:pt x="2864" y="262"/>
                  </a:lnTo>
                  <a:lnTo>
                    <a:pt x="2799" y="145"/>
                  </a:lnTo>
                  <a:lnTo>
                    <a:pt x="2734" y="53"/>
                  </a:lnTo>
                  <a:lnTo>
                    <a:pt x="2721" y="27"/>
                  </a:lnTo>
                  <a:lnTo>
                    <a:pt x="2694" y="14"/>
                  </a:lnTo>
                  <a:lnTo>
                    <a:pt x="2616" y="1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8"/>
            <p:cNvSpPr/>
            <p:nvPr/>
          </p:nvSpPr>
          <p:spPr>
            <a:xfrm>
              <a:off x="2548200" y="4955150"/>
              <a:ext cx="81750" cy="150400"/>
            </a:xfrm>
            <a:custGeom>
              <a:avLst/>
              <a:gdLst/>
              <a:ahLst/>
              <a:cxnLst/>
              <a:rect l="l" t="t" r="r" b="b"/>
              <a:pathLst>
                <a:path w="3270" h="6016" extrusionOk="0">
                  <a:moveTo>
                    <a:pt x="2511" y="0"/>
                  </a:moveTo>
                  <a:lnTo>
                    <a:pt x="2419" y="13"/>
                  </a:lnTo>
                  <a:lnTo>
                    <a:pt x="2328" y="40"/>
                  </a:lnTo>
                  <a:lnTo>
                    <a:pt x="2249" y="79"/>
                  </a:lnTo>
                  <a:lnTo>
                    <a:pt x="2197" y="131"/>
                  </a:lnTo>
                  <a:lnTo>
                    <a:pt x="2171" y="157"/>
                  </a:lnTo>
                  <a:lnTo>
                    <a:pt x="2171" y="183"/>
                  </a:lnTo>
                  <a:lnTo>
                    <a:pt x="2118" y="510"/>
                  </a:lnTo>
                  <a:lnTo>
                    <a:pt x="2066" y="824"/>
                  </a:lnTo>
                  <a:lnTo>
                    <a:pt x="1988" y="1138"/>
                  </a:lnTo>
                  <a:lnTo>
                    <a:pt x="1909" y="1465"/>
                  </a:lnTo>
                  <a:lnTo>
                    <a:pt x="1818" y="1779"/>
                  </a:lnTo>
                  <a:lnTo>
                    <a:pt x="1700" y="2092"/>
                  </a:lnTo>
                  <a:lnTo>
                    <a:pt x="1582" y="2419"/>
                  </a:lnTo>
                  <a:lnTo>
                    <a:pt x="1465" y="2733"/>
                  </a:lnTo>
                  <a:lnTo>
                    <a:pt x="1321" y="3060"/>
                  </a:lnTo>
                  <a:lnTo>
                    <a:pt x="1177" y="3374"/>
                  </a:lnTo>
                  <a:lnTo>
                    <a:pt x="863" y="4028"/>
                  </a:lnTo>
                  <a:lnTo>
                    <a:pt x="510" y="4668"/>
                  </a:lnTo>
                  <a:lnTo>
                    <a:pt x="144" y="5322"/>
                  </a:lnTo>
                  <a:lnTo>
                    <a:pt x="66" y="5374"/>
                  </a:lnTo>
                  <a:lnTo>
                    <a:pt x="13" y="5440"/>
                  </a:lnTo>
                  <a:lnTo>
                    <a:pt x="0" y="5466"/>
                  </a:lnTo>
                  <a:lnTo>
                    <a:pt x="0" y="5492"/>
                  </a:lnTo>
                  <a:lnTo>
                    <a:pt x="0" y="5531"/>
                  </a:lnTo>
                  <a:lnTo>
                    <a:pt x="13" y="5557"/>
                  </a:lnTo>
                  <a:lnTo>
                    <a:pt x="0" y="5584"/>
                  </a:lnTo>
                  <a:lnTo>
                    <a:pt x="0" y="5610"/>
                  </a:lnTo>
                  <a:lnTo>
                    <a:pt x="13" y="5623"/>
                  </a:lnTo>
                  <a:lnTo>
                    <a:pt x="26" y="5649"/>
                  </a:lnTo>
                  <a:lnTo>
                    <a:pt x="79" y="5675"/>
                  </a:lnTo>
                  <a:lnTo>
                    <a:pt x="144" y="5701"/>
                  </a:lnTo>
                  <a:lnTo>
                    <a:pt x="223" y="5701"/>
                  </a:lnTo>
                  <a:lnTo>
                    <a:pt x="314" y="5688"/>
                  </a:lnTo>
                  <a:lnTo>
                    <a:pt x="393" y="5675"/>
                  </a:lnTo>
                  <a:lnTo>
                    <a:pt x="471" y="5636"/>
                  </a:lnTo>
                  <a:lnTo>
                    <a:pt x="641" y="5727"/>
                  </a:lnTo>
                  <a:lnTo>
                    <a:pt x="811" y="5793"/>
                  </a:lnTo>
                  <a:lnTo>
                    <a:pt x="968" y="5858"/>
                  </a:lnTo>
                  <a:lnTo>
                    <a:pt x="1112" y="5910"/>
                  </a:lnTo>
                  <a:lnTo>
                    <a:pt x="1255" y="5950"/>
                  </a:lnTo>
                  <a:lnTo>
                    <a:pt x="1399" y="5989"/>
                  </a:lnTo>
                  <a:lnTo>
                    <a:pt x="1530" y="6002"/>
                  </a:lnTo>
                  <a:lnTo>
                    <a:pt x="1661" y="6015"/>
                  </a:lnTo>
                  <a:lnTo>
                    <a:pt x="1779" y="6015"/>
                  </a:lnTo>
                  <a:lnTo>
                    <a:pt x="1896" y="6002"/>
                  </a:lnTo>
                  <a:lnTo>
                    <a:pt x="2001" y="5976"/>
                  </a:lnTo>
                  <a:lnTo>
                    <a:pt x="2105" y="5950"/>
                  </a:lnTo>
                  <a:lnTo>
                    <a:pt x="2210" y="5910"/>
                  </a:lnTo>
                  <a:lnTo>
                    <a:pt x="2302" y="5858"/>
                  </a:lnTo>
                  <a:lnTo>
                    <a:pt x="2393" y="5806"/>
                  </a:lnTo>
                  <a:lnTo>
                    <a:pt x="2472" y="5741"/>
                  </a:lnTo>
                  <a:lnTo>
                    <a:pt x="2550" y="5662"/>
                  </a:lnTo>
                  <a:lnTo>
                    <a:pt x="2628" y="5584"/>
                  </a:lnTo>
                  <a:lnTo>
                    <a:pt x="2759" y="5414"/>
                  </a:lnTo>
                  <a:lnTo>
                    <a:pt x="2877" y="5217"/>
                  </a:lnTo>
                  <a:lnTo>
                    <a:pt x="2981" y="4982"/>
                  </a:lnTo>
                  <a:lnTo>
                    <a:pt x="3060" y="4747"/>
                  </a:lnTo>
                  <a:lnTo>
                    <a:pt x="3125" y="4485"/>
                  </a:lnTo>
                  <a:lnTo>
                    <a:pt x="3178" y="4211"/>
                  </a:lnTo>
                  <a:lnTo>
                    <a:pt x="3230" y="3936"/>
                  </a:lnTo>
                  <a:lnTo>
                    <a:pt x="3256" y="3635"/>
                  </a:lnTo>
                  <a:lnTo>
                    <a:pt x="3269" y="3348"/>
                  </a:lnTo>
                  <a:lnTo>
                    <a:pt x="3269" y="3047"/>
                  </a:lnTo>
                  <a:lnTo>
                    <a:pt x="3269" y="2733"/>
                  </a:lnTo>
                  <a:lnTo>
                    <a:pt x="3256" y="2445"/>
                  </a:lnTo>
                  <a:lnTo>
                    <a:pt x="3230" y="2145"/>
                  </a:lnTo>
                  <a:lnTo>
                    <a:pt x="3204" y="1857"/>
                  </a:lnTo>
                  <a:lnTo>
                    <a:pt x="3165" y="1582"/>
                  </a:lnTo>
                  <a:lnTo>
                    <a:pt x="3073" y="1073"/>
                  </a:lnTo>
                  <a:lnTo>
                    <a:pt x="3021" y="837"/>
                  </a:lnTo>
                  <a:lnTo>
                    <a:pt x="2968" y="628"/>
                  </a:lnTo>
                  <a:lnTo>
                    <a:pt x="2903" y="445"/>
                  </a:lnTo>
                  <a:lnTo>
                    <a:pt x="2851" y="275"/>
                  </a:lnTo>
                  <a:lnTo>
                    <a:pt x="2785" y="144"/>
                  </a:lnTo>
                  <a:lnTo>
                    <a:pt x="2733" y="53"/>
                  </a:lnTo>
                  <a:lnTo>
                    <a:pt x="2707" y="26"/>
                  </a:lnTo>
                  <a:lnTo>
                    <a:pt x="2681" y="13"/>
                  </a:lnTo>
                  <a:lnTo>
                    <a:pt x="2602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8"/>
            <p:cNvSpPr/>
            <p:nvPr/>
          </p:nvSpPr>
          <p:spPr>
            <a:xfrm>
              <a:off x="2204950" y="3429550"/>
              <a:ext cx="213175" cy="176225"/>
            </a:xfrm>
            <a:custGeom>
              <a:avLst/>
              <a:gdLst/>
              <a:ahLst/>
              <a:cxnLst/>
              <a:rect l="l" t="t" r="r" b="b"/>
              <a:pathLst>
                <a:path w="8527" h="7049" extrusionOk="0">
                  <a:moveTo>
                    <a:pt x="1583" y="0"/>
                  </a:moveTo>
                  <a:lnTo>
                    <a:pt x="1557" y="13"/>
                  </a:lnTo>
                  <a:lnTo>
                    <a:pt x="1518" y="40"/>
                  </a:lnTo>
                  <a:lnTo>
                    <a:pt x="1478" y="66"/>
                  </a:lnTo>
                  <a:lnTo>
                    <a:pt x="1426" y="157"/>
                  </a:lnTo>
                  <a:lnTo>
                    <a:pt x="1374" y="275"/>
                  </a:lnTo>
                  <a:lnTo>
                    <a:pt x="1335" y="406"/>
                  </a:lnTo>
                  <a:lnTo>
                    <a:pt x="1322" y="536"/>
                  </a:lnTo>
                  <a:lnTo>
                    <a:pt x="1335" y="667"/>
                  </a:lnTo>
                  <a:lnTo>
                    <a:pt x="1112" y="863"/>
                  </a:lnTo>
                  <a:lnTo>
                    <a:pt x="916" y="1073"/>
                  </a:lnTo>
                  <a:lnTo>
                    <a:pt x="733" y="1256"/>
                  </a:lnTo>
                  <a:lnTo>
                    <a:pt x="576" y="1452"/>
                  </a:lnTo>
                  <a:lnTo>
                    <a:pt x="445" y="1648"/>
                  </a:lnTo>
                  <a:lnTo>
                    <a:pt x="328" y="1831"/>
                  </a:lnTo>
                  <a:lnTo>
                    <a:pt x="223" y="2014"/>
                  </a:lnTo>
                  <a:lnTo>
                    <a:pt x="145" y="2197"/>
                  </a:lnTo>
                  <a:lnTo>
                    <a:pt x="79" y="2380"/>
                  </a:lnTo>
                  <a:lnTo>
                    <a:pt x="40" y="2550"/>
                  </a:lnTo>
                  <a:lnTo>
                    <a:pt x="14" y="2720"/>
                  </a:lnTo>
                  <a:lnTo>
                    <a:pt x="1" y="2890"/>
                  </a:lnTo>
                  <a:lnTo>
                    <a:pt x="1" y="3060"/>
                  </a:lnTo>
                  <a:lnTo>
                    <a:pt x="14" y="3230"/>
                  </a:lnTo>
                  <a:lnTo>
                    <a:pt x="53" y="3387"/>
                  </a:lnTo>
                  <a:lnTo>
                    <a:pt x="105" y="3544"/>
                  </a:lnTo>
                  <a:lnTo>
                    <a:pt x="158" y="3701"/>
                  </a:lnTo>
                  <a:lnTo>
                    <a:pt x="236" y="3845"/>
                  </a:lnTo>
                  <a:lnTo>
                    <a:pt x="328" y="4001"/>
                  </a:lnTo>
                  <a:lnTo>
                    <a:pt x="419" y="4145"/>
                  </a:lnTo>
                  <a:lnTo>
                    <a:pt x="537" y="4289"/>
                  </a:lnTo>
                  <a:lnTo>
                    <a:pt x="655" y="4420"/>
                  </a:lnTo>
                  <a:lnTo>
                    <a:pt x="785" y="4551"/>
                  </a:lnTo>
                  <a:lnTo>
                    <a:pt x="929" y="4695"/>
                  </a:lnTo>
                  <a:lnTo>
                    <a:pt x="1073" y="4812"/>
                  </a:lnTo>
                  <a:lnTo>
                    <a:pt x="1243" y="4943"/>
                  </a:lnTo>
                  <a:lnTo>
                    <a:pt x="1583" y="5178"/>
                  </a:lnTo>
                  <a:lnTo>
                    <a:pt x="1949" y="5414"/>
                  </a:lnTo>
                  <a:lnTo>
                    <a:pt x="2341" y="5623"/>
                  </a:lnTo>
                  <a:lnTo>
                    <a:pt x="2760" y="5819"/>
                  </a:lnTo>
                  <a:lnTo>
                    <a:pt x="3191" y="6002"/>
                  </a:lnTo>
                  <a:lnTo>
                    <a:pt x="3623" y="6172"/>
                  </a:lnTo>
                  <a:lnTo>
                    <a:pt x="4067" y="6329"/>
                  </a:lnTo>
                  <a:lnTo>
                    <a:pt x="4512" y="6473"/>
                  </a:lnTo>
                  <a:lnTo>
                    <a:pt x="4957" y="6604"/>
                  </a:lnTo>
                  <a:lnTo>
                    <a:pt x="5401" y="6708"/>
                  </a:lnTo>
                  <a:lnTo>
                    <a:pt x="5820" y="6800"/>
                  </a:lnTo>
                  <a:lnTo>
                    <a:pt x="6238" y="6878"/>
                  </a:lnTo>
                  <a:lnTo>
                    <a:pt x="6630" y="6944"/>
                  </a:lnTo>
                  <a:lnTo>
                    <a:pt x="6996" y="6996"/>
                  </a:lnTo>
                  <a:lnTo>
                    <a:pt x="7336" y="7022"/>
                  </a:lnTo>
                  <a:lnTo>
                    <a:pt x="7637" y="7048"/>
                  </a:lnTo>
                  <a:lnTo>
                    <a:pt x="7899" y="7048"/>
                  </a:lnTo>
                  <a:lnTo>
                    <a:pt x="8121" y="7022"/>
                  </a:lnTo>
                  <a:lnTo>
                    <a:pt x="8304" y="6996"/>
                  </a:lnTo>
                  <a:lnTo>
                    <a:pt x="8343" y="6970"/>
                  </a:lnTo>
                  <a:lnTo>
                    <a:pt x="8382" y="6944"/>
                  </a:lnTo>
                  <a:lnTo>
                    <a:pt x="8422" y="6891"/>
                  </a:lnTo>
                  <a:lnTo>
                    <a:pt x="8448" y="6839"/>
                  </a:lnTo>
                  <a:lnTo>
                    <a:pt x="8500" y="6708"/>
                  </a:lnTo>
                  <a:lnTo>
                    <a:pt x="8526" y="6551"/>
                  </a:lnTo>
                  <a:lnTo>
                    <a:pt x="8526" y="6407"/>
                  </a:lnTo>
                  <a:lnTo>
                    <a:pt x="8513" y="6264"/>
                  </a:lnTo>
                  <a:lnTo>
                    <a:pt x="8500" y="6211"/>
                  </a:lnTo>
                  <a:lnTo>
                    <a:pt x="8474" y="6159"/>
                  </a:lnTo>
                  <a:lnTo>
                    <a:pt x="8448" y="6120"/>
                  </a:lnTo>
                  <a:lnTo>
                    <a:pt x="8408" y="6094"/>
                  </a:lnTo>
                  <a:lnTo>
                    <a:pt x="7964" y="5858"/>
                  </a:lnTo>
                  <a:lnTo>
                    <a:pt x="7532" y="5597"/>
                  </a:lnTo>
                  <a:lnTo>
                    <a:pt x="7101" y="5322"/>
                  </a:lnTo>
                  <a:lnTo>
                    <a:pt x="6682" y="5021"/>
                  </a:lnTo>
                  <a:lnTo>
                    <a:pt x="6264" y="4708"/>
                  </a:lnTo>
                  <a:lnTo>
                    <a:pt x="5859" y="4381"/>
                  </a:lnTo>
                  <a:lnTo>
                    <a:pt x="5453" y="4041"/>
                  </a:lnTo>
                  <a:lnTo>
                    <a:pt x="5048" y="3675"/>
                  </a:lnTo>
                  <a:lnTo>
                    <a:pt x="4656" y="3308"/>
                  </a:lnTo>
                  <a:lnTo>
                    <a:pt x="4264" y="2916"/>
                  </a:lnTo>
                  <a:lnTo>
                    <a:pt x="3871" y="2511"/>
                  </a:lnTo>
                  <a:lnTo>
                    <a:pt x="3479" y="2106"/>
                  </a:lnTo>
                  <a:lnTo>
                    <a:pt x="3100" y="1674"/>
                  </a:lnTo>
                  <a:lnTo>
                    <a:pt x="2721" y="1243"/>
                  </a:lnTo>
                  <a:lnTo>
                    <a:pt x="1962" y="340"/>
                  </a:lnTo>
                  <a:lnTo>
                    <a:pt x="1949" y="275"/>
                  </a:lnTo>
                  <a:lnTo>
                    <a:pt x="1936" y="196"/>
                  </a:lnTo>
                  <a:lnTo>
                    <a:pt x="1910" y="144"/>
                  </a:lnTo>
                  <a:lnTo>
                    <a:pt x="1871" y="92"/>
                  </a:lnTo>
                  <a:lnTo>
                    <a:pt x="1831" y="66"/>
                  </a:lnTo>
                  <a:lnTo>
                    <a:pt x="1792" y="40"/>
                  </a:lnTo>
                  <a:lnTo>
                    <a:pt x="1753" y="27"/>
                  </a:lnTo>
                  <a:lnTo>
                    <a:pt x="1701" y="40"/>
                  </a:lnTo>
                  <a:lnTo>
                    <a:pt x="1661" y="13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8"/>
            <p:cNvSpPr/>
            <p:nvPr/>
          </p:nvSpPr>
          <p:spPr>
            <a:xfrm>
              <a:off x="1792425" y="2400175"/>
              <a:ext cx="297175" cy="177525"/>
            </a:xfrm>
            <a:custGeom>
              <a:avLst/>
              <a:gdLst/>
              <a:ahLst/>
              <a:cxnLst/>
              <a:rect l="l" t="t" r="r" b="b"/>
              <a:pathLst>
                <a:path w="11887" h="7101" extrusionOk="0">
                  <a:moveTo>
                    <a:pt x="1334" y="0"/>
                  </a:moveTo>
                  <a:lnTo>
                    <a:pt x="1334" y="26"/>
                  </a:lnTo>
                  <a:lnTo>
                    <a:pt x="1086" y="340"/>
                  </a:lnTo>
                  <a:lnTo>
                    <a:pt x="863" y="641"/>
                  </a:lnTo>
                  <a:lnTo>
                    <a:pt x="667" y="942"/>
                  </a:lnTo>
                  <a:lnTo>
                    <a:pt x="497" y="1242"/>
                  </a:lnTo>
                  <a:lnTo>
                    <a:pt x="354" y="1517"/>
                  </a:lnTo>
                  <a:lnTo>
                    <a:pt x="236" y="1792"/>
                  </a:lnTo>
                  <a:lnTo>
                    <a:pt x="144" y="2066"/>
                  </a:lnTo>
                  <a:lnTo>
                    <a:pt x="79" y="2315"/>
                  </a:lnTo>
                  <a:lnTo>
                    <a:pt x="27" y="2563"/>
                  </a:lnTo>
                  <a:lnTo>
                    <a:pt x="0" y="2811"/>
                  </a:lnTo>
                  <a:lnTo>
                    <a:pt x="0" y="3047"/>
                  </a:lnTo>
                  <a:lnTo>
                    <a:pt x="14" y="3269"/>
                  </a:lnTo>
                  <a:lnTo>
                    <a:pt x="53" y="3491"/>
                  </a:lnTo>
                  <a:lnTo>
                    <a:pt x="105" y="3701"/>
                  </a:lnTo>
                  <a:lnTo>
                    <a:pt x="184" y="3910"/>
                  </a:lnTo>
                  <a:lnTo>
                    <a:pt x="275" y="4106"/>
                  </a:lnTo>
                  <a:lnTo>
                    <a:pt x="393" y="4289"/>
                  </a:lnTo>
                  <a:lnTo>
                    <a:pt x="510" y="4472"/>
                  </a:lnTo>
                  <a:lnTo>
                    <a:pt x="654" y="4655"/>
                  </a:lnTo>
                  <a:lnTo>
                    <a:pt x="811" y="4825"/>
                  </a:lnTo>
                  <a:lnTo>
                    <a:pt x="981" y="4982"/>
                  </a:lnTo>
                  <a:lnTo>
                    <a:pt x="1164" y="5139"/>
                  </a:lnTo>
                  <a:lnTo>
                    <a:pt x="1373" y="5283"/>
                  </a:lnTo>
                  <a:lnTo>
                    <a:pt x="1583" y="5427"/>
                  </a:lnTo>
                  <a:lnTo>
                    <a:pt x="1805" y="5557"/>
                  </a:lnTo>
                  <a:lnTo>
                    <a:pt x="2027" y="5688"/>
                  </a:lnTo>
                  <a:lnTo>
                    <a:pt x="2276" y="5806"/>
                  </a:lnTo>
                  <a:lnTo>
                    <a:pt x="2524" y="5923"/>
                  </a:lnTo>
                  <a:lnTo>
                    <a:pt x="2786" y="6041"/>
                  </a:lnTo>
                  <a:lnTo>
                    <a:pt x="3047" y="6146"/>
                  </a:lnTo>
                  <a:lnTo>
                    <a:pt x="3609" y="6329"/>
                  </a:lnTo>
                  <a:lnTo>
                    <a:pt x="4185" y="6499"/>
                  </a:lnTo>
                  <a:lnTo>
                    <a:pt x="4786" y="6643"/>
                  </a:lnTo>
                  <a:lnTo>
                    <a:pt x="5388" y="6773"/>
                  </a:lnTo>
                  <a:lnTo>
                    <a:pt x="6002" y="6865"/>
                  </a:lnTo>
                  <a:lnTo>
                    <a:pt x="6617" y="6956"/>
                  </a:lnTo>
                  <a:lnTo>
                    <a:pt x="7218" y="7022"/>
                  </a:lnTo>
                  <a:lnTo>
                    <a:pt x="7807" y="7061"/>
                  </a:lnTo>
                  <a:lnTo>
                    <a:pt x="8395" y="7087"/>
                  </a:lnTo>
                  <a:lnTo>
                    <a:pt x="8944" y="7100"/>
                  </a:lnTo>
                  <a:lnTo>
                    <a:pt x="9467" y="7100"/>
                  </a:lnTo>
                  <a:lnTo>
                    <a:pt x="9951" y="7074"/>
                  </a:lnTo>
                  <a:lnTo>
                    <a:pt x="10409" y="7048"/>
                  </a:lnTo>
                  <a:lnTo>
                    <a:pt x="10814" y="6996"/>
                  </a:lnTo>
                  <a:lnTo>
                    <a:pt x="11154" y="6930"/>
                  </a:lnTo>
                  <a:lnTo>
                    <a:pt x="11455" y="6852"/>
                  </a:lnTo>
                  <a:lnTo>
                    <a:pt x="11572" y="6813"/>
                  </a:lnTo>
                  <a:lnTo>
                    <a:pt x="11677" y="6773"/>
                  </a:lnTo>
                  <a:lnTo>
                    <a:pt x="11729" y="6734"/>
                  </a:lnTo>
                  <a:lnTo>
                    <a:pt x="11782" y="6682"/>
                  </a:lnTo>
                  <a:lnTo>
                    <a:pt x="11808" y="6616"/>
                  </a:lnTo>
                  <a:lnTo>
                    <a:pt x="11847" y="6525"/>
                  </a:lnTo>
                  <a:lnTo>
                    <a:pt x="11860" y="6433"/>
                  </a:lnTo>
                  <a:lnTo>
                    <a:pt x="11873" y="6342"/>
                  </a:lnTo>
                  <a:lnTo>
                    <a:pt x="11886" y="6133"/>
                  </a:lnTo>
                  <a:lnTo>
                    <a:pt x="11860" y="5923"/>
                  </a:lnTo>
                  <a:lnTo>
                    <a:pt x="11834" y="5832"/>
                  </a:lnTo>
                  <a:lnTo>
                    <a:pt x="11808" y="5740"/>
                  </a:lnTo>
                  <a:lnTo>
                    <a:pt x="11769" y="5675"/>
                  </a:lnTo>
                  <a:lnTo>
                    <a:pt x="11716" y="5610"/>
                  </a:lnTo>
                  <a:lnTo>
                    <a:pt x="11677" y="5570"/>
                  </a:lnTo>
                  <a:lnTo>
                    <a:pt x="11612" y="5544"/>
                  </a:lnTo>
                  <a:lnTo>
                    <a:pt x="11036" y="5440"/>
                  </a:lnTo>
                  <a:lnTo>
                    <a:pt x="10461" y="5309"/>
                  </a:lnTo>
                  <a:lnTo>
                    <a:pt x="9912" y="5165"/>
                  </a:lnTo>
                  <a:lnTo>
                    <a:pt x="9363" y="5008"/>
                  </a:lnTo>
                  <a:lnTo>
                    <a:pt x="8840" y="4825"/>
                  </a:lnTo>
                  <a:lnTo>
                    <a:pt x="8330" y="4629"/>
                  </a:lnTo>
                  <a:lnTo>
                    <a:pt x="7833" y="4420"/>
                  </a:lnTo>
                  <a:lnTo>
                    <a:pt x="7349" y="4197"/>
                  </a:lnTo>
                  <a:lnTo>
                    <a:pt x="6878" y="3962"/>
                  </a:lnTo>
                  <a:lnTo>
                    <a:pt x="6421" y="3727"/>
                  </a:lnTo>
                  <a:lnTo>
                    <a:pt x="5989" y="3491"/>
                  </a:lnTo>
                  <a:lnTo>
                    <a:pt x="5571" y="3243"/>
                  </a:lnTo>
                  <a:lnTo>
                    <a:pt x="5165" y="2995"/>
                  </a:lnTo>
                  <a:lnTo>
                    <a:pt x="4786" y="2746"/>
                  </a:lnTo>
                  <a:lnTo>
                    <a:pt x="4420" y="2485"/>
                  </a:lnTo>
                  <a:lnTo>
                    <a:pt x="4067" y="2249"/>
                  </a:lnTo>
                  <a:lnTo>
                    <a:pt x="3426" y="1765"/>
                  </a:lnTo>
                  <a:lnTo>
                    <a:pt x="2864" y="1308"/>
                  </a:lnTo>
                  <a:lnTo>
                    <a:pt x="2393" y="902"/>
                  </a:lnTo>
                  <a:lnTo>
                    <a:pt x="2001" y="562"/>
                  </a:lnTo>
                  <a:lnTo>
                    <a:pt x="1478" y="92"/>
                  </a:lnTo>
                  <a:lnTo>
                    <a:pt x="136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8"/>
            <p:cNvSpPr/>
            <p:nvPr/>
          </p:nvSpPr>
          <p:spPr>
            <a:xfrm>
              <a:off x="1736850" y="2604800"/>
              <a:ext cx="316775" cy="150075"/>
            </a:xfrm>
            <a:custGeom>
              <a:avLst/>
              <a:gdLst/>
              <a:ahLst/>
              <a:cxnLst/>
              <a:rect l="l" t="t" r="r" b="b"/>
              <a:pathLst>
                <a:path w="12671" h="6003" extrusionOk="0">
                  <a:moveTo>
                    <a:pt x="824" y="1"/>
                  </a:moveTo>
                  <a:lnTo>
                    <a:pt x="811" y="14"/>
                  </a:lnTo>
                  <a:lnTo>
                    <a:pt x="824" y="27"/>
                  </a:lnTo>
                  <a:lnTo>
                    <a:pt x="628" y="380"/>
                  </a:lnTo>
                  <a:lnTo>
                    <a:pt x="471" y="720"/>
                  </a:lnTo>
                  <a:lnTo>
                    <a:pt x="328" y="1047"/>
                  </a:lnTo>
                  <a:lnTo>
                    <a:pt x="210" y="1373"/>
                  </a:lnTo>
                  <a:lnTo>
                    <a:pt x="131" y="1674"/>
                  </a:lnTo>
                  <a:lnTo>
                    <a:pt x="66" y="1962"/>
                  </a:lnTo>
                  <a:lnTo>
                    <a:pt x="14" y="2250"/>
                  </a:lnTo>
                  <a:lnTo>
                    <a:pt x="1" y="2511"/>
                  </a:lnTo>
                  <a:lnTo>
                    <a:pt x="1" y="2773"/>
                  </a:lnTo>
                  <a:lnTo>
                    <a:pt x="27" y="3008"/>
                  </a:lnTo>
                  <a:lnTo>
                    <a:pt x="66" y="3243"/>
                  </a:lnTo>
                  <a:lnTo>
                    <a:pt x="131" y="3466"/>
                  </a:lnTo>
                  <a:lnTo>
                    <a:pt x="210" y="3675"/>
                  </a:lnTo>
                  <a:lnTo>
                    <a:pt x="301" y="3871"/>
                  </a:lnTo>
                  <a:lnTo>
                    <a:pt x="419" y="4067"/>
                  </a:lnTo>
                  <a:lnTo>
                    <a:pt x="550" y="4237"/>
                  </a:lnTo>
                  <a:lnTo>
                    <a:pt x="707" y="4407"/>
                  </a:lnTo>
                  <a:lnTo>
                    <a:pt x="864" y="4564"/>
                  </a:lnTo>
                  <a:lnTo>
                    <a:pt x="1047" y="4721"/>
                  </a:lnTo>
                  <a:lnTo>
                    <a:pt x="1230" y="4852"/>
                  </a:lnTo>
                  <a:lnTo>
                    <a:pt x="1439" y="4982"/>
                  </a:lnTo>
                  <a:lnTo>
                    <a:pt x="1661" y="5113"/>
                  </a:lnTo>
                  <a:lnTo>
                    <a:pt x="1884" y="5218"/>
                  </a:lnTo>
                  <a:lnTo>
                    <a:pt x="2119" y="5322"/>
                  </a:lnTo>
                  <a:lnTo>
                    <a:pt x="2367" y="5427"/>
                  </a:lnTo>
                  <a:lnTo>
                    <a:pt x="2629" y="5505"/>
                  </a:lnTo>
                  <a:lnTo>
                    <a:pt x="2903" y="5584"/>
                  </a:lnTo>
                  <a:lnTo>
                    <a:pt x="3178" y="5662"/>
                  </a:lnTo>
                  <a:lnTo>
                    <a:pt x="3466" y="5728"/>
                  </a:lnTo>
                  <a:lnTo>
                    <a:pt x="3753" y="5780"/>
                  </a:lnTo>
                  <a:lnTo>
                    <a:pt x="4342" y="5872"/>
                  </a:lnTo>
                  <a:lnTo>
                    <a:pt x="4969" y="5937"/>
                  </a:lnTo>
                  <a:lnTo>
                    <a:pt x="5597" y="5976"/>
                  </a:lnTo>
                  <a:lnTo>
                    <a:pt x="6225" y="6002"/>
                  </a:lnTo>
                  <a:lnTo>
                    <a:pt x="6865" y="6002"/>
                  </a:lnTo>
                  <a:lnTo>
                    <a:pt x="7493" y="5976"/>
                  </a:lnTo>
                  <a:lnTo>
                    <a:pt x="8121" y="5937"/>
                  </a:lnTo>
                  <a:lnTo>
                    <a:pt x="8722" y="5872"/>
                  </a:lnTo>
                  <a:lnTo>
                    <a:pt x="9310" y="5806"/>
                  </a:lnTo>
                  <a:lnTo>
                    <a:pt x="9873" y="5728"/>
                  </a:lnTo>
                  <a:lnTo>
                    <a:pt x="10396" y="5623"/>
                  </a:lnTo>
                  <a:lnTo>
                    <a:pt x="10880" y="5518"/>
                  </a:lnTo>
                  <a:lnTo>
                    <a:pt x="11324" y="5414"/>
                  </a:lnTo>
                  <a:lnTo>
                    <a:pt x="11716" y="5296"/>
                  </a:lnTo>
                  <a:lnTo>
                    <a:pt x="12056" y="5165"/>
                  </a:lnTo>
                  <a:lnTo>
                    <a:pt x="12344" y="5048"/>
                  </a:lnTo>
                  <a:lnTo>
                    <a:pt x="12462" y="4982"/>
                  </a:lnTo>
                  <a:lnTo>
                    <a:pt x="12553" y="4917"/>
                  </a:lnTo>
                  <a:lnTo>
                    <a:pt x="12592" y="4878"/>
                  </a:lnTo>
                  <a:lnTo>
                    <a:pt x="12632" y="4812"/>
                  </a:lnTo>
                  <a:lnTo>
                    <a:pt x="12658" y="4747"/>
                  </a:lnTo>
                  <a:lnTo>
                    <a:pt x="12671" y="4655"/>
                  </a:lnTo>
                  <a:lnTo>
                    <a:pt x="12671" y="4564"/>
                  </a:lnTo>
                  <a:lnTo>
                    <a:pt x="12671" y="4459"/>
                  </a:lnTo>
                  <a:lnTo>
                    <a:pt x="12632" y="4263"/>
                  </a:lnTo>
                  <a:lnTo>
                    <a:pt x="12579" y="4067"/>
                  </a:lnTo>
                  <a:lnTo>
                    <a:pt x="12540" y="3976"/>
                  </a:lnTo>
                  <a:lnTo>
                    <a:pt x="12488" y="3897"/>
                  </a:lnTo>
                  <a:lnTo>
                    <a:pt x="12436" y="3832"/>
                  </a:lnTo>
                  <a:lnTo>
                    <a:pt x="12383" y="3779"/>
                  </a:lnTo>
                  <a:lnTo>
                    <a:pt x="12331" y="3740"/>
                  </a:lnTo>
                  <a:lnTo>
                    <a:pt x="12266" y="3727"/>
                  </a:lnTo>
                  <a:lnTo>
                    <a:pt x="11782" y="3701"/>
                  </a:lnTo>
                  <a:lnTo>
                    <a:pt x="11285" y="3662"/>
                  </a:lnTo>
                  <a:lnTo>
                    <a:pt x="10775" y="3596"/>
                  </a:lnTo>
                  <a:lnTo>
                    <a:pt x="10278" y="3505"/>
                  </a:lnTo>
                  <a:lnTo>
                    <a:pt x="9768" y="3413"/>
                  </a:lnTo>
                  <a:lnTo>
                    <a:pt x="9258" y="3296"/>
                  </a:lnTo>
                  <a:lnTo>
                    <a:pt x="8761" y="3165"/>
                  </a:lnTo>
                  <a:lnTo>
                    <a:pt x="8251" y="3034"/>
                  </a:lnTo>
                  <a:lnTo>
                    <a:pt x="7754" y="2877"/>
                  </a:lnTo>
                  <a:lnTo>
                    <a:pt x="7271" y="2720"/>
                  </a:lnTo>
                  <a:lnTo>
                    <a:pt x="6774" y="2550"/>
                  </a:lnTo>
                  <a:lnTo>
                    <a:pt x="6303" y="2380"/>
                  </a:lnTo>
                  <a:lnTo>
                    <a:pt x="5375" y="2027"/>
                  </a:lnTo>
                  <a:lnTo>
                    <a:pt x="4512" y="1674"/>
                  </a:lnTo>
                  <a:lnTo>
                    <a:pt x="3701" y="1321"/>
                  </a:lnTo>
                  <a:lnTo>
                    <a:pt x="2969" y="981"/>
                  </a:lnTo>
                  <a:lnTo>
                    <a:pt x="1779" y="419"/>
                  </a:lnTo>
                  <a:lnTo>
                    <a:pt x="1347" y="210"/>
                  </a:lnTo>
                  <a:lnTo>
                    <a:pt x="1034" y="66"/>
                  </a:lnTo>
                  <a:lnTo>
                    <a:pt x="929" y="27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8"/>
            <p:cNvSpPr/>
            <p:nvPr/>
          </p:nvSpPr>
          <p:spPr>
            <a:xfrm>
              <a:off x="3585100" y="2552825"/>
              <a:ext cx="310875" cy="141250"/>
            </a:xfrm>
            <a:custGeom>
              <a:avLst/>
              <a:gdLst/>
              <a:ahLst/>
              <a:cxnLst/>
              <a:rect l="l" t="t" r="r" b="b"/>
              <a:pathLst>
                <a:path w="12435" h="5650" extrusionOk="0">
                  <a:moveTo>
                    <a:pt x="11729" y="1"/>
                  </a:moveTo>
                  <a:lnTo>
                    <a:pt x="11598" y="66"/>
                  </a:lnTo>
                  <a:lnTo>
                    <a:pt x="10983" y="393"/>
                  </a:lnTo>
                  <a:lnTo>
                    <a:pt x="10513" y="641"/>
                  </a:lnTo>
                  <a:lnTo>
                    <a:pt x="9951" y="916"/>
                  </a:lnTo>
                  <a:lnTo>
                    <a:pt x="9310" y="1217"/>
                  </a:lnTo>
                  <a:lnTo>
                    <a:pt x="8565" y="1543"/>
                  </a:lnTo>
                  <a:lnTo>
                    <a:pt x="8172" y="1700"/>
                  </a:lnTo>
                  <a:lnTo>
                    <a:pt x="7754" y="1857"/>
                  </a:lnTo>
                  <a:lnTo>
                    <a:pt x="7322" y="2001"/>
                  </a:lnTo>
                  <a:lnTo>
                    <a:pt x="6878" y="2145"/>
                  </a:lnTo>
                  <a:lnTo>
                    <a:pt x="6407" y="2289"/>
                  </a:lnTo>
                  <a:lnTo>
                    <a:pt x="5923" y="2420"/>
                  </a:lnTo>
                  <a:lnTo>
                    <a:pt x="5439" y="2550"/>
                  </a:lnTo>
                  <a:lnTo>
                    <a:pt x="4930" y="2655"/>
                  </a:lnTo>
                  <a:lnTo>
                    <a:pt x="4406" y="2759"/>
                  </a:lnTo>
                  <a:lnTo>
                    <a:pt x="3870" y="2838"/>
                  </a:lnTo>
                  <a:lnTo>
                    <a:pt x="3321" y="2916"/>
                  </a:lnTo>
                  <a:lnTo>
                    <a:pt x="2772" y="2969"/>
                  </a:lnTo>
                  <a:lnTo>
                    <a:pt x="2197" y="2995"/>
                  </a:lnTo>
                  <a:lnTo>
                    <a:pt x="1621" y="3008"/>
                  </a:lnTo>
                  <a:lnTo>
                    <a:pt x="1046" y="2995"/>
                  </a:lnTo>
                  <a:lnTo>
                    <a:pt x="458" y="2956"/>
                  </a:lnTo>
                  <a:lnTo>
                    <a:pt x="392" y="2969"/>
                  </a:lnTo>
                  <a:lnTo>
                    <a:pt x="340" y="2995"/>
                  </a:lnTo>
                  <a:lnTo>
                    <a:pt x="275" y="3047"/>
                  </a:lnTo>
                  <a:lnTo>
                    <a:pt x="222" y="3099"/>
                  </a:lnTo>
                  <a:lnTo>
                    <a:pt x="170" y="3178"/>
                  </a:lnTo>
                  <a:lnTo>
                    <a:pt x="131" y="3269"/>
                  </a:lnTo>
                  <a:lnTo>
                    <a:pt x="52" y="3466"/>
                  </a:lnTo>
                  <a:lnTo>
                    <a:pt x="13" y="3662"/>
                  </a:lnTo>
                  <a:lnTo>
                    <a:pt x="0" y="3766"/>
                  </a:lnTo>
                  <a:lnTo>
                    <a:pt x="0" y="3858"/>
                  </a:lnTo>
                  <a:lnTo>
                    <a:pt x="13" y="3949"/>
                  </a:lnTo>
                  <a:lnTo>
                    <a:pt x="26" y="4028"/>
                  </a:lnTo>
                  <a:lnTo>
                    <a:pt x="52" y="4080"/>
                  </a:lnTo>
                  <a:lnTo>
                    <a:pt x="105" y="4132"/>
                  </a:lnTo>
                  <a:lnTo>
                    <a:pt x="196" y="4198"/>
                  </a:lnTo>
                  <a:lnTo>
                    <a:pt x="301" y="4276"/>
                  </a:lnTo>
                  <a:lnTo>
                    <a:pt x="575" y="4407"/>
                  </a:lnTo>
                  <a:lnTo>
                    <a:pt x="902" y="4551"/>
                  </a:lnTo>
                  <a:lnTo>
                    <a:pt x="1281" y="4695"/>
                  </a:lnTo>
                  <a:lnTo>
                    <a:pt x="1700" y="4839"/>
                  </a:lnTo>
                  <a:lnTo>
                    <a:pt x="2171" y="4969"/>
                  </a:lnTo>
                  <a:lnTo>
                    <a:pt x="2680" y="5100"/>
                  </a:lnTo>
                  <a:lnTo>
                    <a:pt x="3217" y="5231"/>
                  </a:lnTo>
                  <a:lnTo>
                    <a:pt x="3792" y="5335"/>
                  </a:lnTo>
                  <a:lnTo>
                    <a:pt x="4380" y="5427"/>
                  </a:lnTo>
                  <a:lnTo>
                    <a:pt x="4982" y="5505"/>
                  </a:lnTo>
                  <a:lnTo>
                    <a:pt x="5596" y="5571"/>
                  </a:lnTo>
                  <a:lnTo>
                    <a:pt x="6211" y="5623"/>
                  </a:lnTo>
                  <a:lnTo>
                    <a:pt x="6839" y="5649"/>
                  </a:lnTo>
                  <a:lnTo>
                    <a:pt x="7440" y="5649"/>
                  </a:lnTo>
                  <a:lnTo>
                    <a:pt x="8055" y="5623"/>
                  </a:lnTo>
                  <a:lnTo>
                    <a:pt x="8630" y="5571"/>
                  </a:lnTo>
                  <a:lnTo>
                    <a:pt x="8918" y="5532"/>
                  </a:lnTo>
                  <a:lnTo>
                    <a:pt x="9192" y="5479"/>
                  </a:lnTo>
                  <a:lnTo>
                    <a:pt x="9467" y="5427"/>
                  </a:lnTo>
                  <a:lnTo>
                    <a:pt x="9728" y="5362"/>
                  </a:lnTo>
                  <a:lnTo>
                    <a:pt x="9990" y="5296"/>
                  </a:lnTo>
                  <a:lnTo>
                    <a:pt x="10238" y="5218"/>
                  </a:lnTo>
                  <a:lnTo>
                    <a:pt x="10474" y="5126"/>
                  </a:lnTo>
                  <a:lnTo>
                    <a:pt x="10696" y="5035"/>
                  </a:lnTo>
                  <a:lnTo>
                    <a:pt x="10918" y="4930"/>
                  </a:lnTo>
                  <a:lnTo>
                    <a:pt x="11127" y="4812"/>
                  </a:lnTo>
                  <a:lnTo>
                    <a:pt x="11310" y="4682"/>
                  </a:lnTo>
                  <a:lnTo>
                    <a:pt x="11493" y="4551"/>
                  </a:lnTo>
                  <a:lnTo>
                    <a:pt x="11663" y="4394"/>
                  </a:lnTo>
                  <a:lnTo>
                    <a:pt x="11807" y="4237"/>
                  </a:lnTo>
                  <a:lnTo>
                    <a:pt x="11951" y="4067"/>
                  </a:lnTo>
                  <a:lnTo>
                    <a:pt x="12069" y="3897"/>
                  </a:lnTo>
                  <a:lnTo>
                    <a:pt x="12173" y="3701"/>
                  </a:lnTo>
                  <a:lnTo>
                    <a:pt x="12265" y="3492"/>
                  </a:lnTo>
                  <a:lnTo>
                    <a:pt x="12330" y="3283"/>
                  </a:lnTo>
                  <a:lnTo>
                    <a:pt x="12383" y="3047"/>
                  </a:lnTo>
                  <a:lnTo>
                    <a:pt x="12422" y="2812"/>
                  </a:lnTo>
                  <a:lnTo>
                    <a:pt x="12435" y="2550"/>
                  </a:lnTo>
                  <a:lnTo>
                    <a:pt x="12422" y="2289"/>
                  </a:lnTo>
                  <a:lnTo>
                    <a:pt x="12396" y="2014"/>
                  </a:lnTo>
                  <a:lnTo>
                    <a:pt x="12343" y="1713"/>
                  </a:lnTo>
                  <a:lnTo>
                    <a:pt x="12278" y="1400"/>
                  </a:lnTo>
                  <a:lnTo>
                    <a:pt x="12173" y="1086"/>
                  </a:lnTo>
                  <a:lnTo>
                    <a:pt x="12056" y="746"/>
                  </a:lnTo>
                  <a:lnTo>
                    <a:pt x="11912" y="393"/>
                  </a:lnTo>
                  <a:lnTo>
                    <a:pt x="11755" y="27"/>
                  </a:lnTo>
                  <a:lnTo>
                    <a:pt x="1175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8"/>
            <p:cNvSpPr/>
            <p:nvPr/>
          </p:nvSpPr>
          <p:spPr>
            <a:xfrm>
              <a:off x="3601425" y="2761050"/>
              <a:ext cx="322675" cy="123925"/>
            </a:xfrm>
            <a:custGeom>
              <a:avLst/>
              <a:gdLst/>
              <a:ahLst/>
              <a:cxnLst/>
              <a:rect l="l" t="t" r="r" b="b"/>
              <a:pathLst>
                <a:path w="12907" h="4957" extrusionOk="0">
                  <a:moveTo>
                    <a:pt x="12514" y="1"/>
                  </a:moveTo>
                  <a:lnTo>
                    <a:pt x="12410" y="27"/>
                  </a:lnTo>
                  <a:lnTo>
                    <a:pt x="12070" y="79"/>
                  </a:lnTo>
                  <a:lnTo>
                    <a:pt x="11599" y="184"/>
                  </a:lnTo>
                  <a:lnTo>
                    <a:pt x="10304" y="458"/>
                  </a:lnTo>
                  <a:lnTo>
                    <a:pt x="9520" y="602"/>
                  </a:lnTo>
                  <a:lnTo>
                    <a:pt x="8644" y="759"/>
                  </a:lnTo>
                  <a:lnTo>
                    <a:pt x="7715" y="903"/>
                  </a:lnTo>
                  <a:lnTo>
                    <a:pt x="6735" y="1021"/>
                  </a:lnTo>
                  <a:lnTo>
                    <a:pt x="6238" y="1086"/>
                  </a:lnTo>
                  <a:lnTo>
                    <a:pt x="5715" y="1125"/>
                  </a:lnTo>
                  <a:lnTo>
                    <a:pt x="5205" y="1164"/>
                  </a:lnTo>
                  <a:lnTo>
                    <a:pt x="4682" y="1191"/>
                  </a:lnTo>
                  <a:lnTo>
                    <a:pt x="4159" y="1204"/>
                  </a:lnTo>
                  <a:lnTo>
                    <a:pt x="3649" y="1217"/>
                  </a:lnTo>
                  <a:lnTo>
                    <a:pt x="3126" y="1204"/>
                  </a:lnTo>
                  <a:lnTo>
                    <a:pt x="2603" y="1178"/>
                  </a:lnTo>
                  <a:lnTo>
                    <a:pt x="2093" y="1138"/>
                  </a:lnTo>
                  <a:lnTo>
                    <a:pt x="1596" y="1086"/>
                  </a:lnTo>
                  <a:lnTo>
                    <a:pt x="1099" y="1008"/>
                  </a:lnTo>
                  <a:lnTo>
                    <a:pt x="615" y="916"/>
                  </a:lnTo>
                  <a:lnTo>
                    <a:pt x="563" y="916"/>
                  </a:lnTo>
                  <a:lnTo>
                    <a:pt x="498" y="942"/>
                  </a:lnTo>
                  <a:lnTo>
                    <a:pt x="432" y="968"/>
                  </a:lnTo>
                  <a:lnTo>
                    <a:pt x="367" y="1034"/>
                  </a:lnTo>
                  <a:lnTo>
                    <a:pt x="302" y="1099"/>
                  </a:lnTo>
                  <a:lnTo>
                    <a:pt x="249" y="1164"/>
                  </a:lnTo>
                  <a:lnTo>
                    <a:pt x="145" y="1347"/>
                  </a:lnTo>
                  <a:lnTo>
                    <a:pt x="53" y="1544"/>
                  </a:lnTo>
                  <a:lnTo>
                    <a:pt x="27" y="1635"/>
                  </a:lnTo>
                  <a:lnTo>
                    <a:pt x="14" y="1727"/>
                  </a:lnTo>
                  <a:lnTo>
                    <a:pt x="1" y="1818"/>
                  </a:lnTo>
                  <a:lnTo>
                    <a:pt x="14" y="1897"/>
                  </a:lnTo>
                  <a:lnTo>
                    <a:pt x="27" y="1962"/>
                  </a:lnTo>
                  <a:lnTo>
                    <a:pt x="66" y="2014"/>
                  </a:lnTo>
                  <a:lnTo>
                    <a:pt x="145" y="2093"/>
                  </a:lnTo>
                  <a:lnTo>
                    <a:pt x="236" y="2184"/>
                  </a:lnTo>
                  <a:lnTo>
                    <a:pt x="485" y="2367"/>
                  </a:lnTo>
                  <a:lnTo>
                    <a:pt x="785" y="2564"/>
                  </a:lnTo>
                  <a:lnTo>
                    <a:pt x="1138" y="2773"/>
                  </a:lnTo>
                  <a:lnTo>
                    <a:pt x="1544" y="2995"/>
                  </a:lnTo>
                  <a:lnTo>
                    <a:pt x="1988" y="3204"/>
                  </a:lnTo>
                  <a:lnTo>
                    <a:pt x="2472" y="3427"/>
                  </a:lnTo>
                  <a:lnTo>
                    <a:pt x="2995" y="3636"/>
                  </a:lnTo>
                  <a:lnTo>
                    <a:pt x="3557" y="3845"/>
                  </a:lnTo>
                  <a:lnTo>
                    <a:pt x="4133" y="4041"/>
                  </a:lnTo>
                  <a:lnTo>
                    <a:pt x="4721" y="4237"/>
                  </a:lnTo>
                  <a:lnTo>
                    <a:pt x="5336" y="4407"/>
                  </a:lnTo>
                  <a:lnTo>
                    <a:pt x="5950" y="4564"/>
                  </a:lnTo>
                  <a:lnTo>
                    <a:pt x="6578" y="4695"/>
                  </a:lnTo>
                  <a:lnTo>
                    <a:pt x="7192" y="4799"/>
                  </a:lnTo>
                  <a:lnTo>
                    <a:pt x="7807" y="4878"/>
                  </a:lnTo>
                  <a:lnTo>
                    <a:pt x="8408" y="4930"/>
                  </a:lnTo>
                  <a:lnTo>
                    <a:pt x="8709" y="4943"/>
                  </a:lnTo>
                  <a:lnTo>
                    <a:pt x="8997" y="4956"/>
                  </a:lnTo>
                  <a:lnTo>
                    <a:pt x="9284" y="4943"/>
                  </a:lnTo>
                  <a:lnTo>
                    <a:pt x="9559" y="4930"/>
                  </a:lnTo>
                  <a:lnTo>
                    <a:pt x="9834" y="4904"/>
                  </a:lnTo>
                  <a:lnTo>
                    <a:pt x="10095" y="4878"/>
                  </a:lnTo>
                  <a:lnTo>
                    <a:pt x="10357" y="4826"/>
                  </a:lnTo>
                  <a:lnTo>
                    <a:pt x="10605" y="4773"/>
                  </a:lnTo>
                  <a:lnTo>
                    <a:pt x="10840" y="4708"/>
                  </a:lnTo>
                  <a:lnTo>
                    <a:pt x="11076" y="4629"/>
                  </a:lnTo>
                  <a:lnTo>
                    <a:pt x="11298" y="4538"/>
                  </a:lnTo>
                  <a:lnTo>
                    <a:pt x="11494" y="4433"/>
                  </a:lnTo>
                  <a:lnTo>
                    <a:pt x="11690" y="4329"/>
                  </a:lnTo>
                  <a:lnTo>
                    <a:pt x="11886" y="4198"/>
                  </a:lnTo>
                  <a:lnTo>
                    <a:pt x="12056" y="4054"/>
                  </a:lnTo>
                  <a:lnTo>
                    <a:pt x="12213" y="3897"/>
                  </a:lnTo>
                  <a:lnTo>
                    <a:pt x="12357" y="3727"/>
                  </a:lnTo>
                  <a:lnTo>
                    <a:pt x="12475" y="3544"/>
                  </a:lnTo>
                  <a:lnTo>
                    <a:pt x="12593" y="3335"/>
                  </a:lnTo>
                  <a:lnTo>
                    <a:pt x="12684" y="3126"/>
                  </a:lnTo>
                  <a:lnTo>
                    <a:pt x="12763" y="2890"/>
                  </a:lnTo>
                  <a:lnTo>
                    <a:pt x="12828" y="2642"/>
                  </a:lnTo>
                  <a:lnTo>
                    <a:pt x="12867" y="2380"/>
                  </a:lnTo>
                  <a:lnTo>
                    <a:pt x="12893" y="2093"/>
                  </a:lnTo>
                  <a:lnTo>
                    <a:pt x="12906" y="1805"/>
                  </a:lnTo>
                  <a:lnTo>
                    <a:pt x="12893" y="1478"/>
                  </a:lnTo>
                  <a:lnTo>
                    <a:pt x="12854" y="1151"/>
                  </a:lnTo>
                  <a:lnTo>
                    <a:pt x="12802" y="798"/>
                  </a:lnTo>
                  <a:lnTo>
                    <a:pt x="12723" y="419"/>
                  </a:lnTo>
                  <a:lnTo>
                    <a:pt x="12619" y="40"/>
                  </a:lnTo>
                  <a:lnTo>
                    <a:pt x="12632" y="27"/>
                  </a:lnTo>
                  <a:lnTo>
                    <a:pt x="12632" y="14"/>
                  </a:lnTo>
                  <a:lnTo>
                    <a:pt x="12593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8"/>
            <p:cNvSpPr/>
            <p:nvPr/>
          </p:nvSpPr>
          <p:spPr>
            <a:xfrm>
              <a:off x="2116375" y="3657725"/>
              <a:ext cx="272975" cy="211525"/>
            </a:xfrm>
            <a:custGeom>
              <a:avLst/>
              <a:gdLst/>
              <a:ahLst/>
              <a:cxnLst/>
              <a:rect l="l" t="t" r="r" b="b"/>
              <a:pathLst>
                <a:path w="10919" h="8461" extrusionOk="0">
                  <a:moveTo>
                    <a:pt x="2001" y="0"/>
                  </a:moveTo>
                  <a:lnTo>
                    <a:pt x="1962" y="13"/>
                  </a:lnTo>
                  <a:lnTo>
                    <a:pt x="1909" y="52"/>
                  </a:lnTo>
                  <a:lnTo>
                    <a:pt x="1870" y="92"/>
                  </a:lnTo>
                  <a:lnTo>
                    <a:pt x="1831" y="131"/>
                  </a:lnTo>
                  <a:lnTo>
                    <a:pt x="1792" y="196"/>
                  </a:lnTo>
                  <a:lnTo>
                    <a:pt x="1726" y="327"/>
                  </a:lnTo>
                  <a:lnTo>
                    <a:pt x="1687" y="484"/>
                  </a:lnTo>
                  <a:lnTo>
                    <a:pt x="1674" y="641"/>
                  </a:lnTo>
                  <a:lnTo>
                    <a:pt x="1674" y="719"/>
                  </a:lnTo>
                  <a:lnTo>
                    <a:pt x="1687" y="798"/>
                  </a:lnTo>
                  <a:lnTo>
                    <a:pt x="1399" y="1033"/>
                  </a:lnTo>
                  <a:lnTo>
                    <a:pt x="1151" y="1268"/>
                  </a:lnTo>
                  <a:lnTo>
                    <a:pt x="929" y="1504"/>
                  </a:lnTo>
                  <a:lnTo>
                    <a:pt x="733" y="1726"/>
                  </a:lnTo>
                  <a:lnTo>
                    <a:pt x="550" y="1961"/>
                  </a:lnTo>
                  <a:lnTo>
                    <a:pt x="406" y="2184"/>
                  </a:lnTo>
                  <a:lnTo>
                    <a:pt x="288" y="2393"/>
                  </a:lnTo>
                  <a:lnTo>
                    <a:pt x="183" y="2615"/>
                  </a:lnTo>
                  <a:lnTo>
                    <a:pt x="105" y="2824"/>
                  </a:lnTo>
                  <a:lnTo>
                    <a:pt x="53" y="3034"/>
                  </a:lnTo>
                  <a:lnTo>
                    <a:pt x="13" y="3243"/>
                  </a:lnTo>
                  <a:lnTo>
                    <a:pt x="0" y="3439"/>
                  </a:lnTo>
                  <a:lnTo>
                    <a:pt x="13" y="3635"/>
                  </a:lnTo>
                  <a:lnTo>
                    <a:pt x="40" y="3831"/>
                  </a:lnTo>
                  <a:lnTo>
                    <a:pt x="79" y="4027"/>
                  </a:lnTo>
                  <a:lnTo>
                    <a:pt x="144" y="4210"/>
                  </a:lnTo>
                  <a:lnTo>
                    <a:pt x="223" y="4407"/>
                  </a:lnTo>
                  <a:lnTo>
                    <a:pt x="314" y="4577"/>
                  </a:lnTo>
                  <a:lnTo>
                    <a:pt x="432" y="4760"/>
                  </a:lnTo>
                  <a:lnTo>
                    <a:pt x="563" y="4930"/>
                  </a:lnTo>
                  <a:lnTo>
                    <a:pt x="693" y="5100"/>
                  </a:lnTo>
                  <a:lnTo>
                    <a:pt x="850" y="5270"/>
                  </a:lnTo>
                  <a:lnTo>
                    <a:pt x="1020" y="5427"/>
                  </a:lnTo>
                  <a:lnTo>
                    <a:pt x="1203" y="5583"/>
                  </a:lnTo>
                  <a:lnTo>
                    <a:pt x="1399" y="5740"/>
                  </a:lnTo>
                  <a:lnTo>
                    <a:pt x="1609" y="5897"/>
                  </a:lnTo>
                  <a:lnTo>
                    <a:pt x="1818" y="6041"/>
                  </a:lnTo>
                  <a:lnTo>
                    <a:pt x="2040" y="6185"/>
                  </a:lnTo>
                  <a:lnTo>
                    <a:pt x="2511" y="6460"/>
                  </a:lnTo>
                  <a:lnTo>
                    <a:pt x="3021" y="6721"/>
                  </a:lnTo>
                  <a:lnTo>
                    <a:pt x="3544" y="6956"/>
                  </a:lnTo>
                  <a:lnTo>
                    <a:pt x="4093" y="7179"/>
                  </a:lnTo>
                  <a:lnTo>
                    <a:pt x="4655" y="7388"/>
                  </a:lnTo>
                  <a:lnTo>
                    <a:pt x="5231" y="7571"/>
                  </a:lnTo>
                  <a:lnTo>
                    <a:pt x="5806" y="7754"/>
                  </a:lnTo>
                  <a:lnTo>
                    <a:pt x="6368" y="7898"/>
                  </a:lnTo>
                  <a:lnTo>
                    <a:pt x="6930" y="8042"/>
                  </a:lnTo>
                  <a:lnTo>
                    <a:pt x="7467" y="8159"/>
                  </a:lnTo>
                  <a:lnTo>
                    <a:pt x="7990" y="8251"/>
                  </a:lnTo>
                  <a:lnTo>
                    <a:pt x="8500" y="8342"/>
                  </a:lnTo>
                  <a:lnTo>
                    <a:pt x="8957" y="8395"/>
                  </a:lnTo>
                  <a:lnTo>
                    <a:pt x="9389" y="8434"/>
                  </a:lnTo>
                  <a:lnTo>
                    <a:pt x="9781" y="8460"/>
                  </a:lnTo>
                  <a:lnTo>
                    <a:pt x="10121" y="8460"/>
                  </a:lnTo>
                  <a:lnTo>
                    <a:pt x="10409" y="8447"/>
                  </a:lnTo>
                  <a:lnTo>
                    <a:pt x="10644" y="8408"/>
                  </a:lnTo>
                  <a:lnTo>
                    <a:pt x="10696" y="8382"/>
                  </a:lnTo>
                  <a:lnTo>
                    <a:pt x="10735" y="8342"/>
                  </a:lnTo>
                  <a:lnTo>
                    <a:pt x="10788" y="8290"/>
                  </a:lnTo>
                  <a:lnTo>
                    <a:pt x="10827" y="8225"/>
                  </a:lnTo>
                  <a:lnTo>
                    <a:pt x="10853" y="8146"/>
                  </a:lnTo>
                  <a:lnTo>
                    <a:pt x="10879" y="8068"/>
                  </a:lnTo>
                  <a:lnTo>
                    <a:pt x="10919" y="7885"/>
                  </a:lnTo>
                  <a:lnTo>
                    <a:pt x="10919" y="7702"/>
                  </a:lnTo>
                  <a:lnTo>
                    <a:pt x="10905" y="7623"/>
                  </a:lnTo>
                  <a:lnTo>
                    <a:pt x="10892" y="7545"/>
                  </a:lnTo>
                  <a:lnTo>
                    <a:pt x="10879" y="7466"/>
                  </a:lnTo>
                  <a:lnTo>
                    <a:pt x="10840" y="7414"/>
                  </a:lnTo>
                  <a:lnTo>
                    <a:pt x="10801" y="7362"/>
                  </a:lnTo>
                  <a:lnTo>
                    <a:pt x="10762" y="7322"/>
                  </a:lnTo>
                  <a:lnTo>
                    <a:pt x="10186" y="7048"/>
                  </a:lnTo>
                  <a:lnTo>
                    <a:pt x="9637" y="6734"/>
                  </a:lnTo>
                  <a:lnTo>
                    <a:pt x="9088" y="6394"/>
                  </a:lnTo>
                  <a:lnTo>
                    <a:pt x="8552" y="6041"/>
                  </a:lnTo>
                  <a:lnTo>
                    <a:pt x="8016" y="5675"/>
                  </a:lnTo>
                  <a:lnTo>
                    <a:pt x="7493" y="5270"/>
                  </a:lnTo>
                  <a:lnTo>
                    <a:pt x="6970" y="4864"/>
                  </a:lnTo>
                  <a:lnTo>
                    <a:pt x="6460" y="4420"/>
                  </a:lnTo>
                  <a:lnTo>
                    <a:pt x="5950" y="3975"/>
                  </a:lnTo>
                  <a:lnTo>
                    <a:pt x="5440" y="3504"/>
                  </a:lnTo>
                  <a:lnTo>
                    <a:pt x="4943" y="3021"/>
                  </a:lnTo>
                  <a:lnTo>
                    <a:pt x="4446" y="2537"/>
                  </a:lnTo>
                  <a:lnTo>
                    <a:pt x="3949" y="2027"/>
                  </a:lnTo>
                  <a:lnTo>
                    <a:pt x="3465" y="1504"/>
                  </a:lnTo>
                  <a:lnTo>
                    <a:pt x="2969" y="968"/>
                  </a:lnTo>
                  <a:lnTo>
                    <a:pt x="2485" y="419"/>
                  </a:lnTo>
                  <a:lnTo>
                    <a:pt x="2472" y="327"/>
                  </a:lnTo>
                  <a:lnTo>
                    <a:pt x="2446" y="249"/>
                  </a:lnTo>
                  <a:lnTo>
                    <a:pt x="2406" y="183"/>
                  </a:lnTo>
                  <a:lnTo>
                    <a:pt x="2367" y="131"/>
                  </a:lnTo>
                  <a:lnTo>
                    <a:pt x="2315" y="79"/>
                  </a:lnTo>
                  <a:lnTo>
                    <a:pt x="2262" y="52"/>
                  </a:lnTo>
                  <a:lnTo>
                    <a:pt x="2145" y="52"/>
                  </a:lnTo>
                  <a:lnTo>
                    <a:pt x="2106" y="26"/>
                  </a:lnTo>
                  <a:lnTo>
                    <a:pt x="205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8"/>
            <p:cNvSpPr/>
            <p:nvPr/>
          </p:nvSpPr>
          <p:spPr>
            <a:xfrm>
              <a:off x="2057850" y="3870850"/>
              <a:ext cx="213175" cy="176225"/>
            </a:xfrm>
            <a:custGeom>
              <a:avLst/>
              <a:gdLst/>
              <a:ahLst/>
              <a:cxnLst/>
              <a:rect l="l" t="t" r="r" b="b"/>
              <a:pathLst>
                <a:path w="8527" h="7049" extrusionOk="0">
                  <a:moveTo>
                    <a:pt x="1583" y="0"/>
                  </a:moveTo>
                  <a:lnTo>
                    <a:pt x="1557" y="14"/>
                  </a:lnTo>
                  <a:lnTo>
                    <a:pt x="1518" y="40"/>
                  </a:lnTo>
                  <a:lnTo>
                    <a:pt x="1478" y="66"/>
                  </a:lnTo>
                  <a:lnTo>
                    <a:pt x="1413" y="157"/>
                  </a:lnTo>
                  <a:lnTo>
                    <a:pt x="1374" y="275"/>
                  </a:lnTo>
                  <a:lnTo>
                    <a:pt x="1335" y="406"/>
                  </a:lnTo>
                  <a:lnTo>
                    <a:pt x="1321" y="537"/>
                  </a:lnTo>
                  <a:lnTo>
                    <a:pt x="1335" y="667"/>
                  </a:lnTo>
                  <a:lnTo>
                    <a:pt x="1112" y="863"/>
                  </a:lnTo>
                  <a:lnTo>
                    <a:pt x="916" y="1073"/>
                  </a:lnTo>
                  <a:lnTo>
                    <a:pt x="733" y="1269"/>
                  </a:lnTo>
                  <a:lnTo>
                    <a:pt x="576" y="1452"/>
                  </a:lnTo>
                  <a:lnTo>
                    <a:pt x="432" y="1648"/>
                  </a:lnTo>
                  <a:lnTo>
                    <a:pt x="315" y="1831"/>
                  </a:lnTo>
                  <a:lnTo>
                    <a:pt x="223" y="2014"/>
                  </a:lnTo>
                  <a:lnTo>
                    <a:pt x="145" y="2197"/>
                  </a:lnTo>
                  <a:lnTo>
                    <a:pt x="79" y="2380"/>
                  </a:lnTo>
                  <a:lnTo>
                    <a:pt x="40" y="2550"/>
                  </a:lnTo>
                  <a:lnTo>
                    <a:pt x="1" y="2733"/>
                  </a:lnTo>
                  <a:lnTo>
                    <a:pt x="1" y="2890"/>
                  </a:lnTo>
                  <a:lnTo>
                    <a:pt x="1" y="3060"/>
                  </a:lnTo>
                  <a:lnTo>
                    <a:pt x="14" y="3230"/>
                  </a:lnTo>
                  <a:lnTo>
                    <a:pt x="53" y="3387"/>
                  </a:lnTo>
                  <a:lnTo>
                    <a:pt x="105" y="3544"/>
                  </a:lnTo>
                  <a:lnTo>
                    <a:pt x="158" y="3701"/>
                  </a:lnTo>
                  <a:lnTo>
                    <a:pt x="236" y="3845"/>
                  </a:lnTo>
                  <a:lnTo>
                    <a:pt x="328" y="4002"/>
                  </a:lnTo>
                  <a:lnTo>
                    <a:pt x="419" y="4145"/>
                  </a:lnTo>
                  <a:lnTo>
                    <a:pt x="537" y="4289"/>
                  </a:lnTo>
                  <a:lnTo>
                    <a:pt x="655" y="4420"/>
                  </a:lnTo>
                  <a:lnTo>
                    <a:pt x="785" y="4564"/>
                  </a:lnTo>
                  <a:lnTo>
                    <a:pt x="929" y="4695"/>
                  </a:lnTo>
                  <a:lnTo>
                    <a:pt x="1073" y="4812"/>
                  </a:lnTo>
                  <a:lnTo>
                    <a:pt x="1243" y="4943"/>
                  </a:lnTo>
                  <a:lnTo>
                    <a:pt x="1583" y="5178"/>
                  </a:lnTo>
                  <a:lnTo>
                    <a:pt x="1949" y="5414"/>
                  </a:lnTo>
                  <a:lnTo>
                    <a:pt x="2341" y="5623"/>
                  </a:lnTo>
                  <a:lnTo>
                    <a:pt x="2760" y="5819"/>
                  </a:lnTo>
                  <a:lnTo>
                    <a:pt x="3191" y="6002"/>
                  </a:lnTo>
                  <a:lnTo>
                    <a:pt x="3623" y="6172"/>
                  </a:lnTo>
                  <a:lnTo>
                    <a:pt x="4067" y="6329"/>
                  </a:lnTo>
                  <a:lnTo>
                    <a:pt x="4512" y="6473"/>
                  </a:lnTo>
                  <a:lnTo>
                    <a:pt x="4957" y="6604"/>
                  </a:lnTo>
                  <a:lnTo>
                    <a:pt x="5401" y="6708"/>
                  </a:lnTo>
                  <a:lnTo>
                    <a:pt x="5819" y="6800"/>
                  </a:lnTo>
                  <a:lnTo>
                    <a:pt x="6238" y="6891"/>
                  </a:lnTo>
                  <a:lnTo>
                    <a:pt x="6630" y="6944"/>
                  </a:lnTo>
                  <a:lnTo>
                    <a:pt x="6996" y="6996"/>
                  </a:lnTo>
                  <a:lnTo>
                    <a:pt x="7323" y="7035"/>
                  </a:lnTo>
                  <a:lnTo>
                    <a:pt x="7637" y="7048"/>
                  </a:lnTo>
                  <a:lnTo>
                    <a:pt x="7899" y="7048"/>
                  </a:lnTo>
                  <a:lnTo>
                    <a:pt x="8121" y="7022"/>
                  </a:lnTo>
                  <a:lnTo>
                    <a:pt x="8304" y="6996"/>
                  </a:lnTo>
                  <a:lnTo>
                    <a:pt x="8343" y="6970"/>
                  </a:lnTo>
                  <a:lnTo>
                    <a:pt x="8382" y="6944"/>
                  </a:lnTo>
                  <a:lnTo>
                    <a:pt x="8422" y="6891"/>
                  </a:lnTo>
                  <a:lnTo>
                    <a:pt x="8448" y="6839"/>
                  </a:lnTo>
                  <a:lnTo>
                    <a:pt x="8500" y="6708"/>
                  </a:lnTo>
                  <a:lnTo>
                    <a:pt x="8526" y="6564"/>
                  </a:lnTo>
                  <a:lnTo>
                    <a:pt x="8526" y="6408"/>
                  </a:lnTo>
                  <a:lnTo>
                    <a:pt x="8513" y="6264"/>
                  </a:lnTo>
                  <a:lnTo>
                    <a:pt x="8500" y="6211"/>
                  </a:lnTo>
                  <a:lnTo>
                    <a:pt x="8474" y="6159"/>
                  </a:lnTo>
                  <a:lnTo>
                    <a:pt x="8435" y="6120"/>
                  </a:lnTo>
                  <a:lnTo>
                    <a:pt x="8408" y="6094"/>
                  </a:lnTo>
                  <a:lnTo>
                    <a:pt x="7964" y="5858"/>
                  </a:lnTo>
                  <a:lnTo>
                    <a:pt x="7532" y="5597"/>
                  </a:lnTo>
                  <a:lnTo>
                    <a:pt x="7101" y="5322"/>
                  </a:lnTo>
                  <a:lnTo>
                    <a:pt x="6682" y="5021"/>
                  </a:lnTo>
                  <a:lnTo>
                    <a:pt x="6264" y="4721"/>
                  </a:lnTo>
                  <a:lnTo>
                    <a:pt x="5859" y="4381"/>
                  </a:lnTo>
                  <a:lnTo>
                    <a:pt x="5453" y="4041"/>
                  </a:lnTo>
                  <a:lnTo>
                    <a:pt x="5048" y="3688"/>
                  </a:lnTo>
                  <a:lnTo>
                    <a:pt x="4656" y="3309"/>
                  </a:lnTo>
                  <a:lnTo>
                    <a:pt x="4264" y="2916"/>
                  </a:lnTo>
                  <a:lnTo>
                    <a:pt x="3871" y="2524"/>
                  </a:lnTo>
                  <a:lnTo>
                    <a:pt x="3479" y="2106"/>
                  </a:lnTo>
                  <a:lnTo>
                    <a:pt x="3100" y="1674"/>
                  </a:lnTo>
                  <a:lnTo>
                    <a:pt x="2721" y="1243"/>
                  </a:lnTo>
                  <a:lnTo>
                    <a:pt x="1962" y="340"/>
                  </a:lnTo>
                  <a:lnTo>
                    <a:pt x="1949" y="275"/>
                  </a:lnTo>
                  <a:lnTo>
                    <a:pt x="1936" y="210"/>
                  </a:lnTo>
                  <a:lnTo>
                    <a:pt x="1910" y="144"/>
                  </a:lnTo>
                  <a:lnTo>
                    <a:pt x="1871" y="105"/>
                  </a:lnTo>
                  <a:lnTo>
                    <a:pt x="1831" y="66"/>
                  </a:lnTo>
                  <a:lnTo>
                    <a:pt x="1792" y="40"/>
                  </a:lnTo>
                  <a:lnTo>
                    <a:pt x="1701" y="40"/>
                  </a:lnTo>
                  <a:lnTo>
                    <a:pt x="1661" y="14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8"/>
            <p:cNvSpPr/>
            <p:nvPr/>
          </p:nvSpPr>
          <p:spPr>
            <a:xfrm>
              <a:off x="2650825" y="2902275"/>
              <a:ext cx="20300" cy="19950"/>
            </a:xfrm>
            <a:custGeom>
              <a:avLst/>
              <a:gdLst/>
              <a:ahLst/>
              <a:cxnLst/>
              <a:rect l="l" t="t" r="r" b="b"/>
              <a:pathLst>
                <a:path w="812" h="798" extrusionOk="0">
                  <a:moveTo>
                    <a:pt x="406" y="0"/>
                  </a:moveTo>
                  <a:lnTo>
                    <a:pt x="328" y="13"/>
                  </a:lnTo>
                  <a:lnTo>
                    <a:pt x="249" y="27"/>
                  </a:lnTo>
                  <a:lnTo>
                    <a:pt x="184" y="66"/>
                  </a:lnTo>
                  <a:lnTo>
                    <a:pt x="119" y="118"/>
                  </a:lnTo>
                  <a:lnTo>
                    <a:pt x="66" y="170"/>
                  </a:lnTo>
                  <a:lnTo>
                    <a:pt x="40" y="249"/>
                  </a:lnTo>
                  <a:lnTo>
                    <a:pt x="14" y="314"/>
                  </a:lnTo>
                  <a:lnTo>
                    <a:pt x="1" y="406"/>
                  </a:lnTo>
                  <a:lnTo>
                    <a:pt x="14" y="484"/>
                  </a:lnTo>
                  <a:lnTo>
                    <a:pt x="40" y="563"/>
                  </a:lnTo>
                  <a:lnTo>
                    <a:pt x="66" y="628"/>
                  </a:lnTo>
                  <a:lnTo>
                    <a:pt x="119" y="680"/>
                  </a:lnTo>
                  <a:lnTo>
                    <a:pt x="184" y="733"/>
                  </a:lnTo>
                  <a:lnTo>
                    <a:pt x="249" y="772"/>
                  </a:lnTo>
                  <a:lnTo>
                    <a:pt x="328" y="798"/>
                  </a:lnTo>
                  <a:lnTo>
                    <a:pt x="485" y="798"/>
                  </a:lnTo>
                  <a:lnTo>
                    <a:pt x="563" y="772"/>
                  </a:lnTo>
                  <a:lnTo>
                    <a:pt x="629" y="733"/>
                  </a:lnTo>
                  <a:lnTo>
                    <a:pt x="694" y="680"/>
                  </a:lnTo>
                  <a:lnTo>
                    <a:pt x="733" y="628"/>
                  </a:lnTo>
                  <a:lnTo>
                    <a:pt x="772" y="563"/>
                  </a:lnTo>
                  <a:lnTo>
                    <a:pt x="799" y="484"/>
                  </a:lnTo>
                  <a:lnTo>
                    <a:pt x="812" y="406"/>
                  </a:lnTo>
                  <a:lnTo>
                    <a:pt x="799" y="314"/>
                  </a:lnTo>
                  <a:lnTo>
                    <a:pt x="772" y="249"/>
                  </a:lnTo>
                  <a:lnTo>
                    <a:pt x="733" y="170"/>
                  </a:lnTo>
                  <a:lnTo>
                    <a:pt x="694" y="118"/>
                  </a:lnTo>
                  <a:lnTo>
                    <a:pt x="629" y="66"/>
                  </a:lnTo>
                  <a:lnTo>
                    <a:pt x="563" y="27"/>
                  </a:lnTo>
                  <a:lnTo>
                    <a:pt x="485" y="13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8"/>
            <p:cNvSpPr/>
            <p:nvPr/>
          </p:nvSpPr>
          <p:spPr>
            <a:xfrm>
              <a:off x="2660975" y="297255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lnTo>
                    <a:pt x="484" y="14"/>
                  </a:lnTo>
                  <a:lnTo>
                    <a:pt x="366" y="40"/>
                  </a:lnTo>
                  <a:lnTo>
                    <a:pt x="262" y="105"/>
                  </a:lnTo>
                  <a:lnTo>
                    <a:pt x="170" y="171"/>
                  </a:lnTo>
                  <a:lnTo>
                    <a:pt x="105" y="262"/>
                  </a:lnTo>
                  <a:lnTo>
                    <a:pt x="53" y="367"/>
                  </a:lnTo>
                  <a:lnTo>
                    <a:pt x="13" y="484"/>
                  </a:lnTo>
                  <a:lnTo>
                    <a:pt x="0" y="602"/>
                  </a:lnTo>
                  <a:lnTo>
                    <a:pt x="13" y="720"/>
                  </a:lnTo>
                  <a:lnTo>
                    <a:pt x="53" y="837"/>
                  </a:lnTo>
                  <a:lnTo>
                    <a:pt x="105" y="942"/>
                  </a:lnTo>
                  <a:lnTo>
                    <a:pt x="170" y="1021"/>
                  </a:lnTo>
                  <a:lnTo>
                    <a:pt x="262" y="1099"/>
                  </a:lnTo>
                  <a:lnTo>
                    <a:pt x="366" y="1151"/>
                  </a:lnTo>
                  <a:lnTo>
                    <a:pt x="484" y="1191"/>
                  </a:lnTo>
                  <a:lnTo>
                    <a:pt x="602" y="1204"/>
                  </a:lnTo>
                  <a:lnTo>
                    <a:pt x="719" y="1191"/>
                  </a:lnTo>
                  <a:lnTo>
                    <a:pt x="837" y="1151"/>
                  </a:lnTo>
                  <a:lnTo>
                    <a:pt x="942" y="1099"/>
                  </a:lnTo>
                  <a:lnTo>
                    <a:pt x="1020" y="1021"/>
                  </a:lnTo>
                  <a:lnTo>
                    <a:pt x="1099" y="942"/>
                  </a:lnTo>
                  <a:lnTo>
                    <a:pt x="1151" y="837"/>
                  </a:lnTo>
                  <a:lnTo>
                    <a:pt x="1190" y="720"/>
                  </a:lnTo>
                  <a:lnTo>
                    <a:pt x="1203" y="602"/>
                  </a:lnTo>
                  <a:lnTo>
                    <a:pt x="1190" y="484"/>
                  </a:lnTo>
                  <a:lnTo>
                    <a:pt x="1151" y="367"/>
                  </a:lnTo>
                  <a:lnTo>
                    <a:pt x="1099" y="262"/>
                  </a:lnTo>
                  <a:lnTo>
                    <a:pt x="1020" y="171"/>
                  </a:lnTo>
                  <a:lnTo>
                    <a:pt x="942" y="105"/>
                  </a:lnTo>
                  <a:lnTo>
                    <a:pt x="837" y="40"/>
                  </a:lnTo>
                  <a:lnTo>
                    <a:pt x="719" y="1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8"/>
            <p:cNvSpPr/>
            <p:nvPr/>
          </p:nvSpPr>
          <p:spPr>
            <a:xfrm>
              <a:off x="2721125" y="2942475"/>
              <a:ext cx="40225" cy="19975"/>
            </a:xfrm>
            <a:custGeom>
              <a:avLst/>
              <a:gdLst/>
              <a:ahLst/>
              <a:cxnLst/>
              <a:rect l="l" t="t" r="r" b="b"/>
              <a:pathLst>
                <a:path w="1609" h="799" extrusionOk="0">
                  <a:moveTo>
                    <a:pt x="641" y="1"/>
                  </a:moveTo>
                  <a:lnTo>
                    <a:pt x="484" y="27"/>
                  </a:lnTo>
                  <a:lnTo>
                    <a:pt x="353" y="66"/>
                  </a:lnTo>
                  <a:lnTo>
                    <a:pt x="236" y="118"/>
                  </a:lnTo>
                  <a:lnTo>
                    <a:pt x="131" y="171"/>
                  </a:lnTo>
                  <a:lnTo>
                    <a:pt x="66" y="236"/>
                  </a:lnTo>
                  <a:lnTo>
                    <a:pt x="13" y="314"/>
                  </a:lnTo>
                  <a:lnTo>
                    <a:pt x="0" y="354"/>
                  </a:lnTo>
                  <a:lnTo>
                    <a:pt x="0" y="393"/>
                  </a:lnTo>
                  <a:lnTo>
                    <a:pt x="0" y="445"/>
                  </a:lnTo>
                  <a:lnTo>
                    <a:pt x="13" y="484"/>
                  </a:lnTo>
                  <a:lnTo>
                    <a:pt x="66" y="550"/>
                  </a:lnTo>
                  <a:lnTo>
                    <a:pt x="131" y="628"/>
                  </a:lnTo>
                  <a:lnTo>
                    <a:pt x="236" y="681"/>
                  </a:lnTo>
                  <a:lnTo>
                    <a:pt x="353" y="733"/>
                  </a:lnTo>
                  <a:lnTo>
                    <a:pt x="484" y="772"/>
                  </a:lnTo>
                  <a:lnTo>
                    <a:pt x="641" y="785"/>
                  </a:lnTo>
                  <a:lnTo>
                    <a:pt x="798" y="798"/>
                  </a:lnTo>
                  <a:lnTo>
                    <a:pt x="968" y="785"/>
                  </a:lnTo>
                  <a:lnTo>
                    <a:pt x="1112" y="772"/>
                  </a:lnTo>
                  <a:lnTo>
                    <a:pt x="1255" y="733"/>
                  </a:lnTo>
                  <a:lnTo>
                    <a:pt x="1373" y="681"/>
                  </a:lnTo>
                  <a:lnTo>
                    <a:pt x="1465" y="628"/>
                  </a:lnTo>
                  <a:lnTo>
                    <a:pt x="1543" y="550"/>
                  </a:lnTo>
                  <a:lnTo>
                    <a:pt x="1595" y="484"/>
                  </a:lnTo>
                  <a:lnTo>
                    <a:pt x="1595" y="445"/>
                  </a:lnTo>
                  <a:lnTo>
                    <a:pt x="1609" y="393"/>
                  </a:lnTo>
                  <a:lnTo>
                    <a:pt x="1595" y="354"/>
                  </a:lnTo>
                  <a:lnTo>
                    <a:pt x="1595" y="314"/>
                  </a:lnTo>
                  <a:lnTo>
                    <a:pt x="1543" y="236"/>
                  </a:lnTo>
                  <a:lnTo>
                    <a:pt x="1465" y="171"/>
                  </a:lnTo>
                  <a:lnTo>
                    <a:pt x="1373" y="118"/>
                  </a:lnTo>
                  <a:lnTo>
                    <a:pt x="1255" y="66"/>
                  </a:lnTo>
                  <a:lnTo>
                    <a:pt x="1112" y="27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8"/>
            <p:cNvSpPr/>
            <p:nvPr/>
          </p:nvSpPr>
          <p:spPr>
            <a:xfrm>
              <a:off x="2851550" y="2962425"/>
              <a:ext cx="30100" cy="19950"/>
            </a:xfrm>
            <a:custGeom>
              <a:avLst/>
              <a:gdLst/>
              <a:ahLst/>
              <a:cxnLst/>
              <a:rect l="l" t="t" r="r" b="b"/>
              <a:pathLst>
                <a:path w="1204" h="798" extrusionOk="0">
                  <a:moveTo>
                    <a:pt x="602" y="0"/>
                  </a:moveTo>
                  <a:lnTo>
                    <a:pt x="484" y="13"/>
                  </a:lnTo>
                  <a:lnTo>
                    <a:pt x="367" y="26"/>
                  </a:lnTo>
                  <a:lnTo>
                    <a:pt x="262" y="66"/>
                  </a:lnTo>
                  <a:lnTo>
                    <a:pt x="170" y="118"/>
                  </a:lnTo>
                  <a:lnTo>
                    <a:pt x="105" y="183"/>
                  </a:lnTo>
                  <a:lnTo>
                    <a:pt x="53" y="249"/>
                  </a:lnTo>
                  <a:lnTo>
                    <a:pt x="13" y="327"/>
                  </a:lnTo>
                  <a:lnTo>
                    <a:pt x="0" y="406"/>
                  </a:lnTo>
                  <a:lnTo>
                    <a:pt x="13" y="484"/>
                  </a:lnTo>
                  <a:lnTo>
                    <a:pt x="53" y="563"/>
                  </a:lnTo>
                  <a:lnTo>
                    <a:pt x="105" y="628"/>
                  </a:lnTo>
                  <a:lnTo>
                    <a:pt x="170" y="680"/>
                  </a:lnTo>
                  <a:lnTo>
                    <a:pt x="262" y="733"/>
                  </a:lnTo>
                  <a:lnTo>
                    <a:pt x="367" y="772"/>
                  </a:lnTo>
                  <a:lnTo>
                    <a:pt x="484" y="798"/>
                  </a:lnTo>
                  <a:lnTo>
                    <a:pt x="720" y="798"/>
                  </a:lnTo>
                  <a:lnTo>
                    <a:pt x="837" y="772"/>
                  </a:lnTo>
                  <a:lnTo>
                    <a:pt x="942" y="733"/>
                  </a:lnTo>
                  <a:lnTo>
                    <a:pt x="1033" y="680"/>
                  </a:lnTo>
                  <a:lnTo>
                    <a:pt x="1099" y="628"/>
                  </a:lnTo>
                  <a:lnTo>
                    <a:pt x="1151" y="563"/>
                  </a:lnTo>
                  <a:lnTo>
                    <a:pt x="1190" y="484"/>
                  </a:lnTo>
                  <a:lnTo>
                    <a:pt x="1203" y="406"/>
                  </a:lnTo>
                  <a:lnTo>
                    <a:pt x="1190" y="327"/>
                  </a:lnTo>
                  <a:lnTo>
                    <a:pt x="1151" y="249"/>
                  </a:lnTo>
                  <a:lnTo>
                    <a:pt x="1099" y="183"/>
                  </a:lnTo>
                  <a:lnTo>
                    <a:pt x="1033" y="118"/>
                  </a:lnTo>
                  <a:lnTo>
                    <a:pt x="942" y="66"/>
                  </a:lnTo>
                  <a:lnTo>
                    <a:pt x="837" y="26"/>
                  </a:lnTo>
                  <a:lnTo>
                    <a:pt x="720" y="13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8"/>
            <p:cNvSpPr/>
            <p:nvPr/>
          </p:nvSpPr>
          <p:spPr>
            <a:xfrm>
              <a:off x="2928050" y="2982350"/>
              <a:ext cx="37600" cy="20300"/>
            </a:xfrm>
            <a:custGeom>
              <a:avLst/>
              <a:gdLst/>
              <a:ahLst/>
              <a:cxnLst/>
              <a:rect l="l" t="t" r="r" b="b"/>
              <a:pathLst>
                <a:path w="1504" h="812" extrusionOk="0">
                  <a:moveTo>
                    <a:pt x="745" y="1"/>
                  </a:moveTo>
                  <a:lnTo>
                    <a:pt x="602" y="14"/>
                  </a:lnTo>
                  <a:lnTo>
                    <a:pt x="458" y="40"/>
                  </a:lnTo>
                  <a:lnTo>
                    <a:pt x="327" y="79"/>
                  </a:lnTo>
                  <a:lnTo>
                    <a:pt x="222" y="119"/>
                  </a:lnTo>
                  <a:lnTo>
                    <a:pt x="131" y="184"/>
                  </a:lnTo>
                  <a:lnTo>
                    <a:pt x="52" y="249"/>
                  </a:lnTo>
                  <a:lnTo>
                    <a:pt x="13" y="328"/>
                  </a:lnTo>
                  <a:lnTo>
                    <a:pt x="0" y="406"/>
                  </a:lnTo>
                  <a:lnTo>
                    <a:pt x="13" y="485"/>
                  </a:lnTo>
                  <a:lnTo>
                    <a:pt x="52" y="563"/>
                  </a:lnTo>
                  <a:lnTo>
                    <a:pt x="131" y="629"/>
                  </a:lnTo>
                  <a:lnTo>
                    <a:pt x="222" y="694"/>
                  </a:lnTo>
                  <a:lnTo>
                    <a:pt x="327" y="746"/>
                  </a:lnTo>
                  <a:lnTo>
                    <a:pt x="458" y="772"/>
                  </a:lnTo>
                  <a:lnTo>
                    <a:pt x="602" y="799"/>
                  </a:lnTo>
                  <a:lnTo>
                    <a:pt x="745" y="812"/>
                  </a:lnTo>
                  <a:lnTo>
                    <a:pt x="902" y="799"/>
                  </a:lnTo>
                  <a:lnTo>
                    <a:pt x="1046" y="772"/>
                  </a:lnTo>
                  <a:lnTo>
                    <a:pt x="1177" y="746"/>
                  </a:lnTo>
                  <a:lnTo>
                    <a:pt x="1281" y="694"/>
                  </a:lnTo>
                  <a:lnTo>
                    <a:pt x="1373" y="629"/>
                  </a:lnTo>
                  <a:lnTo>
                    <a:pt x="1438" y="563"/>
                  </a:lnTo>
                  <a:lnTo>
                    <a:pt x="1491" y="485"/>
                  </a:lnTo>
                  <a:lnTo>
                    <a:pt x="1504" y="406"/>
                  </a:lnTo>
                  <a:lnTo>
                    <a:pt x="1491" y="328"/>
                  </a:lnTo>
                  <a:lnTo>
                    <a:pt x="1438" y="249"/>
                  </a:lnTo>
                  <a:lnTo>
                    <a:pt x="1373" y="184"/>
                  </a:lnTo>
                  <a:lnTo>
                    <a:pt x="1281" y="119"/>
                  </a:lnTo>
                  <a:lnTo>
                    <a:pt x="1177" y="79"/>
                  </a:lnTo>
                  <a:lnTo>
                    <a:pt x="1046" y="40"/>
                  </a:lnTo>
                  <a:lnTo>
                    <a:pt x="902" y="14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8"/>
            <p:cNvSpPr/>
            <p:nvPr/>
          </p:nvSpPr>
          <p:spPr>
            <a:xfrm>
              <a:off x="2911700" y="3052650"/>
              <a:ext cx="30100" cy="20275"/>
            </a:xfrm>
            <a:custGeom>
              <a:avLst/>
              <a:gdLst/>
              <a:ahLst/>
              <a:cxnLst/>
              <a:rect l="l" t="t" r="r" b="b"/>
              <a:pathLst>
                <a:path w="1204" h="811" extrusionOk="0">
                  <a:moveTo>
                    <a:pt x="602" y="0"/>
                  </a:moveTo>
                  <a:lnTo>
                    <a:pt x="484" y="13"/>
                  </a:lnTo>
                  <a:lnTo>
                    <a:pt x="366" y="39"/>
                  </a:lnTo>
                  <a:lnTo>
                    <a:pt x="262" y="66"/>
                  </a:lnTo>
                  <a:lnTo>
                    <a:pt x="183" y="118"/>
                  </a:lnTo>
                  <a:lnTo>
                    <a:pt x="105" y="183"/>
                  </a:lnTo>
                  <a:lnTo>
                    <a:pt x="53" y="249"/>
                  </a:lnTo>
                  <a:lnTo>
                    <a:pt x="13" y="327"/>
                  </a:lnTo>
                  <a:lnTo>
                    <a:pt x="0" y="405"/>
                  </a:lnTo>
                  <a:lnTo>
                    <a:pt x="13" y="484"/>
                  </a:lnTo>
                  <a:lnTo>
                    <a:pt x="53" y="562"/>
                  </a:lnTo>
                  <a:lnTo>
                    <a:pt x="105" y="628"/>
                  </a:lnTo>
                  <a:lnTo>
                    <a:pt x="183" y="693"/>
                  </a:lnTo>
                  <a:lnTo>
                    <a:pt x="262" y="732"/>
                  </a:lnTo>
                  <a:lnTo>
                    <a:pt x="366" y="772"/>
                  </a:lnTo>
                  <a:lnTo>
                    <a:pt x="484" y="798"/>
                  </a:lnTo>
                  <a:lnTo>
                    <a:pt x="602" y="811"/>
                  </a:lnTo>
                  <a:lnTo>
                    <a:pt x="719" y="798"/>
                  </a:lnTo>
                  <a:lnTo>
                    <a:pt x="837" y="772"/>
                  </a:lnTo>
                  <a:lnTo>
                    <a:pt x="942" y="732"/>
                  </a:lnTo>
                  <a:lnTo>
                    <a:pt x="1033" y="693"/>
                  </a:lnTo>
                  <a:lnTo>
                    <a:pt x="1099" y="628"/>
                  </a:lnTo>
                  <a:lnTo>
                    <a:pt x="1151" y="562"/>
                  </a:lnTo>
                  <a:lnTo>
                    <a:pt x="1190" y="484"/>
                  </a:lnTo>
                  <a:lnTo>
                    <a:pt x="1203" y="405"/>
                  </a:lnTo>
                  <a:lnTo>
                    <a:pt x="1190" y="327"/>
                  </a:lnTo>
                  <a:lnTo>
                    <a:pt x="1151" y="249"/>
                  </a:lnTo>
                  <a:lnTo>
                    <a:pt x="1099" y="183"/>
                  </a:lnTo>
                  <a:lnTo>
                    <a:pt x="1033" y="118"/>
                  </a:lnTo>
                  <a:lnTo>
                    <a:pt x="942" y="66"/>
                  </a:lnTo>
                  <a:lnTo>
                    <a:pt x="837" y="39"/>
                  </a:lnTo>
                  <a:lnTo>
                    <a:pt x="719" y="13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8"/>
            <p:cNvSpPr/>
            <p:nvPr/>
          </p:nvSpPr>
          <p:spPr>
            <a:xfrm>
              <a:off x="2861675" y="3012425"/>
              <a:ext cx="39900" cy="30425"/>
            </a:xfrm>
            <a:custGeom>
              <a:avLst/>
              <a:gdLst/>
              <a:ahLst/>
              <a:cxnLst/>
              <a:rect l="l" t="t" r="r" b="b"/>
              <a:pathLst>
                <a:path w="1596" h="1217" extrusionOk="0">
                  <a:moveTo>
                    <a:pt x="798" y="1"/>
                  </a:moveTo>
                  <a:lnTo>
                    <a:pt x="641" y="14"/>
                  </a:lnTo>
                  <a:lnTo>
                    <a:pt x="485" y="53"/>
                  </a:lnTo>
                  <a:lnTo>
                    <a:pt x="354" y="105"/>
                  </a:lnTo>
                  <a:lnTo>
                    <a:pt x="236" y="184"/>
                  </a:lnTo>
                  <a:lnTo>
                    <a:pt x="131" y="275"/>
                  </a:lnTo>
                  <a:lnTo>
                    <a:pt x="53" y="380"/>
                  </a:lnTo>
                  <a:lnTo>
                    <a:pt x="14" y="485"/>
                  </a:lnTo>
                  <a:lnTo>
                    <a:pt x="1" y="550"/>
                  </a:lnTo>
                  <a:lnTo>
                    <a:pt x="1" y="615"/>
                  </a:lnTo>
                  <a:lnTo>
                    <a:pt x="1" y="668"/>
                  </a:lnTo>
                  <a:lnTo>
                    <a:pt x="14" y="733"/>
                  </a:lnTo>
                  <a:lnTo>
                    <a:pt x="53" y="838"/>
                  </a:lnTo>
                  <a:lnTo>
                    <a:pt x="131" y="942"/>
                  </a:lnTo>
                  <a:lnTo>
                    <a:pt x="236" y="1034"/>
                  </a:lnTo>
                  <a:lnTo>
                    <a:pt x="354" y="1112"/>
                  </a:lnTo>
                  <a:lnTo>
                    <a:pt x="485" y="1165"/>
                  </a:lnTo>
                  <a:lnTo>
                    <a:pt x="641" y="1204"/>
                  </a:lnTo>
                  <a:lnTo>
                    <a:pt x="798" y="1217"/>
                  </a:lnTo>
                  <a:lnTo>
                    <a:pt x="955" y="1204"/>
                  </a:lnTo>
                  <a:lnTo>
                    <a:pt x="1112" y="1165"/>
                  </a:lnTo>
                  <a:lnTo>
                    <a:pt x="1243" y="1112"/>
                  </a:lnTo>
                  <a:lnTo>
                    <a:pt x="1361" y="1034"/>
                  </a:lnTo>
                  <a:lnTo>
                    <a:pt x="1465" y="942"/>
                  </a:lnTo>
                  <a:lnTo>
                    <a:pt x="1544" y="838"/>
                  </a:lnTo>
                  <a:lnTo>
                    <a:pt x="1583" y="733"/>
                  </a:lnTo>
                  <a:lnTo>
                    <a:pt x="1596" y="668"/>
                  </a:lnTo>
                  <a:lnTo>
                    <a:pt x="1596" y="615"/>
                  </a:lnTo>
                  <a:lnTo>
                    <a:pt x="1596" y="550"/>
                  </a:lnTo>
                  <a:lnTo>
                    <a:pt x="1583" y="485"/>
                  </a:lnTo>
                  <a:lnTo>
                    <a:pt x="1544" y="380"/>
                  </a:lnTo>
                  <a:lnTo>
                    <a:pt x="1465" y="275"/>
                  </a:lnTo>
                  <a:lnTo>
                    <a:pt x="1361" y="184"/>
                  </a:lnTo>
                  <a:lnTo>
                    <a:pt x="1243" y="105"/>
                  </a:lnTo>
                  <a:lnTo>
                    <a:pt x="1112" y="53"/>
                  </a:lnTo>
                  <a:lnTo>
                    <a:pt x="955" y="14"/>
                  </a:lnTo>
                  <a:lnTo>
                    <a:pt x="798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3" name="Google Shape;1853;p3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terinary Medicine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7DCCB9"/>
      </a:accent1>
      <a:accent2>
        <a:srgbClr val="1BAEC0"/>
      </a:accent2>
      <a:accent3>
        <a:srgbClr val="225971"/>
      </a:accent3>
      <a:accent4>
        <a:srgbClr val="FBAF3F"/>
      </a:accent4>
      <a:accent5>
        <a:srgbClr val="FF8101"/>
      </a:accent5>
      <a:accent6>
        <a:srgbClr val="FA225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495</Words>
  <Application>Microsoft Office PowerPoint</Application>
  <PresentationFormat>On-screen Show (16:9)</PresentationFormat>
  <Paragraphs>132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Fira Sans Extra Condensed</vt:lpstr>
      <vt:lpstr>Fira Sans Extra Condensed SemiBold</vt:lpstr>
      <vt:lpstr>Roboto</vt:lpstr>
      <vt:lpstr>Wingdings</vt:lpstr>
      <vt:lpstr>Veterinary Medicine Infographics by Slidesgo</vt:lpstr>
      <vt:lpstr>Village Vets Database  &amp; Dashboard</vt:lpstr>
      <vt:lpstr>Overview</vt:lpstr>
      <vt:lpstr>Tools &amp; Applications - Who Needs What?</vt:lpstr>
      <vt:lpstr>Tools &amp; Applications - A Simple, Scalable System</vt:lpstr>
      <vt:lpstr>Tools &amp; Applications - A Simple, Scalable System</vt:lpstr>
      <vt:lpstr>Tools &amp; Applications - A Simple, Scalable System</vt:lpstr>
      <vt:lpstr>Tools &amp; Applications - A Simple, Scalable System</vt:lpstr>
      <vt:lpstr>Sample Visualisations – The Executive Dashboard</vt:lpstr>
      <vt:lpstr>Sample Visualisations – Built-in Interactivity</vt:lpstr>
      <vt:lpstr>Sample Visualisations – Depth &amp; Breadth</vt:lpstr>
      <vt:lpstr>Sample Visualisations – Depth &amp; Breadth</vt:lpstr>
      <vt:lpstr>Sample Visualisations – Tell a Story</vt:lpstr>
      <vt:lpstr>Sample Visualisations – For Branch Dashboard</vt:lpstr>
      <vt:lpstr>Sample Visualisations – Other Ideas</vt:lpstr>
      <vt:lpstr>Sample Visualisations – With More Data…</vt:lpstr>
      <vt:lpstr>Benefits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Kirsten B (DA-IRE5)</cp:lastModifiedBy>
  <cp:revision>1</cp:revision>
  <dcterms:modified xsi:type="dcterms:W3CDTF">2026-02-04T00:44:25Z</dcterms:modified>
</cp:coreProperties>
</file>